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5.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6.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7.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8.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70" r:id="rId3"/>
    <p:sldMasterId id="2147483698" r:id="rId4"/>
    <p:sldMasterId id="2147483718" r:id="rId5"/>
    <p:sldMasterId id="2147483753" r:id="rId6"/>
    <p:sldMasterId id="2147483771" r:id="rId7"/>
    <p:sldMasterId id="2147483787" r:id="rId8"/>
    <p:sldMasterId id="2147483803" r:id="rId9"/>
  </p:sldMasterIdLst>
  <p:notesMasterIdLst>
    <p:notesMasterId r:id="rId57"/>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Lst>
  <p:sldSz cx="9144000" cy="5143500" type="screen16x9"/>
  <p:notesSz cx="6858000" cy="9144000"/>
  <p:embeddedFontLst>
    <p:embeddedFont>
      <p:font typeface="Arial Black" panose="020B0A04020102020204" pitchFamily="34" charset="0"/>
      <p:regular r:id="rId58"/>
      <p:bold r:id="rId59"/>
    </p:embeddedFont>
    <p:embeddedFont>
      <p:font typeface="Georgia" panose="02040502050405020303" pitchFamily="18" charset="0"/>
      <p:regular r:id="rId60"/>
      <p:bold r:id="rId61"/>
      <p:italic r:id="rId62"/>
      <p:boldItalic r:id="rId63"/>
    </p:embeddedFont>
    <p:embeddedFont>
      <p:font typeface="Times" panose="02020603050405020304" pitchFamily="18"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8" roundtripDataSignature="AMtx7mjqIDgTJ8M5+Dws2TTUtByV4JIs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1F0F35-C649-4E22-B178-06B24A624C65}" v="14" dt="2026-03-03T18:42:01.088"/>
  </p1510:revLst>
</p1510:revInfo>
</file>

<file path=ppt/tableStyles.xml><?xml version="1.0" encoding="utf-8"?>
<a:tblStyleLst xmlns:a="http://schemas.openxmlformats.org/drawingml/2006/main" def="{9BE34F45-9591-4427-9654-C0692E8A6D00}">
  <a:tblStyle styleId="{9BE34F45-9591-4427-9654-C0692E8A6D00}" styleName="Table_0">
    <a:wholeTbl>
      <a:tcTxStyle b="off" i="off">
        <a:font>
          <a:latin typeface="Arial"/>
          <a:ea typeface="Arial"/>
          <a:cs typeface="Arial"/>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b="off"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fill>
          <a:solidFill>
            <a:schemeClr val="accent1"/>
          </a:solidFill>
        </a:fill>
      </a:tcStyle>
    </a:firstRow>
    <a:neCell>
      <a:tcTxStyle b="off" i="off"/>
      <a:tcStyle>
        <a:tcBdr/>
      </a:tcStyle>
    </a:neCell>
    <a:nwCell>
      <a:tcTxStyle b="off" i="off"/>
      <a:tcStyle>
        <a:tcBdr/>
      </a:tcStyle>
    </a:nwCell>
  </a:tblStyle>
  <a:tblStyle styleId="{296408B5-E714-47E0-8884-332AFFC43CCB}"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138"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font" Target="fonts/font6.fntdata"/><Relationship Id="rId6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font" Target="fonts/font1.fntdata"/><Relationship Id="rId66" Type="http://schemas.openxmlformats.org/officeDocument/2006/relationships/font" Target="fonts/font9.fntdata"/><Relationship Id="rId74"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font" Target="fonts/font4.fntdata"/><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font" Target="fonts/font7.fntdata"/><Relationship Id="rId69"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font" Target="fonts/font5.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notesMaster" Target="notesMasters/notesMaster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font" Target="fonts/font3.fntdata"/><Relationship Id="rId65" Type="http://schemas.openxmlformats.org/officeDocument/2006/relationships/font" Target="fonts/font8.fntdata"/><Relationship Id="rId73"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7.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ey Ryan" userId="c086f772-cdf3-4f17-9c8e-e27aefd5b456" providerId="ADAL" clId="{6BC916E5-81B9-40E9-BDBE-EE7B299FEA71}"/>
    <pc:docChg chg="undo custSel modSld">
      <pc:chgData name="Kayley Ryan" userId="c086f772-cdf3-4f17-9c8e-e27aefd5b456" providerId="ADAL" clId="{6BC916E5-81B9-40E9-BDBE-EE7B299FEA71}" dt="2026-03-03T18:51:15.753" v="657" actId="20577"/>
      <pc:docMkLst>
        <pc:docMk/>
      </pc:docMkLst>
      <pc:sldChg chg="modSp mod">
        <pc:chgData name="Kayley Ryan" userId="c086f772-cdf3-4f17-9c8e-e27aefd5b456" providerId="ADAL" clId="{6BC916E5-81B9-40E9-BDBE-EE7B299FEA71}" dt="2026-03-03T18:16:08.758" v="6" actId="6549"/>
        <pc:sldMkLst>
          <pc:docMk/>
          <pc:sldMk cId="0" sldId="258"/>
        </pc:sldMkLst>
        <pc:spChg chg="mod">
          <ac:chgData name="Kayley Ryan" userId="c086f772-cdf3-4f17-9c8e-e27aefd5b456" providerId="ADAL" clId="{6BC916E5-81B9-40E9-BDBE-EE7B299FEA71}" dt="2026-03-03T18:16:08.758" v="6" actId="6549"/>
          <ac:spMkLst>
            <pc:docMk/>
            <pc:sldMk cId="0" sldId="258"/>
            <ac:spMk id="747" creationId="{00000000-0000-0000-0000-000000000000}"/>
          </ac:spMkLst>
        </pc:spChg>
      </pc:sldChg>
      <pc:sldChg chg="modSp mod">
        <pc:chgData name="Kayley Ryan" userId="c086f772-cdf3-4f17-9c8e-e27aefd5b456" providerId="ADAL" clId="{6BC916E5-81B9-40E9-BDBE-EE7B299FEA71}" dt="2026-03-03T18:18:03.786" v="20" actId="20577"/>
        <pc:sldMkLst>
          <pc:docMk/>
          <pc:sldMk cId="0" sldId="259"/>
        </pc:sldMkLst>
        <pc:graphicFrameChg chg="modGraphic">
          <ac:chgData name="Kayley Ryan" userId="c086f772-cdf3-4f17-9c8e-e27aefd5b456" providerId="ADAL" clId="{6BC916E5-81B9-40E9-BDBE-EE7B299FEA71}" dt="2026-03-03T18:18:03.786" v="20" actId="20577"/>
          <ac:graphicFrameMkLst>
            <pc:docMk/>
            <pc:sldMk cId="0" sldId="259"/>
            <ac:graphicFrameMk id="753" creationId="{00000000-0000-0000-0000-000000000000}"/>
          </ac:graphicFrameMkLst>
        </pc:graphicFrameChg>
      </pc:sldChg>
      <pc:sldChg chg="modSp mod">
        <pc:chgData name="Kayley Ryan" userId="c086f772-cdf3-4f17-9c8e-e27aefd5b456" providerId="ADAL" clId="{6BC916E5-81B9-40E9-BDBE-EE7B299FEA71}" dt="2026-03-03T18:18:26.828" v="27" actId="20577"/>
        <pc:sldMkLst>
          <pc:docMk/>
          <pc:sldMk cId="0" sldId="260"/>
        </pc:sldMkLst>
        <pc:spChg chg="mod">
          <ac:chgData name="Kayley Ryan" userId="c086f772-cdf3-4f17-9c8e-e27aefd5b456" providerId="ADAL" clId="{6BC916E5-81B9-40E9-BDBE-EE7B299FEA71}" dt="2026-03-03T18:18:26.828" v="27" actId="20577"/>
          <ac:spMkLst>
            <pc:docMk/>
            <pc:sldMk cId="0" sldId="260"/>
            <ac:spMk id="759" creationId="{00000000-0000-0000-0000-000000000000}"/>
          </ac:spMkLst>
        </pc:spChg>
      </pc:sldChg>
      <pc:sldChg chg="modSp mod">
        <pc:chgData name="Kayley Ryan" userId="c086f772-cdf3-4f17-9c8e-e27aefd5b456" providerId="ADAL" clId="{6BC916E5-81B9-40E9-BDBE-EE7B299FEA71}" dt="2026-03-03T18:19:52.878" v="77" actId="20577"/>
        <pc:sldMkLst>
          <pc:docMk/>
          <pc:sldMk cId="0" sldId="261"/>
        </pc:sldMkLst>
        <pc:spChg chg="mod">
          <ac:chgData name="Kayley Ryan" userId="c086f772-cdf3-4f17-9c8e-e27aefd5b456" providerId="ADAL" clId="{6BC916E5-81B9-40E9-BDBE-EE7B299FEA71}" dt="2026-03-03T18:19:52.878" v="77" actId="20577"/>
          <ac:spMkLst>
            <pc:docMk/>
            <pc:sldMk cId="0" sldId="261"/>
            <ac:spMk id="766" creationId="{00000000-0000-0000-0000-000000000000}"/>
          </ac:spMkLst>
        </pc:spChg>
      </pc:sldChg>
      <pc:sldChg chg="modSp mod">
        <pc:chgData name="Kayley Ryan" userId="c086f772-cdf3-4f17-9c8e-e27aefd5b456" providerId="ADAL" clId="{6BC916E5-81B9-40E9-BDBE-EE7B299FEA71}" dt="2026-03-03T18:20:29.841" v="78" actId="6549"/>
        <pc:sldMkLst>
          <pc:docMk/>
          <pc:sldMk cId="0" sldId="262"/>
        </pc:sldMkLst>
        <pc:spChg chg="mod">
          <ac:chgData name="Kayley Ryan" userId="c086f772-cdf3-4f17-9c8e-e27aefd5b456" providerId="ADAL" clId="{6BC916E5-81B9-40E9-BDBE-EE7B299FEA71}" dt="2026-03-03T18:20:29.841" v="78" actId="6549"/>
          <ac:spMkLst>
            <pc:docMk/>
            <pc:sldMk cId="0" sldId="262"/>
            <ac:spMk id="780" creationId="{00000000-0000-0000-0000-000000000000}"/>
          </ac:spMkLst>
        </pc:spChg>
      </pc:sldChg>
      <pc:sldChg chg="modSp mod">
        <pc:chgData name="Kayley Ryan" userId="c086f772-cdf3-4f17-9c8e-e27aefd5b456" providerId="ADAL" clId="{6BC916E5-81B9-40E9-BDBE-EE7B299FEA71}" dt="2026-03-03T18:24:31.264" v="107" actId="6549"/>
        <pc:sldMkLst>
          <pc:docMk/>
          <pc:sldMk cId="0" sldId="263"/>
        </pc:sldMkLst>
        <pc:graphicFrameChg chg="modGraphic">
          <ac:chgData name="Kayley Ryan" userId="c086f772-cdf3-4f17-9c8e-e27aefd5b456" providerId="ADAL" clId="{6BC916E5-81B9-40E9-BDBE-EE7B299FEA71}" dt="2026-03-03T18:24:31.264" v="107" actId="6549"/>
          <ac:graphicFrameMkLst>
            <pc:docMk/>
            <pc:sldMk cId="0" sldId="263"/>
            <ac:graphicFrameMk id="786" creationId="{00000000-0000-0000-0000-000000000000}"/>
          </ac:graphicFrameMkLst>
        </pc:graphicFrameChg>
      </pc:sldChg>
      <pc:sldChg chg="modSp mod">
        <pc:chgData name="Kayley Ryan" userId="c086f772-cdf3-4f17-9c8e-e27aefd5b456" providerId="ADAL" clId="{6BC916E5-81B9-40E9-BDBE-EE7B299FEA71}" dt="2026-03-03T18:22:31.357" v="91" actId="20577"/>
        <pc:sldMkLst>
          <pc:docMk/>
          <pc:sldMk cId="0" sldId="264"/>
        </pc:sldMkLst>
        <pc:spChg chg="mod">
          <ac:chgData name="Kayley Ryan" userId="c086f772-cdf3-4f17-9c8e-e27aefd5b456" providerId="ADAL" clId="{6BC916E5-81B9-40E9-BDBE-EE7B299FEA71}" dt="2026-03-03T18:22:31.357" v="91" actId="20577"/>
          <ac:spMkLst>
            <pc:docMk/>
            <pc:sldMk cId="0" sldId="264"/>
            <ac:spMk id="793" creationId="{00000000-0000-0000-0000-000000000000}"/>
          </ac:spMkLst>
        </pc:spChg>
      </pc:sldChg>
      <pc:sldChg chg="modSp mod">
        <pc:chgData name="Kayley Ryan" userId="c086f772-cdf3-4f17-9c8e-e27aefd5b456" providerId="ADAL" clId="{6BC916E5-81B9-40E9-BDBE-EE7B299FEA71}" dt="2026-03-03T18:22:57.741" v="94" actId="20577"/>
        <pc:sldMkLst>
          <pc:docMk/>
          <pc:sldMk cId="0" sldId="265"/>
        </pc:sldMkLst>
        <pc:spChg chg="mod">
          <ac:chgData name="Kayley Ryan" userId="c086f772-cdf3-4f17-9c8e-e27aefd5b456" providerId="ADAL" clId="{6BC916E5-81B9-40E9-BDBE-EE7B299FEA71}" dt="2026-03-03T18:22:46.935" v="93" actId="207"/>
          <ac:spMkLst>
            <pc:docMk/>
            <pc:sldMk cId="0" sldId="265"/>
            <ac:spMk id="800" creationId="{00000000-0000-0000-0000-000000000000}"/>
          </ac:spMkLst>
        </pc:spChg>
        <pc:spChg chg="mod">
          <ac:chgData name="Kayley Ryan" userId="c086f772-cdf3-4f17-9c8e-e27aefd5b456" providerId="ADAL" clId="{6BC916E5-81B9-40E9-BDBE-EE7B299FEA71}" dt="2026-03-03T18:22:57.741" v="94" actId="20577"/>
          <ac:spMkLst>
            <pc:docMk/>
            <pc:sldMk cId="0" sldId="265"/>
            <ac:spMk id="801" creationId="{00000000-0000-0000-0000-000000000000}"/>
          </ac:spMkLst>
        </pc:spChg>
      </pc:sldChg>
      <pc:sldChg chg="modSp mod">
        <pc:chgData name="Kayley Ryan" userId="c086f772-cdf3-4f17-9c8e-e27aefd5b456" providerId="ADAL" clId="{6BC916E5-81B9-40E9-BDBE-EE7B299FEA71}" dt="2026-03-03T18:24:13.577" v="106" actId="20577"/>
        <pc:sldMkLst>
          <pc:docMk/>
          <pc:sldMk cId="0" sldId="266"/>
        </pc:sldMkLst>
        <pc:spChg chg="mod">
          <ac:chgData name="Kayley Ryan" userId="c086f772-cdf3-4f17-9c8e-e27aefd5b456" providerId="ADAL" clId="{6BC916E5-81B9-40E9-BDBE-EE7B299FEA71}" dt="2026-03-03T18:23:46.107" v="100" actId="20577"/>
          <ac:spMkLst>
            <pc:docMk/>
            <pc:sldMk cId="0" sldId="266"/>
            <ac:spMk id="809" creationId="{00000000-0000-0000-0000-000000000000}"/>
          </ac:spMkLst>
        </pc:spChg>
        <pc:spChg chg="mod">
          <ac:chgData name="Kayley Ryan" userId="c086f772-cdf3-4f17-9c8e-e27aefd5b456" providerId="ADAL" clId="{6BC916E5-81B9-40E9-BDBE-EE7B299FEA71}" dt="2026-03-03T18:24:13.577" v="106" actId="20577"/>
          <ac:spMkLst>
            <pc:docMk/>
            <pc:sldMk cId="0" sldId="266"/>
            <ac:spMk id="811" creationId="{00000000-0000-0000-0000-000000000000}"/>
          </ac:spMkLst>
        </pc:spChg>
      </pc:sldChg>
      <pc:sldChg chg="modSp mod">
        <pc:chgData name="Kayley Ryan" userId="c086f772-cdf3-4f17-9c8e-e27aefd5b456" providerId="ADAL" clId="{6BC916E5-81B9-40E9-BDBE-EE7B299FEA71}" dt="2026-03-03T18:26:27.550" v="171" actId="20577"/>
        <pc:sldMkLst>
          <pc:docMk/>
          <pc:sldMk cId="0" sldId="267"/>
        </pc:sldMkLst>
        <pc:spChg chg="mod">
          <ac:chgData name="Kayley Ryan" userId="c086f772-cdf3-4f17-9c8e-e27aefd5b456" providerId="ADAL" clId="{6BC916E5-81B9-40E9-BDBE-EE7B299FEA71}" dt="2026-03-03T18:25:11.176" v="150" actId="20577"/>
          <ac:spMkLst>
            <pc:docMk/>
            <pc:sldMk cId="0" sldId="267"/>
            <ac:spMk id="822" creationId="{00000000-0000-0000-0000-000000000000}"/>
          </ac:spMkLst>
        </pc:spChg>
        <pc:spChg chg="mod">
          <ac:chgData name="Kayley Ryan" userId="c086f772-cdf3-4f17-9c8e-e27aefd5b456" providerId="ADAL" clId="{6BC916E5-81B9-40E9-BDBE-EE7B299FEA71}" dt="2026-03-03T18:26:27.550" v="171" actId="20577"/>
          <ac:spMkLst>
            <pc:docMk/>
            <pc:sldMk cId="0" sldId="267"/>
            <ac:spMk id="823" creationId="{00000000-0000-0000-0000-000000000000}"/>
          </ac:spMkLst>
        </pc:spChg>
      </pc:sldChg>
      <pc:sldChg chg="modSp mod">
        <pc:chgData name="Kayley Ryan" userId="c086f772-cdf3-4f17-9c8e-e27aefd5b456" providerId="ADAL" clId="{6BC916E5-81B9-40E9-BDBE-EE7B299FEA71}" dt="2026-03-03T18:43:06.302" v="582" actId="20577"/>
        <pc:sldMkLst>
          <pc:docMk/>
          <pc:sldMk cId="0" sldId="268"/>
        </pc:sldMkLst>
        <pc:spChg chg="mod">
          <ac:chgData name="Kayley Ryan" userId="c086f772-cdf3-4f17-9c8e-e27aefd5b456" providerId="ADAL" clId="{6BC916E5-81B9-40E9-BDBE-EE7B299FEA71}" dt="2026-03-03T18:43:06.302" v="582" actId="20577"/>
          <ac:spMkLst>
            <pc:docMk/>
            <pc:sldMk cId="0" sldId="268"/>
            <ac:spMk id="828" creationId="{00000000-0000-0000-0000-000000000000}"/>
          </ac:spMkLst>
        </pc:spChg>
        <pc:spChg chg="mod">
          <ac:chgData name="Kayley Ryan" userId="c086f772-cdf3-4f17-9c8e-e27aefd5b456" providerId="ADAL" clId="{6BC916E5-81B9-40E9-BDBE-EE7B299FEA71}" dt="2026-03-03T18:27:52.927" v="248" actId="20577"/>
          <ac:spMkLst>
            <pc:docMk/>
            <pc:sldMk cId="0" sldId="268"/>
            <ac:spMk id="829" creationId="{00000000-0000-0000-0000-000000000000}"/>
          </ac:spMkLst>
        </pc:spChg>
        <pc:spChg chg="mod">
          <ac:chgData name="Kayley Ryan" userId="c086f772-cdf3-4f17-9c8e-e27aefd5b456" providerId="ADAL" clId="{6BC916E5-81B9-40E9-BDBE-EE7B299FEA71}" dt="2026-03-03T18:27:57.072" v="260" actId="20577"/>
          <ac:spMkLst>
            <pc:docMk/>
            <pc:sldMk cId="0" sldId="268"/>
            <ac:spMk id="830" creationId="{00000000-0000-0000-0000-000000000000}"/>
          </ac:spMkLst>
        </pc:spChg>
        <pc:spChg chg="mod">
          <ac:chgData name="Kayley Ryan" userId="c086f772-cdf3-4f17-9c8e-e27aefd5b456" providerId="ADAL" clId="{6BC916E5-81B9-40E9-BDBE-EE7B299FEA71}" dt="2026-03-03T18:28:16.932" v="299" actId="20577"/>
          <ac:spMkLst>
            <pc:docMk/>
            <pc:sldMk cId="0" sldId="268"/>
            <ac:spMk id="831" creationId="{00000000-0000-0000-0000-000000000000}"/>
          </ac:spMkLst>
        </pc:spChg>
        <pc:spChg chg="mod">
          <ac:chgData name="Kayley Ryan" userId="c086f772-cdf3-4f17-9c8e-e27aefd5b456" providerId="ADAL" clId="{6BC916E5-81B9-40E9-BDBE-EE7B299FEA71}" dt="2026-03-03T18:27:00.565" v="186" actId="6549"/>
          <ac:spMkLst>
            <pc:docMk/>
            <pc:sldMk cId="0" sldId="268"/>
            <ac:spMk id="833" creationId="{00000000-0000-0000-0000-000000000000}"/>
          </ac:spMkLst>
        </pc:spChg>
        <pc:spChg chg="mod">
          <ac:chgData name="Kayley Ryan" userId="c086f772-cdf3-4f17-9c8e-e27aefd5b456" providerId="ADAL" clId="{6BC916E5-81B9-40E9-BDBE-EE7B299FEA71}" dt="2026-03-03T18:28:03.021" v="272" actId="20577"/>
          <ac:spMkLst>
            <pc:docMk/>
            <pc:sldMk cId="0" sldId="268"/>
            <ac:spMk id="834" creationId="{00000000-0000-0000-0000-000000000000}"/>
          </ac:spMkLst>
        </pc:spChg>
        <pc:spChg chg="mod">
          <ac:chgData name="Kayley Ryan" userId="c086f772-cdf3-4f17-9c8e-e27aefd5b456" providerId="ADAL" clId="{6BC916E5-81B9-40E9-BDBE-EE7B299FEA71}" dt="2026-03-03T18:28:24.162" v="317" actId="20577"/>
          <ac:spMkLst>
            <pc:docMk/>
            <pc:sldMk cId="0" sldId="268"/>
            <ac:spMk id="836" creationId="{00000000-0000-0000-0000-000000000000}"/>
          </ac:spMkLst>
        </pc:spChg>
      </pc:sldChg>
      <pc:sldChg chg="modSp mod">
        <pc:chgData name="Kayley Ryan" userId="c086f772-cdf3-4f17-9c8e-e27aefd5b456" providerId="ADAL" clId="{6BC916E5-81B9-40E9-BDBE-EE7B299FEA71}" dt="2026-03-03T18:30:57.731" v="342" actId="20577"/>
        <pc:sldMkLst>
          <pc:docMk/>
          <pc:sldMk cId="0" sldId="270"/>
        </pc:sldMkLst>
        <pc:spChg chg="mod">
          <ac:chgData name="Kayley Ryan" userId="c086f772-cdf3-4f17-9c8e-e27aefd5b456" providerId="ADAL" clId="{6BC916E5-81B9-40E9-BDBE-EE7B299FEA71}" dt="2026-03-03T18:29:26.394" v="321" actId="20577"/>
          <ac:spMkLst>
            <pc:docMk/>
            <pc:sldMk cId="0" sldId="270"/>
            <ac:spMk id="861" creationId="{00000000-0000-0000-0000-000000000000}"/>
          </ac:spMkLst>
        </pc:spChg>
        <pc:spChg chg="mod">
          <ac:chgData name="Kayley Ryan" userId="c086f772-cdf3-4f17-9c8e-e27aefd5b456" providerId="ADAL" clId="{6BC916E5-81B9-40E9-BDBE-EE7B299FEA71}" dt="2026-03-03T18:29:35.335" v="325" actId="20577"/>
          <ac:spMkLst>
            <pc:docMk/>
            <pc:sldMk cId="0" sldId="270"/>
            <ac:spMk id="876" creationId="{00000000-0000-0000-0000-000000000000}"/>
          </ac:spMkLst>
        </pc:spChg>
        <pc:spChg chg="mod">
          <ac:chgData name="Kayley Ryan" userId="c086f772-cdf3-4f17-9c8e-e27aefd5b456" providerId="ADAL" clId="{6BC916E5-81B9-40E9-BDBE-EE7B299FEA71}" dt="2026-03-03T18:29:17.838" v="318" actId="20577"/>
          <ac:spMkLst>
            <pc:docMk/>
            <pc:sldMk cId="0" sldId="270"/>
            <ac:spMk id="877" creationId="{00000000-0000-0000-0000-000000000000}"/>
          </ac:spMkLst>
        </pc:spChg>
        <pc:spChg chg="mod">
          <ac:chgData name="Kayley Ryan" userId="c086f772-cdf3-4f17-9c8e-e27aefd5b456" providerId="ADAL" clId="{6BC916E5-81B9-40E9-BDBE-EE7B299FEA71}" dt="2026-03-03T18:30:14.607" v="326" actId="20577"/>
          <ac:spMkLst>
            <pc:docMk/>
            <pc:sldMk cId="0" sldId="270"/>
            <ac:spMk id="882" creationId="{00000000-0000-0000-0000-000000000000}"/>
          </ac:spMkLst>
        </pc:spChg>
        <pc:spChg chg="mod">
          <ac:chgData name="Kayley Ryan" userId="c086f772-cdf3-4f17-9c8e-e27aefd5b456" providerId="ADAL" clId="{6BC916E5-81B9-40E9-BDBE-EE7B299FEA71}" dt="2026-03-03T18:30:57.731" v="342" actId="20577"/>
          <ac:spMkLst>
            <pc:docMk/>
            <pc:sldMk cId="0" sldId="270"/>
            <ac:spMk id="887" creationId="{00000000-0000-0000-0000-000000000000}"/>
          </ac:spMkLst>
        </pc:spChg>
      </pc:sldChg>
      <pc:sldChg chg="modSp mod">
        <pc:chgData name="Kayley Ryan" userId="c086f772-cdf3-4f17-9c8e-e27aefd5b456" providerId="ADAL" clId="{6BC916E5-81B9-40E9-BDBE-EE7B299FEA71}" dt="2026-03-03T18:31:09.519" v="352" actId="14100"/>
        <pc:sldMkLst>
          <pc:docMk/>
          <pc:sldMk cId="0" sldId="271"/>
        </pc:sldMkLst>
        <pc:spChg chg="mod">
          <ac:chgData name="Kayley Ryan" userId="c086f772-cdf3-4f17-9c8e-e27aefd5b456" providerId="ADAL" clId="{6BC916E5-81B9-40E9-BDBE-EE7B299FEA71}" dt="2026-03-03T18:31:09.519" v="352" actId="14100"/>
          <ac:spMkLst>
            <pc:docMk/>
            <pc:sldMk cId="0" sldId="271"/>
            <ac:spMk id="892" creationId="{00000000-0000-0000-0000-000000000000}"/>
          </ac:spMkLst>
        </pc:spChg>
      </pc:sldChg>
      <pc:sldChg chg="modSp mod">
        <pc:chgData name="Kayley Ryan" userId="c086f772-cdf3-4f17-9c8e-e27aefd5b456" providerId="ADAL" clId="{6BC916E5-81B9-40E9-BDBE-EE7B299FEA71}" dt="2026-03-03T18:31:34.166" v="353" actId="6549"/>
        <pc:sldMkLst>
          <pc:docMk/>
          <pc:sldMk cId="0" sldId="272"/>
        </pc:sldMkLst>
        <pc:spChg chg="mod">
          <ac:chgData name="Kayley Ryan" userId="c086f772-cdf3-4f17-9c8e-e27aefd5b456" providerId="ADAL" clId="{6BC916E5-81B9-40E9-BDBE-EE7B299FEA71}" dt="2026-03-03T18:31:34.166" v="353" actId="6549"/>
          <ac:spMkLst>
            <pc:docMk/>
            <pc:sldMk cId="0" sldId="272"/>
            <ac:spMk id="915" creationId="{00000000-0000-0000-0000-000000000000}"/>
          </ac:spMkLst>
        </pc:spChg>
      </pc:sldChg>
      <pc:sldChg chg="modSp mod">
        <pc:chgData name="Kayley Ryan" userId="c086f772-cdf3-4f17-9c8e-e27aefd5b456" providerId="ADAL" clId="{6BC916E5-81B9-40E9-BDBE-EE7B299FEA71}" dt="2026-03-03T18:32:12.734" v="356" actId="20577"/>
        <pc:sldMkLst>
          <pc:docMk/>
          <pc:sldMk cId="0" sldId="273"/>
        </pc:sldMkLst>
        <pc:graphicFrameChg chg="modGraphic">
          <ac:chgData name="Kayley Ryan" userId="c086f772-cdf3-4f17-9c8e-e27aefd5b456" providerId="ADAL" clId="{6BC916E5-81B9-40E9-BDBE-EE7B299FEA71}" dt="2026-03-03T18:32:12.734" v="356" actId="20577"/>
          <ac:graphicFrameMkLst>
            <pc:docMk/>
            <pc:sldMk cId="0" sldId="273"/>
            <ac:graphicFrameMk id="921" creationId="{00000000-0000-0000-0000-000000000000}"/>
          </ac:graphicFrameMkLst>
        </pc:graphicFrameChg>
      </pc:sldChg>
      <pc:sldChg chg="modSp mod">
        <pc:chgData name="Kayley Ryan" userId="c086f772-cdf3-4f17-9c8e-e27aefd5b456" providerId="ADAL" clId="{6BC916E5-81B9-40E9-BDBE-EE7B299FEA71}" dt="2026-03-03T18:32:39.404" v="363" actId="20577"/>
        <pc:sldMkLst>
          <pc:docMk/>
          <pc:sldMk cId="0" sldId="274"/>
        </pc:sldMkLst>
        <pc:spChg chg="mod">
          <ac:chgData name="Kayley Ryan" userId="c086f772-cdf3-4f17-9c8e-e27aefd5b456" providerId="ADAL" clId="{6BC916E5-81B9-40E9-BDBE-EE7B299FEA71}" dt="2026-03-03T18:32:39.404" v="363" actId="20577"/>
          <ac:spMkLst>
            <pc:docMk/>
            <pc:sldMk cId="0" sldId="274"/>
            <ac:spMk id="928" creationId="{00000000-0000-0000-0000-000000000000}"/>
          </ac:spMkLst>
        </pc:spChg>
      </pc:sldChg>
      <pc:sldChg chg="modSp mod">
        <pc:chgData name="Kayley Ryan" userId="c086f772-cdf3-4f17-9c8e-e27aefd5b456" providerId="ADAL" clId="{6BC916E5-81B9-40E9-BDBE-EE7B299FEA71}" dt="2026-03-03T18:33:01.097" v="373" actId="14100"/>
        <pc:sldMkLst>
          <pc:docMk/>
          <pc:sldMk cId="0" sldId="275"/>
        </pc:sldMkLst>
        <pc:spChg chg="mod">
          <ac:chgData name="Kayley Ryan" userId="c086f772-cdf3-4f17-9c8e-e27aefd5b456" providerId="ADAL" clId="{6BC916E5-81B9-40E9-BDBE-EE7B299FEA71}" dt="2026-03-03T18:33:01.097" v="373" actId="14100"/>
          <ac:spMkLst>
            <pc:docMk/>
            <pc:sldMk cId="0" sldId="275"/>
            <ac:spMk id="937" creationId="{00000000-0000-0000-0000-000000000000}"/>
          </ac:spMkLst>
        </pc:spChg>
        <pc:spChg chg="mod">
          <ac:chgData name="Kayley Ryan" userId="c086f772-cdf3-4f17-9c8e-e27aefd5b456" providerId="ADAL" clId="{6BC916E5-81B9-40E9-BDBE-EE7B299FEA71}" dt="2026-03-03T18:32:51.874" v="367" actId="20577"/>
          <ac:spMkLst>
            <pc:docMk/>
            <pc:sldMk cId="0" sldId="275"/>
            <ac:spMk id="949" creationId="{00000000-0000-0000-0000-000000000000}"/>
          </ac:spMkLst>
        </pc:spChg>
        <pc:spChg chg="mod">
          <ac:chgData name="Kayley Ryan" userId="c086f772-cdf3-4f17-9c8e-e27aefd5b456" providerId="ADAL" clId="{6BC916E5-81B9-40E9-BDBE-EE7B299FEA71}" dt="2026-03-03T18:32:54.696" v="370" actId="20577"/>
          <ac:spMkLst>
            <pc:docMk/>
            <pc:sldMk cId="0" sldId="275"/>
            <ac:spMk id="952" creationId="{00000000-0000-0000-0000-000000000000}"/>
          </ac:spMkLst>
        </pc:spChg>
        <pc:spChg chg="mod">
          <ac:chgData name="Kayley Ryan" userId="c086f772-cdf3-4f17-9c8e-e27aefd5b456" providerId="ADAL" clId="{6BC916E5-81B9-40E9-BDBE-EE7B299FEA71}" dt="2026-03-03T18:32:49.812" v="365" actId="20577"/>
          <ac:spMkLst>
            <pc:docMk/>
            <pc:sldMk cId="0" sldId="275"/>
            <ac:spMk id="955" creationId="{00000000-0000-0000-0000-000000000000}"/>
          </ac:spMkLst>
        </pc:spChg>
        <pc:spChg chg="mod">
          <ac:chgData name="Kayley Ryan" userId="c086f772-cdf3-4f17-9c8e-e27aefd5b456" providerId="ADAL" clId="{6BC916E5-81B9-40E9-BDBE-EE7B299FEA71}" dt="2026-03-03T18:32:48.904" v="364" actId="20577"/>
          <ac:spMkLst>
            <pc:docMk/>
            <pc:sldMk cId="0" sldId="275"/>
            <ac:spMk id="958" creationId="{00000000-0000-0000-0000-000000000000}"/>
          </ac:spMkLst>
        </pc:spChg>
        <pc:cxnChg chg="mod">
          <ac:chgData name="Kayley Ryan" userId="c086f772-cdf3-4f17-9c8e-e27aefd5b456" providerId="ADAL" clId="{6BC916E5-81B9-40E9-BDBE-EE7B299FEA71}" dt="2026-03-03T18:33:01.097" v="373" actId="14100"/>
          <ac:cxnSpMkLst>
            <pc:docMk/>
            <pc:sldMk cId="0" sldId="275"/>
            <ac:cxnSpMk id="947" creationId="{00000000-0000-0000-0000-000000000000}"/>
          </ac:cxnSpMkLst>
        </pc:cxnChg>
      </pc:sldChg>
      <pc:sldChg chg="modSp mod">
        <pc:chgData name="Kayley Ryan" userId="c086f772-cdf3-4f17-9c8e-e27aefd5b456" providerId="ADAL" clId="{6BC916E5-81B9-40E9-BDBE-EE7B299FEA71}" dt="2026-03-03T18:33:27.785" v="389" actId="20577"/>
        <pc:sldMkLst>
          <pc:docMk/>
          <pc:sldMk cId="0" sldId="276"/>
        </pc:sldMkLst>
        <pc:spChg chg="mod">
          <ac:chgData name="Kayley Ryan" userId="c086f772-cdf3-4f17-9c8e-e27aefd5b456" providerId="ADAL" clId="{6BC916E5-81B9-40E9-BDBE-EE7B299FEA71}" dt="2026-03-03T18:33:27.785" v="389" actId="20577"/>
          <ac:spMkLst>
            <pc:docMk/>
            <pc:sldMk cId="0" sldId="276"/>
            <ac:spMk id="965" creationId="{00000000-0000-0000-0000-000000000000}"/>
          </ac:spMkLst>
        </pc:spChg>
      </pc:sldChg>
      <pc:sldChg chg="modSp mod">
        <pc:chgData name="Kayley Ryan" userId="c086f772-cdf3-4f17-9c8e-e27aefd5b456" providerId="ADAL" clId="{6BC916E5-81B9-40E9-BDBE-EE7B299FEA71}" dt="2026-03-03T18:34:14.074" v="403" actId="20577"/>
        <pc:sldMkLst>
          <pc:docMk/>
          <pc:sldMk cId="0" sldId="277"/>
        </pc:sldMkLst>
        <pc:spChg chg="mod">
          <ac:chgData name="Kayley Ryan" userId="c086f772-cdf3-4f17-9c8e-e27aefd5b456" providerId="ADAL" clId="{6BC916E5-81B9-40E9-BDBE-EE7B299FEA71}" dt="2026-03-03T18:33:50.781" v="395" actId="20577"/>
          <ac:spMkLst>
            <pc:docMk/>
            <pc:sldMk cId="0" sldId="277"/>
            <ac:spMk id="973" creationId="{00000000-0000-0000-0000-000000000000}"/>
          </ac:spMkLst>
        </pc:spChg>
        <pc:spChg chg="mod">
          <ac:chgData name="Kayley Ryan" userId="c086f772-cdf3-4f17-9c8e-e27aefd5b456" providerId="ADAL" clId="{6BC916E5-81B9-40E9-BDBE-EE7B299FEA71}" dt="2026-03-03T18:34:14.074" v="403" actId="20577"/>
          <ac:spMkLst>
            <pc:docMk/>
            <pc:sldMk cId="0" sldId="277"/>
            <ac:spMk id="975" creationId="{00000000-0000-0000-0000-000000000000}"/>
          </ac:spMkLst>
        </pc:spChg>
      </pc:sldChg>
      <pc:sldChg chg="modSp mod">
        <pc:chgData name="Kayley Ryan" userId="c086f772-cdf3-4f17-9c8e-e27aefd5b456" providerId="ADAL" clId="{6BC916E5-81B9-40E9-BDBE-EE7B299FEA71}" dt="2026-03-03T18:34:30.102" v="408" actId="20577"/>
        <pc:sldMkLst>
          <pc:docMk/>
          <pc:sldMk cId="0" sldId="278"/>
        </pc:sldMkLst>
        <pc:spChg chg="mod">
          <ac:chgData name="Kayley Ryan" userId="c086f772-cdf3-4f17-9c8e-e27aefd5b456" providerId="ADAL" clId="{6BC916E5-81B9-40E9-BDBE-EE7B299FEA71}" dt="2026-03-03T18:34:30.102" v="408" actId="20577"/>
          <ac:spMkLst>
            <pc:docMk/>
            <pc:sldMk cId="0" sldId="278"/>
            <ac:spMk id="986" creationId="{00000000-0000-0000-0000-000000000000}"/>
          </ac:spMkLst>
        </pc:spChg>
      </pc:sldChg>
      <pc:sldChg chg="modSp mod">
        <pc:chgData name="Kayley Ryan" userId="c086f772-cdf3-4f17-9c8e-e27aefd5b456" providerId="ADAL" clId="{6BC916E5-81B9-40E9-BDBE-EE7B299FEA71}" dt="2026-03-03T18:36:13.652" v="454" actId="14100"/>
        <pc:sldMkLst>
          <pc:docMk/>
          <pc:sldMk cId="0" sldId="279"/>
        </pc:sldMkLst>
        <pc:spChg chg="mod">
          <ac:chgData name="Kayley Ryan" userId="c086f772-cdf3-4f17-9c8e-e27aefd5b456" providerId="ADAL" clId="{6BC916E5-81B9-40E9-BDBE-EE7B299FEA71}" dt="2026-03-03T18:36:13.652" v="454" actId="14100"/>
          <ac:spMkLst>
            <pc:docMk/>
            <pc:sldMk cId="0" sldId="279"/>
            <ac:spMk id="994" creationId="{00000000-0000-0000-0000-000000000000}"/>
          </ac:spMkLst>
        </pc:spChg>
        <pc:spChg chg="mod">
          <ac:chgData name="Kayley Ryan" userId="c086f772-cdf3-4f17-9c8e-e27aefd5b456" providerId="ADAL" clId="{6BC916E5-81B9-40E9-BDBE-EE7B299FEA71}" dt="2026-03-03T18:34:38.396" v="412" actId="20577"/>
          <ac:spMkLst>
            <pc:docMk/>
            <pc:sldMk cId="0" sldId="279"/>
            <ac:spMk id="1006" creationId="{00000000-0000-0000-0000-000000000000}"/>
          </ac:spMkLst>
        </pc:spChg>
        <pc:spChg chg="mod">
          <ac:chgData name="Kayley Ryan" userId="c086f772-cdf3-4f17-9c8e-e27aefd5b456" providerId="ADAL" clId="{6BC916E5-81B9-40E9-BDBE-EE7B299FEA71}" dt="2026-03-03T18:34:40.750" v="415" actId="20577"/>
          <ac:spMkLst>
            <pc:docMk/>
            <pc:sldMk cId="0" sldId="279"/>
            <ac:spMk id="1009" creationId="{00000000-0000-0000-0000-000000000000}"/>
          </ac:spMkLst>
        </pc:spChg>
        <pc:spChg chg="mod">
          <ac:chgData name="Kayley Ryan" userId="c086f772-cdf3-4f17-9c8e-e27aefd5b456" providerId="ADAL" clId="{6BC916E5-81B9-40E9-BDBE-EE7B299FEA71}" dt="2026-03-03T18:34:36.790" v="410" actId="20577"/>
          <ac:spMkLst>
            <pc:docMk/>
            <pc:sldMk cId="0" sldId="279"/>
            <ac:spMk id="1012" creationId="{00000000-0000-0000-0000-000000000000}"/>
          </ac:spMkLst>
        </pc:spChg>
        <pc:spChg chg="mod">
          <ac:chgData name="Kayley Ryan" userId="c086f772-cdf3-4f17-9c8e-e27aefd5b456" providerId="ADAL" clId="{6BC916E5-81B9-40E9-BDBE-EE7B299FEA71}" dt="2026-03-03T18:34:36.071" v="409" actId="20577"/>
          <ac:spMkLst>
            <pc:docMk/>
            <pc:sldMk cId="0" sldId="279"/>
            <ac:spMk id="1015" creationId="{00000000-0000-0000-0000-000000000000}"/>
          </ac:spMkLst>
        </pc:spChg>
        <pc:cxnChg chg="mod">
          <ac:chgData name="Kayley Ryan" userId="c086f772-cdf3-4f17-9c8e-e27aefd5b456" providerId="ADAL" clId="{6BC916E5-81B9-40E9-BDBE-EE7B299FEA71}" dt="2026-03-03T18:36:13.652" v="454" actId="14100"/>
          <ac:cxnSpMkLst>
            <pc:docMk/>
            <pc:sldMk cId="0" sldId="279"/>
            <ac:cxnSpMk id="1004" creationId="{00000000-0000-0000-0000-000000000000}"/>
          </ac:cxnSpMkLst>
        </pc:cxnChg>
      </pc:sldChg>
      <pc:sldChg chg="modSp mod">
        <pc:chgData name="Kayley Ryan" userId="c086f772-cdf3-4f17-9c8e-e27aefd5b456" providerId="ADAL" clId="{6BC916E5-81B9-40E9-BDBE-EE7B299FEA71}" dt="2026-03-03T18:35:01.885" v="423" actId="20577"/>
        <pc:sldMkLst>
          <pc:docMk/>
          <pc:sldMk cId="0" sldId="280"/>
        </pc:sldMkLst>
        <pc:spChg chg="mod">
          <ac:chgData name="Kayley Ryan" userId="c086f772-cdf3-4f17-9c8e-e27aefd5b456" providerId="ADAL" clId="{6BC916E5-81B9-40E9-BDBE-EE7B299FEA71}" dt="2026-03-03T18:35:01.885" v="423" actId="20577"/>
          <ac:spMkLst>
            <pc:docMk/>
            <pc:sldMk cId="0" sldId="280"/>
            <ac:spMk id="1026" creationId="{00000000-0000-0000-0000-000000000000}"/>
          </ac:spMkLst>
        </pc:spChg>
        <pc:spChg chg="mod">
          <ac:chgData name="Kayley Ryan" userId="c086f772-cdf3-4f17-9c8e-e27aefd5b456" providerId="ADAL" clId="{6BC916E5-81B9-40E9-BDBE-EE7B299FEA71}" dt="2026-03-03T18:34:50.846" v="419" actId="20577"/>
          <ac:spMkLst>
            <pc:docMk/>
            <pc:sldMk cId="0" sldId="280"/>
            <ac:spMk id="1028" creationId="{00000000-0000-0000-0000-000000000000}"/>
          </ac:spMkLst>
        </pc:spChg>
      </pc:sldChg>
      <pc:sldChg chg="modSp mod">
        <pc:chgData name="Kayley Ryan" userId="c086f772-cdf3-4f17-9c8e-e27aefd5b456" providerId="ADAL" clId="{6BC916E5-81B9-40E9-BDBE-EE7B299FEA71}" dt="2026-03-03T18:35:23.216" v="436" actId="20577"/>
        <pc:sldMkLst>
          <pc:docMk/>
          <pc:sldMk cId="0" sldId="281"/>
        </pc:sldMkLst>
        <pc:spChg chg="mod">
          <ac:chgData name="Kayley Ryan" userId="c086f772-cdf3-4f17-9c8e-e27aefd5b456" providerId="ADAL" clId="{6BC916E5-81B9-40E9-BDBE-EE7B299FEA71}" dt="2026-03-03T18:35:23.216" v="436" actId="20577"/>
          <ac:spMkLst>
            <pc:docMk/>
            <pc:sldMk cId="0" sldId="281"/>
            <ac:spMk id="1039" creationId="{00000000-0000-0000-0000-000000000000}"/>
          </ac:spMkLst>
        </pc:spChg>
        <pc:spChg chg="mod">
          <ac:chgData name="Kayley Ryan" userId="c086f772-cdf3-4f17-9c8e-e27aefd5b456" providerId="ADAL" clId="{6BC916E5-81B9-40E9-BDBE-EE7B299FEA71}" dt="2026-03-03T18:35:10.953" v="425" actId="20577"/>
          <ac:spMkLst>
            <pc:docMk/>
            <pc:sldMk cId="0" sldId="281"/>
            <ac:spMk id="1041" creationId="{00000000-0000-0000-0000-000000000000}"/>
          </ac:spMkLst>
        </pc:spChg>
      </pc:sldChg>
      <pc:sldChg chg="modSp mod">
        <pc:chgData name="Kayley Ryan" userId="c086f772-cdf3-4f17-9c8e-e27aefd5b456" providerId="ADAL" clId="{6BC916E5-81B9-40E9-BDBE-EE7B299FEA71}" dt="2026-03-03T18:35:40.134" v="443" actId="20577"/>
        <pc:sldMkLst>
          <pc:docMk/>
          <pc:sldMk cId="0" sldId="282"/>
        </pc:sldMkLst>
        <pc:spChg chg="mod">
          <ac:chgData name="Kayley Ryan" userId="c086f772-cdf3-4f17-9c8e-e27aefd5b456" providerId="ADAL" clId="{6BC916E5-81B9-40E9-BDBE-EE7B299FEA71}" dt="2026-03-03T18:35:40.134" v="443" actId="20577"/>
          <ac:spMkLst>
            <pc:docMk/>
            <pc:sldMk cId="0" sldId="282"/>
            <ac:spMk id="1052" creationId="{00000000-0000-0000-0000-000000000000}"/>
          </ac:spMkLst>
        </pc:spChg>
        <pc:spChg chg="mod">
          <ac:chgData name="Kayley Ryan" userId="c086f772-cdf3-4f17-9c8e-e27aefd5b456" providerId="ADAL" clId="{6BC916E5-81B9-40E9-BDBE-EE7B299FEA71}" dt="2026-03-03T18:35:34.134" v="438" actId="20577"/>
          <ac:spMkLst>
            <pc:docMk/>
            <pc:sldMk cId="0" sldId="282"/>
            <ac:spMk id="1053" creationId="{00000000-0000-0000-0000-000000000000}"/>
          </ac:spMkLst>
        </pc:spChg>
      </pc:sldChg>
      <pc:sldChg chg="modSp mod">
        <pc:chgData name="Kayley Ryan" userId="c086f772-cdf3-4f17-9c8e-e27aefd5b456" providerId="ADAL" clId="{6BC916E5-81B9-40E9-BDBE-EE7B299FEA71}" dt="2026-03-03T18:36:09.415" v="453" actId="14100"/>
        <pc:sldMkLst>
          <pc:docMk/>
          <pc:sldMk cId="0" sldId="284"/>
        </pc:sldMkLst>
        <pc:spChg chg="mod">
          <ac:chgData name="Kayley Ryan" userId="c086f772-cdf3-4f17-9c8e-e27aefd5b456" providerId="ADAL" clId="{6BC916E5-81B9-40E9-BDBE-EE7B299FEA71}" dt="2026-03-03T18:36:09.415" v="453" actId="14100"/>
          <ac:spMkLst>
            <pc:docMk/>
            <pc:sldMk cId="0" sldId="284"/>
            <ac:spMk id="1070" creationId="{00000000-0000-0000-0000-000000000000}"/>
          </ac:spMkLst>
        </pc:spChg>
        <pc:spChg chg="mod">
          <ac:chgData name="Kayley Ryan" userId="c086f772-cdf3-4f17-9c8e-e27aefd5b456" providerId="ADAL" clId="{6BC916E5-81B9-40E9-BDBE-EE7B299FEA71}" dt="2026-03-03T18:35:56.507" v="448" actId="20577"/>
          <ac:spMkLst>
            <pc:docMk/>
            <pc:sldMk cId="0" sldId="284"/>
            <ac:spMk id="1082" creationId="{00000000-0000-0000-0000-000000000000}"/>
          </ac:spMkLst>
        </pc:spChg>
        <pc:spChg chg="mod">
          <ac:chgData name="Kayley Ryan" userId="c086f772-cdf3-4f17-9c8e-e27aefd5b456" providerId="ADAL" clId="{6BC916E5-81B9-40E9-BDBE-EE7B299FEA71}" dt="2026-03-03T18:35:58.645" v="450" actId="20577"/>
          <ac:spMkLst>
            <pc:docMk/>
            <pc:sldMk cId="0" sldId="284"/>
            <ac:spMk id="1085" creationId="{00000000-0000-0000-0000-000000000000}"/>
          </ac:spMkLst>
        </pc:spChg>
        <pc:spChg chg="mod">
          <ac:chgData name="Kayley Ryan" userId="c086f772-cdf3-4f17-9c8e-e27aefd5b456" providerId="ADAL" clId="{6BC916E5-81B9-40E9-BDBE-EE7B299FEA71}" dt="2026-03-03T18:35:53.807" v="445" actId="20577"/>
          <ac:spMkLst>
            <pc:docMk/>
            <pc:sldMk cId="0" sldId="284"/>
            <ac:spMk id="1088" creationId="{00000000-0000-0000-0000-000000000000}"/>
          </ac:spMkLst>
        </pc:spChg>
        <pc:spChg chg="mod">
          <ac:chgData name="Kayley Ryan" userId="c086f772-cdf3-4f17-9c8e-e27aefd5b456" providerId="ADAL" clId="{6BC916E5-81B9-40E9-BDBE-EE7B299FEA71}" dt="2026-03-03T18:35:53.027" v="444" actId="20577"/>
          <ac:spMkLst>
            <pc:docMk/>
            <pc:sldMk cId="0" sldId="284"/>
            <ac:spMk id="1091" creationId="{00000000-0000-0000-0000-000000000000}"/>
          </ac:spMkLst>
        </pc:spChg>
        <pc:cxnChg chg="mod">
          <ac:chgData name="Kayley Ryan" userId="c086f772-cdf3-4f17-9c8e-e27aefd5b456" providerId="ADAL" clId="{6BC916E5-81B9-40E9-BDBE-EE7B299FEA71}" dt="2026-03-03T18:36:09.415" v="453" actId="14100"/>
          <ac:cxnSpMkLst>
            <pc:docMk/>
            <pc:sldMk cId="0" sldId="284"/>
            <ac:cxnSpMk id="1080" creationId="{00000000-0000-0000-0000-000000000000}"/>
          </ac:cxnSpMkLst>
        </pc:cxnChg>
      </pc:sldChg>
      <pc:sldChg chg="modSp mod">
        <pc:chgData name="Kayley Ryan" userId="c086f772-cdf3-4f17-9c8e-e27aefd5b456" providerId="ADAL" clId="{6BC916E5-81B9-40E9-BDBE-EE7B299FEA71}" dt="2026-03-03T18:36:37.267" v="458" actId="1076"/>
        <pc:sldMkLst>
          <pc:docMk/>
          <pc:sldMk cId="0" sldId="285"/>
        </pc:sldMkLst>
        <pc:spChg chg="mod">
          <ac:chgData name="Kayley Ryan" userId="c086f772-cdf3-4f17-9c8e-e27aefd5b456" providerId="ADAL" clId="{6BC916E5-81B9-40E9-BDBE-EE7B299FEA71}" dt="2026-03-03T18:36:37.267" v="458" actId="1076"/>
          <ac:spMkLst>
            <pc:docMk/>
            <pc:sldMk cId="0" sldId="285"/>
            <ac:spMk id="1099" creationId="{00000000-0000-0000-0000-000000000000}"/>
          </ac:spMkLst>
        </pc:spChg>
        <pc:picChg chg="mod">
          <ac:chgData name="Kayley Ryan" userId="c086f772-cdf3-4f17-9c8e-e27aefd5b456" providerId="ADAL" clId="{6BC916E5-81B9-40E9-BDBE-EE7B299FEA71}" dt="2026-03-03T18:36:31.230" v="456" actId="1076"/>
          <ac:picMkLst>
            <pc:docMk/>
            <pc:sldMk cId="0" sldId="285"/>
            <ac:picMk id="1098" creationId="{00000000-0000-0000-0000-000000000000}"/>
          </ac:picMkLst>
        </pc:picChg>
      </pc:sldChg>
      <pc:sldChg chg="modSp mod">
        <pc:chgData name="Kayley Ryan" userId="c086f772-cdf3-4f17-9c8e-e27aefd5b456" providerId="ADAL" clId="{6BC916E5-81B9-40E9-BDBE-EE7B299FEA71}" dt="2026-03-03T18:37:38.805" v="465" actId="20577"/>
        <pc:sldMkLst>
          <pc:docMk/>
          <pc:sldMk cId="0" sldId="286"/>
        </pc:sldMkLst>
        <pc:graphicFrameChg chg="modGraphic">
          <ac:chgData name="Kayley Ryan" userId="c086f772-cdf3-4f17-9c8e-e27aefd5b456" providerId="ADAL" clId="{6BC916E5-81B9-40E9-BDBE-EE7B299FEA71}" dt="2026-03-03T18:37:38.805" v="465" actId="20577"/>
          <ac:graphicFrameMkLst>
            <pc:docMk/>
            <pc:sldMk cId="0" sldId="286"/>
            <ac:graphicFrameMk id="1105" creationId="{00000000-0000-0000-0000-000000000000}"/>
          </ac:graphicFrameMkLst>
        </pc:graphicFrameChg>
      </pc:sldChg>
      <pc:sldChg chg="modSp mod">
        <pc:chgData name="Kayley Ryan" userId="c086f772-cdf3-4f17-9c8e-e27aefd5b456" providerId="ADAL" clId="{6BC916E5-81B9-40E9-BDBE-EE7B299FEA71}" dt="2026-03-03T18:37:51.487" v="467" actId="20577"/>
        <pc:sldMkLst>
          <pc:docMk/>
          <pc:sldMk cId="0" sldId="287"/>
        </pc:sldMkLst>
        <pc:graphicFrameChg chg="modGraphic">
          <ac:chgData name="Kayley Ryan" userId="c086f772-cdf3-4f17-9c8e-e27aefd5b456" providerId="ADAL" clId="{6BC916E5-81B9-40E9-BDBE-EE7B299FEA71}" dt="2026-03-03T18:37:51.487" v="467" actId="20577"/>
          <ac:graphicFrameMkLst>
            <pc:docMk/>
            <pc:sldMk cId="0" sldId="287"/>
            <ac:graphicFrameMk id="1111" creationId="{00000000-0000-0000-0000-000000000000}"/>
          </ac:graphicFrameMkLst>
        </pc:graphicFrameChg>
      </pc:sldChg>
      <pc:sldChg chg="modSp mod">
        <pc:chgData name="Kayley Ryan" userId="c086f772-cdf3-4f17-9c8e-e27aefd5b456" providerId="ADAL" clId="{6BC916E5-81B9-40E9-BDBE-EE7B299FEA71}" dt="2026-03-03T18:39:06.918" v="473"/>
        <pc:sldMkLst>
          <pc:docMk/>
          <pc:sldMk cId="0" sldId="288"/>
        </pc:sldMkLst>
        <pc:spChg chg="mod">
          <ac:chgData name="Kayley Ryan" userId="c086f772-cdf3-4f17-9c8e-e27aefd5b456" providerId="ADAL" clId="{6BC916E5-81B9-40E9-BDBE-EE7B299FEA71}" dt="2026-03-03T18:39:06.918" v="473"/>
          <ac:spMkLst>
            <pc:docMk/>
            <pc:sldMk cId="0" sldId="288"/>
            <ac:spMk id="1117" creationId="{00000000-0000-0000-0000-000000000000}"/>
          </ac:spMkLst>
        </pc:spChg>
      </pc:sldChg>
      <pc:sldChg chg="modSp mod">
        <pc:chgData name="Kayley Ryan" userId="c086f772-cdf3-4f17-9c8e-e27aefd5b456" providerId="ADAL" clId="{6BC916E5-81B9-40E9-BDBE-EE7B299FEA71}" dt="2026-03-03T18:39:58.333" v="481" actId="20577"/>
        <pc:sldMkLst>
          <pc:docMk/>
          <pc:sldMk cId="0" sldId="289"/>
        </pc:sldMkLst>
        <pc:spChg chg="mod">
          <ac:chgData name="Kayley Ryan" userId="c086f772-cdf3-4f17-9c8e-e27aefd5b456" providerId="ADAL" clId="{6BC916E5-81B9-40E9-BDBE-EE7B299FEA71}" dt="2026-03-03T18:39:58.333" v="481" actId="20577"/>
          <ac:spMkLst>
            <pc:docMk/>
            <pc:sldMk cId="0" sldId="289"/>
            <ac:spMk id="1123" creationId="{00000000-0000-0000-0000-000000000000}"/>
          </ac:spMkLst>
        </pc:spChg>
      </pc:sldChg>
      <pc:sldChg chg="modSp mod">
        <pc:chgData name="Kayley Ryan" userId="c086f772-cdf3-4f17-9c8e-e27aefd5b456" providerId="ADAL" clId="{6BC916E5-81B9-40E9-BDBE-EE7B299FEA71}" dt="2026-03-03T18:40:20.752" v="483"/>
        <pc:sldMkLst>
          <pc:docMk/>
          <pc:sldMk cId="0" sldId="290"/>
        </pc:sldMkLst>
        <pc:spChg chg="mod">
          <ac:chgData name="Kayley Ryan" userId="c086f772-cdf3-4f17-9c8e-e27aefd5b456" providerId="ADAL" clId="{6BC916E5-81B9-40E9-BDBE-EE7B299FEA71}" dt="2026-03-03T18:40:05.753" v="482" actId="20577"/>
          <ac:spMkLst>
            <pc:docMk/>
            <pc:sldMk cId="0" sldId="290"/>
            <ac:spMk id="1128" creationId="{00000000-0000-0000-0000-000000000000}"/>
          </ac:spMkLst>
        </pc:spChg>
        <pc:spChg chg="mod">
          <ac:chgData name="Kayley Ryan" userId="c086f772-cdf3-4f17-9c8e-e27aefd5b456" providerId="ADAL" clId="{6BC916E5-81B9-40E9-BDBE-EE7B299FEA71}" dt="2026-03-03T18:40:20.752" v="483"/>
          <ac:spMkLst>
            <pc:docMk/>
            <pc:sldMk cId="0" sldId="290"/>
            <ac:spMk id="1132" creationId="{00000000-0000-0000-0000-000000000000}"/>
          </ac:spMkLst>
        </pc:spChg>
      </pc:sldChg>
      <pc:sldChg chg="modSp mod">
        <pc:chgData name="Kayley Ryan" userId="c086f772-cdf3-4f17-9c8e-e27aefd5b456" providerId="ADAL" clId="{6BC916E5-81B9-40E9-BDBE-EE7B299FEA71}" dt="2026-03-03T18:41:01.782" v="518" actId="6549"/>
        <pc:sldMkLst>
          <pc:docMk/>
          <pc:sldMk cId="0" sldId="291"/>
        </pc:sldMkLst>
        <pc:spChg chg="mod">
          <ac:chgData name="Kayley Ryan" userId="c086f772-cdf3-4f17-9c8e-e27aefd5b456" providerId="ADAL" clId="{6BC916E5-81B9-40E9-BDBE-EE7B299FEA71}" dt="2026-03-03T18:40:35.772" v="486" actId="20577"/>
          <ac:spMkLst>
            <pc:docMk/>
            <pc:sldMk cId="0" sldId="291"/>
            <ac:spMk id="1141" creationId="{00000000-0000-0000-0000-000000000000}"/>
          </ac:spMkLst>
        </pc:spChg>
        <pc:spChg chg="mod">
          <ac:chgData name="Kayley Ryan" userId="c086f772-cdf3-4f17-9c8e-e27aefd5b456" providerId="ADAL" clId="{6BC916E5-81B9-40E9-BDBE-EE7B299FEA71}" dt="2026-03-03T18:41:01.782" v="518" actId="6549"/>
          <ac:spMkLst>
            <pc:docMk/>
            <pc:sldMk cId="0" sldId="291"/>
            <ac:spMk id="1142" creationId="{00000000-0000-0000-0000-000000000000}"/>
          </ac:spMkLst>
        </pc:spChg>
      </pc:sldChg>
      <pc:sldChg chg="modSp mod">
        <pc:chgData name="Kayley Ryan" userId="c086f772-cdf3-4f17-9c8e-e27aefd5b456" providerId="ADAL" clId="{6BC916E5-81B9-40E9-BDBE-EE7B299FEA71}" dt="2026-03-03T18:41:23.580" v="535" actId="14100"/>
        <pc:sldMkLst>
          <pc:docMk/>
          <pc:sldMk cId="0" sldId="292"/>
        </pc:sldMkLst>
        <pc:spChg chg="mod">
          <ac:chgData name="Kayley Ryan" userId="c086f772-cdf3-4f17-9c8e-e27aefd5b456" providerId="ADAL" clId="{6BC916E5-81B9-40E9-BDBE-EE7B299FEA71}" dt="2026-03-03T18:41:23.580" v="535" actId="14100"/>
          <ac:spMkLst>
            <pc:docMk/>
            <pc:sldMk cId="0" sldId="292"/>
            <ac:spMk id="1148" creationId="{00000000-0000-0000-0000-000000000000}"/>
          </ac:spMkLst>
        </pc:spChg>
      </pc:sldChg>
      <pc:sldChg chg="modSp mod">
        <pc:chgData name="Kayley Ryan" userId="c086f772-cdf3-4f17-9c8e-e27aefd5b456" providerId="ADAL" clId="{6BC916E5-81B9-40E9-BDBE-EE7B299FEA71}" dt="2026-03-03T18:43:42.511" v="601" actId="20577"/>
        <pc:sldMkLst>
          <pc:docMk/>
          <pc:sldMk cId="0" sldId="294"/>
        </pc:sldMkLst>
        <pc:spChg chg="mod">
          <ac:chgData name="Kayley Ryan" userId="c086f772-cdf3-4f17-9c8e-e27aefd5b456" providerId="ADAL" clId="{6BC916E5-81B9-40E9-BDBE-EE7B299FEA71}" dt="2026-03-03T18:42:46.076" v="578" actId="20577"/>
          <ac:spMkLst>
            <pc:docMk/>
            <pc:sldMk cId="0" sldId="294"/>
            <ac:spMk id="1159" creationId="{00000000-0000-0000-0000-000000000000}"/>
          </ac:spMkLst>
        </pc:spChg>
        <pc:spChg chg="mod">
          <ac:chgData name="Kayley Ryan" userId="c086f772-cdf3-4f17-9c8e-e27aefd5b456" providerId="ADAL" clId="{6BC916E5-81B9-40E9-BDBE-EE7B299FEA71}" dt="2026-03-03T18:43:23.925" v="584" actId="20577"/>
          <ac:spMkLst>
            <pc:docMk/>
            <pc:sldMk cId="0" sldId="294"/>
            <ac:spMk id="1160" creationId="{00000000-0000-0000-0000-000000000000}"/>
          </ac:spMkLst>
        </pc:spChg>
        <pc:spChg chg="mod">
          <ac:chgData name="Kayley Ryan" userId="c086f772-cdf3-4f17-9c8e-e27aefd5b456" providerId="ADAL" clId="{6BC916E5-81B9-40E9-BDBE-EE7B299FEA71}" dt="2026-03-03T18:41:48.825" v="551"/>
          <ac:spMkLst>
            <pc:docMk/>
            <pc:sldMk cId="0" sldId="294"/>
            <ac:spMk id="1161" creationId="{00000000-0000-0000-0000-000000000000}"/>
          </ac:spMkLst>
        </pc:spChg>
        <pc:spChg chg="mod">
          <ac:chgData name="Kayley Ryan" userId="c086f772-cdf3-4f17-9c8e-e27aefd5b456" providerId="ADAL" clId="{6BC916E5-81B9-40E9-BDBE-EE7B299FEA71}" dt="2026-03-03T18:43:42.511" v="601" actId="20577"/>
          <ac:spMkLst>
            <pc:docMk/>
            <pc:sldMk cId="0" sldId="294"/>
            <ac:spMk id="1162" creationId="{00000000-0000-0000-0000-000000000000}"/>
          </ac:spMkLst>
        </pc:spChg>
        <pc:spChg chg="mod">
          <ac:chgData name="Kayley Ryan" userId="c086f772-cdf3-4f17-9c8e-e27aefd5b456" providerId="ADAL" clId="{6BC916E5-81B9-40E9-BDBE-EE7B299FEA71}" dt="2026-03-03T18:41:50.186" v="552"/>
          <ac:spMkLst>
            <pc:docMk/>
            <pc:sldMk cId="0" sldId="294"/>
            <ac:spMk id="1165" creationId="{00000000-0000-0000-0000-000000000000}"/>
          </ac:spMkLst>
        </pc:spChg>
        <pc:spChg chg="mod">
          <ac:chgData name="Kayley Ryan" userId="c086f772-cdf3-4f17-9c8e-e27aefd5b456" providerId="ADAL" clId="{6BC916E5-81B9-40E9-BDBE-EE7B299FEA71}" dt="2026-03-03T18:43:36.293" v="600" actId="20577"/>
          <ac:spMkLst>
            <pc:docMk/>
            <pc:sldMk cId="0" sldId="294"/>
            <ac:spMk id="1167" creationId="{00000000-0000-0000-0000-000000000000}"/>
          </ac:spMkLst>
        </pc:spChg>
      </pc:sldChg>
      <pc:sldChg chg="modSp mod">
        <pc:chgData name="Kayley Ryan" userId="c086f772-cdf3-4f17-9c8e-e27aefd5b456" providerId="ADAL" clId="{6BC916E5-81B9-40E9-BDBE-EE7B299FEA71}" dt="2026-03-03T18:51:15.753" v="657" actId="20577"/>
        <pc:sldMkLst>
          <pc:docMk/>
          <pc:sldMk cId="0" sldId="295"/>
        </pc:sldMkLst>
        <pc:spChg chg="mod">
          <ac:chgData name="Kayley Ryan" userId="c086f772-cdf3-4f17-9c8e-e27aefd5b456" providerId="ADAL" clId="{6BC916E5-81B9-40E9-BDBE-EE7B299FEA71}" dt="2026-03-03T18:51:15.753" v="657" actId="20577"/>
          <ac:spMkLst>
            <pc:docMk/>
            <pc:sldMk cId="0" sldId="295"/>
            <ac:spMk id="1175" creationId="{00000000-0000-0000-0000-000000000000}"/>
          </ac:spMkLst>
        </pc:spChg>
      </pc:sldChg>
      <pc:sldChg chg="modSp mod">
        <pc:chgData name="Kayley Ryan" userId="c086f772-cdf3-4f17-9c8e-e27aefd5b456" providerId="ADAL" clId="{6BC916E5-81B9-40E9-BDBE-EE7B299FEA71}" dt="2026-03-03T18:44:43.082" v="611" actId="6549"/>
        <pc:sldMkLst>
          <pc:docMk/>
          <pc:sldMk cId="0" sldId="298"/>
        </pc:sldMkLst>
        <pc:spChg chg="mod">
          <ac:chgData name="Kayley Ryan" userId="c086f772-cdf3-4f17-9c8e-e27aefd5b456" providerId="ADAL" clId="{6BC916E5-81B9-40E9-BDBE-EE7B299FEA71}" dt="2026-03-03T18:44:43.082" v="611" actId="6549"/>
          <ac:spMkLst>
            <pc:docMk/>
            <pc:sldMk cId="0" sldId="298"/>
            <ac:spMk id="1195" creationId="{00000000-0000-0000-0000-000000000000}"/>
          </ac:spMkLst>
        </pc:spChg>
      </pc:sldChg>
      <pc:sldChg chg="modSp mod">
        <pc:chgData name="Kayley Ryan" userId="c086f772-cdf3-4f17-9c8e-e27aefd5b456" providerId="ADAL" clId="{6BC916E5-81B9-40E9-BDBE-EE7B299FEA71}" dt="2026-03-03T18:45:49.942" v="614" actId="20577"/>
        <pc:sldMkLst>
          <pc:docMk/>
          <pc:sldMk cId="0" sldId="300"/>
        </pc:sldMkLst>
        <pc:graphicFrameChg chg="modGraphic">
          <ac:chgData name="Kayley Ryan" userId="c086f772-cdf3-4f17-9c8e-e27aefd5b456" providerId="ADAL" clId="{6BC916E5-81B9-40E9-BDBE-EE7B299FEA71}" dt="2026-03-03T18:45:49.942" v="614" actId="20577"/>
          <ac:graphicFrameMkLst>
            <pc:docMk/>
            <pc:sldMk cId="0" sldId="300"/>
            <ac:graphicFrameMk id="1223" creationId="{00000000-0000-0000-0000-000000000000}"/>
          </ac:graphicFrameMkLst>
        </pc:graphicFrameChg>
      </pc:sldChg>
      <pc:sldChg chg="modSp mod">
        <pc:chgData name="Kayley Ryan" userId="c086f772-cdf3-4f17-9c8e-e27aefd5b456" providerId="ADAL" clId="{6BC916E5-81B9-40E9-BDBE-EE7B299FEA71}" dt="2026-03-03T18:46:59.098" v="619" actId="20577"/>
        <pc:sldMkLst>
          <pc:docMk/>
          <pc:sldMk cId="0" sldId="301"/>
        </pc:sldMkLst>
        <pc:graphicFrameChg chg="modGraphic">
          <ac:chgData name="Kayley Ryan" userId="c086f772-cdf3-4f17-9c8e-e27aefd5b456" providerId="ADAL" clId="{6BC916E5-81B9-40E9-BDBE-EE7B299FEA71}" dt="2026-03-03T18:46:59.098" v="619" actId="20577"/>
          <ac:graphicFrameMkLst>
            <pc:docMk/>
            <pc:sldMk cId="0" sldId="301"/>
            <ac:graphicFrameMk id="1229" creationId="{00000000-0000-0000-0000-000000000000}"/>
          </ac:graphicFrameMkLst>
        </pc:graphicFrameChg>
      </pc:sldChg>
      <pc:sldChg chg="modSp mod">
        <pc:chgData name="Kayley Ryan" userId="c086f772-cdf3-4f17-9c8e-e27aefd5b456" providerId="ADAL" clId="{6BC916E5-81B9-40E9-BDBE-EE7B299FEA71}" dt="2026-03-03T18:49:56.558" v="655" actId="20577"/>
        <pc:sldMkLst>
          <pc:docMk/>
          <pc:sldMk cId="0" sldId="302"/>
        </pc:sldMkLst>
        <pc:graphicFrameChg chg="modGraphic">
          <ac:chgData name="Kayley Ryan" userId="c086f772-cdf3-4f17-9c8e-e27aefd5b456" providerId="ADAL" clId="{6BC916E5-81B9-40E9-BDBE-EE7B299FEA71}" dt="2026-03-03T18:49:56.558" v="655" actId="20577"/>
          <ac:graphicFrameMkLst>
            <pc:docMk/>
            <pc:sldMk cId="0" sldId="302"/>
            <ac:graphicFrameMk id="123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artner.com/document-reader/document/6825134?ref=hp-wylo"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1:notes"/>
          <p:cNvSpPr txBox="1">
            <a:spLocks noGrp="1"/>
          </p:cNvSpPr>
          <p:nvPr>
            <p:ph type="body" idx="1"/>
          </p:nvPr>
        </p:nvSpPr>
        <p:spPr>
          <a:xfrm>
            <a:off x="243451" y="3103555"/>
            <a:ext cx="6284700" cy="5641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
        <p:nvSpPr>
          <p:cNvPr id="732" name="Google Shape;732;p1:notes"/>
          <p:cNvSpPr/>
          <p:nvPr/>
        </p:nvSpPr>
        <p:spPr>
          <a:xfrm>
            <a:off x="3808617" y="648877"/>
            <a:ext cx="2582100" cy="416400"/>
          </a:xfrm>
          <a:prstGeom prst="rect">
            <a:avLst/>
          </a:prstGeom>
          <a:noFill/>
          <a:ln>
            <a:noFill/>
          </a:ln>
        </p:spPr>
        <p:txBody>
          <a:bodyPr spcFirstLastPara="1" wrap="square" lIns="64200" tIns="25050" rIns="64200" bIns="2505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Presenter's Name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Presenter's Name</a:t>
            </a:r>
            <a:endParaRPr sz="1400" b="0" i="0" u="none" strike="noStrike" cap="none" dirty="0">
              <a:solidFill>
                <a:srgbClr val="000000"/>
              </a:solidFill>
              <a:latin typeface="Arial"/>
              <a:ea typeface="Arial"/>
              <a:cs typeface="Arial"/>
              <a:sym typeface="Arial"/>
            </a:endParaRPr>
          </a:p>
        </p:txBody>
      </p:sp>
      <p:sp>
        <p:nvSpPr>
          <p:cNvPr id="733" name="Google Shape;733;p1:notes"/>
          <p:cNvSpPr>
            <a:spLocks noGrp="1" noRot="1" noChangeAspect="1"/>
          </p:cNvSpPr>
          <p:nvPr>
            <p:ph type="sldImg" idx="2"/>
          </p:nvPr>
        </p:nvSpPr>
        <p:spPr>
          <a:xfrm>
            <a:off x="1031875" y="712788"/>
            <a:ext cx="4794250" cy="2697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2: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3: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r>
              <a:rPr lang="en">
                <a:solidFill>
                  <a:srgbClr val="6F7878"/>
                </a:solidFill>
              </a:rPr>
              <a:t>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p4: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6: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p6: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7:notes"/>
          <p:cNvSpPr>
            <a:spLocks noGrp="1" noRot="1" noChangeAspect="1"/>
          </p:cNvSpPr>
          <p:nvPr>
            <p:ph type="sldImg" idx="2"/>
          </p:nvPr>
        </p:nvSpPr>
        <p:spPr>
          <a:xfrm>
            <a:off x="1031875" y="712788"/>
            <a:ext cx="4794250" cy="26971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p7:notes"/>
          <p:cNvSpPr txBox="1">
            <a:spLocks noGrp="1"/>
          </p:cNvSpPr>
          <p:nvPr>
            <p:ph type="body" idx="1"/>
          </p:nvPr>
        </p:nvSpPr>
        <p:spPr>
          <a:xfrm>
            <a:off x="242371" y="3592535"/>
            <a:ext cx="6373258" cy="523481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775" name="Google Shape;77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3" name="Google Shape;78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101600" algn="l" rtl="0">
              <a:lnSpc>
                <a:spcPct val="100000"/>
              </a:lnSpc>
              <a:spcBef>
                <a:spcPts val="0"/>
              </a:spcBef>
              <a:spcAft>
                <a:spcPts val="0"/>
              </a:spcAft>
              <a:buSzPts val="1100"/>
              <a:buFont typeface="Arial"/>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p8: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1800"/>
              </a:spcBef>
              <a:spcAft>
                <a:spcPts val="0"/>
              </a:spcAft>
              <a:buSzPts val="1100"/>
              <a:buNone/>
            </a:pPr>
            <a:r>
              <a:rPr lang="en">
                <a:solidFill>
                  <a:srgbClr val="2F3940"/>
                </a:solidFill>
              </a:rPr>
              <a:t>This slide illustrates the growing complexity of recruitment capabilities along the agentic AI spectrum, progressing from low to high agency utility. The spectrum of AI agent capabilities is defined by the degree of “agency” they have:</a:t>
            </a:r>
            <a:endParaRPr dirty="0">
              <a:solidFill>
                <a:srgbClr val="2F3940"/>
              </a:solidFill>
            </a:endParaRPr>
          </a:p>
          <a:p>
            <a:pPr marL="457200" lvl="0" indent="-298450" algn="l" rtl="0">
              <a:lnSpc>
                <a:spcPct val="115000"/>
              </a:lnSpc>
              <a:spcBef>
                <a:spcPts val="0"/>
              </a:spcBef>
              <a:spcAft>
                <a:spcPts val="0"/>
              </a:spcAft>
              <a:buClr>
                <a:srgbClr val="2F3940"/>
              </a:buClr>
              <a:buSzPts val="1100"/>
              <a:buChar char="●"/>
            </a:pPr>
            <a:r>
              <a:rPr lang="en">
                <a:solidFill>
                  <a:srgbClr val="2F3940"/>
                </a:solidFill>
              </a:rPr>
              <a:t>Low agency systems (minimal and emerging) are able to perform specific tasks under narrowly defined conditions. Tasks tend to be simple, and AI agents execute them primarily under human supervision.</a:t>
            </a:r>
            <a:endParaRPr dirty="0">
              <a:solidFill>
                <a:srgbClr val="2F3940"/>
              </a:solidFill>
            </a:endParaRPr>
          </a:p>
          <a:p>
            <a:pPr marL="457200" lvl="0" indent="-298450" algn="l" rtl="0">
              <a:lnSpc>
                <a:spcPct val="115000"/>
              </a:lnSpc>
              <a:spcBef>
                <a:spcPts val="0"/>
              </a:spcBef>
              <a:spcAft>
                <a:spcPts val="0"/>
              </a:spcAft>
              <a:buClr>
                <a:srgbClr val="2F3940"/>
              </a:buClr>
              <a:buSzPts val="1100"/>
              <a:buChar char="●"/>
            </a:pPr>
            <a:r>
              <a:rPr lang="en">
                <a:solidFill>
                  <a:srgbClr val="2F3940"/>
                </a:solidFill>
              </a:rPr>
              <a:t>In high agency systems (basic, intermediate, and advanced) AI agents can perform more adaptive, complex tasks with greater autonomy. In such cases, organizations grant rights to AI solutions to act on their behalf, entrusting them to make decisions and take action.</a:t>
            </a:r>
            <a:endParaRPr dirty="0">
              <a:solidFill>
                <a:srgbClr val="2F3940"/>
              </a:solidFill>
            </a:endParaRPr>
          </a:p>
          <a:p>
            <a:pPr marL="0" lvl="0" indent="0" algn="l" rtl="0">
              <a:lnSpc>
                <a:spcPct val="115000"/>
              </a:lnSpc>
              <a:spcBef>
                <a:spcPts val="600"/>
              </a:spcBef>
              <a:spcAft>
                <a:spcPts val="0"/>
              </a:spcAft>
              <a:buSzPts val="1100"/>
              <a:buNone/>
            </a:pPr>
            <a:r>
              <a:rPr lang="en">
                <a:solidFill>
                  <a:srgbClr val="2F3940"/>
                </a:solidFill>
              </a:rPr>
              <a:t>When an AI agent achieves high agency, it is able to act fully, with minimal or no human supervision — while learning, adapting and predicting — to achieve complex goals. As AI agents progress toward full autonomy, they will incorporate these advancing technology capabilities including: Decreased degree of supervision, increased complexity of tasks, and more adaptable behavior.</a:t>
            </a:r>
            <a:endParaRPr dirty="0">
              <a:solidFill>
                <a:srgbClr val="2F3940"/>
              </a:solidFill>
            </a:endParaRPr>
          </a:p>
          <a:p>
            <a:pPr marL="0" lvl="0" indent="0" algn="l" rtl="0">
              <a:lnSpc>
                <a:spcPct val="115000"/>
              </a:lnSpc>
              <a:spcBef>
                <a:spcPts val="600"/>
              </a:spcBef>
              <a:spcAft>
                <a:spcPts val="600"/>
              </a:spcAft>
              <a:buSzPts val="1100"/>
              <a:buNone/>
            </a:pPr>
            <a:endParaRPr dirty="0">
              <a:solidFill>
                <a:srgbClr val="2F394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1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10: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329: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p329: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33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p330: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33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p331: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0070C0"/>
              </a:buClr>
              <a:buSzPts val="1100"/>
              <a:buFont typeface="Arial"/>
              <a:buNone/>
            </a:pPr>
            <a:r>
              <a:rPr lang="en" sz="1400" b="1" u="sng">
                <a:solidFill>
                  <a:schemeClr val="dk1"/>
                </a:solidFill>
                <a:hlinkClick r:id="rId3">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9"/>
                  </a:ext>
                </a:extLst>
              </a:rPr>
              <a:t>AI Use-Case Assessment for HR</a:t>
            </a:r>
            <a:endParaRPr sz="1200" dirty="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1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p12: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1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13: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1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p14: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88b866f265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0" name="Google Shape;910;g388b866f26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8" name="Google Shape;91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101600" algn="l" rtl="0">
              <a:lnSpc>
                <a:spcPct val="100000"/>
              </a:lnSpc>
              <a:spcBef>
                <a:spcPts val="0"/>
              </a:spcBef>
              <a:spcAft>
                <a:spcPts val="0"/>
              </a:spcAft>
              <a:buSzPts val="1100"/>
              <a:buFont typeface="Arial"/>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88b866f265_0_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388b866f265_0_8: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800"/>
              </a:spcBef>
              <a:spcAft>
                <a:spcPts val="0"/>
              </a:spcAft>
              <a:buSzPts val="1100"/>
              <a:buNone/>
            </a:pPr>
            <a:r>
              <a:rPr lang="en">
                <a:solidFill>
                  <a:srgbClr val="2F3940"/>
                </a:solidFill>
              </a:rPr>
              <a:t>This slide illustrates the growing complexity of recruitment capabilities along the agentic AI spectrum, progressing from low to high agency utility. The spectrum of AI agent capabilities is defined by the degree of “agency” they have:</a:t>
            </a:r>
            <a:endParaRPr dirty="0">
              <a:solidFill>
                <a:srgbClr val="2F3940"/>
              </a:solidFill>
            </a:endParaRPr>
          </a:p>
          <a:p>
            <a:pPr marL="457200" lvl="0" indent="-298450" algn="l" rtl="0">
              <a:lnSpc>
                <a:spcPct val="115000"/>
              </a:lnSpc>
              <a:spcBef>
                <a:spcPts val="0"/>
              </a:spcBef>
              <a:spcAft>
                <a:spcPts val="0"/>
              </a:spcAft>
              <a:buClr>
                <a:srgbClr val="2F3940"/>
              </a:buClr>
              <a:buSzPts val="1100"/>
              <a:buChar char="●"/>
            </a:pPr>
            <a:r>
              <a:rPr lang="en">
                <a:solidFill>
                  <a:srgbClr val="2F3940"/>
                </a:solidFill>
              </a:rPr>
              <a:t>Low agency systems (minimal and emerging) are able to perform specific tasks under narrowly defined conditions. Tasks tend to be simple, and AI agents execute them primarily under human supervision.</a:t>
            </a:r>
            <a:endParaRPr dirty="0">
              <a:solidFill>
                <a:srgbClr val="2F3940"/>
              </a:solidFill>
            </a:endParaRPr>
          </a:p>
          <a:p>
            <a:pPr marL="457200" lvl="0" indent="-298450" algn="l" rtl="0">
              <a:lnSpc>
                <a:spcPct val="115000"/>
              </a:lnSpc>
              <a:spcBef>
                <a:spcPts val="0"/>
              </a:spcBef>
              <a:spcAft>
                <a:spcPts val="0"/>
              </a:spcAft>
              <a:buClr>
                <a:srgbClr val="2F3940"/>
              </a:buClr>
              <a:buSzPts val="1100"/>
              <a:buChar char="●"/>
            </a:pPr>
            <a:r>
              <a:rPr lang="en">
                <a:solidFill>
                  <a:srgbClr val="2F3940"/>
                </a:solidFill>
              </a:rPr>
              <a:t>In high agency systems (basic, intermediate, and advanced) AI agents can perform more adaptive, complex tasks with greater autonomy. In such cases, organizations grant rights to AI solutions to act on their behalf, entrusting them to make decisions and take action.</a:t>
            </a:r>
            <a:endParaRPr dirty="0">
              <a:solidFill>
                <a:srgbClr val="2F3940"/>
              </a:solidFill>
            </a:endParaRPr>
          </a:p>
          <a:p>
            <a:pPr marL="0" lvl="0" indent="0" algn="l" rtl="0">
              <a:lnSpc>
                <a:spcPct val="115000"/>
              </a:lnSpc>
              <a:spcBef>
                <a:spcPts val="600"/>
              </a:spcBef>
              <a:spcAft>
                <a:spcPts val="0"/>
              </a:spcAft>
              <a:buSzPts val="1100"/>
              <a:buNone/>
            </a:pPr>
            <a:r>
              <a:rPr lang="en">
                <a:solidFill>
                  <a:srgbClr val="2F3940"/>
                </a:solidFill>
              </a:rPr>
              <a:t>When an AI agent achieves high agency, it is able to act fully, with minimal or no human supervision — while learning, adapting and predicting — to achieve complex goals. As AI agents progress toward full autonomy, they will incorporate these advancing technology capabilities including: Decreased degree of supervision, increased complexity of tasks, and more adaptable behavior.</a:t>
            </a:r>
            <a:endParaRPr dirty="0">
              <a:solidFill>
                <a:srgbClr val="2F3940"/>
              </a:solidFill>
            </a:endParaRPr>
          </a:p>
          <a:p>
            <a:pPr marL="0" lvl="0" indent="0" algn="l" rtl="0">
              <a:lnSpc>
                <a:spcPct val="115000"/>
              </a:lnSpc>
              <a:spcBef>
                <a:spcPts val="600"/>
              </a:spcBef>
              <a:spcAft>
                <a:spcPts val="600"/>
              </a:spcAft>
              <a:buSzPts val="1100"/>
              <a:buNone/>
            </a:pPr>
            <a:endParaRPr dirty="0">
              <a:solidFill>
                <a:srgbClr val="2F394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19: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endParaRPr dirty="0"/>
          </a:p>
        </p:txBody>
      </p:sp>
      <p:sp>
        <p:nvSpPr>
          <p:cNvPr id="932" name="Google Shape;932;p19: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4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p41: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p4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p42: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p2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p28: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20: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endParaRPr dirty="0"/>
          </a:p>
        </p:txBody>
      </p:sp>
      <p:sp>
        <p:nvSpPr>
          <p:cNvPr id="989" name="Google Shape;989;p2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p3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p30: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3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p31: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p3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p32:notes"/>
          <p:cNvSpPr txBox="1">
            <a:spLocks noGrp="1"/>
          </p:cNvSpPr>
          <p:nvPr>
            <p:ph type="body" idx="1"/>
          </p:nvPr>
        </p:nvSpPr>
        <p:spPr>
          <a:xfrm>
            <a:off x="242371" y="3134805"/>
            <a:ext cx="6373200" cy="550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00"/>
              </a:spcBef>
              <a:spcAft>
                <a:spcPts val="0"/>
              </a:spcAft>
              <a:buClr>
                <a:schemeClr val="dk1"/>
              </a:buClr>
              <a:buSzPts val="1200"/>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p3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p33: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27: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endParaRPr dirty="0"/>
          </a:p>
        </p:txBody>
      </p:sp>
      <p:sp>
        <p:nvSpPr>
          <p:cNvPr id="1065" name="Google Shape;1065;p27: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95" name="Google Shape;109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56: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600"/>
              </a:spcAft>
              <a:buClr>
                <a:schemeClr val="dk1"/>
              </a:buClr>
              <a:buSzPts val="1400"/>
              <a:buFont typeface="Arial"/>
              <a:buNone/>
            </a:pPr>
            <a:endParaRPr dirty="0"/>
          </a:p>
        </p:txBody>
      </p:sp>
      <p:sp>
        <p:nvSpPr>
          <p:cNvPr id="1102" name="Google Shape;1102;p56: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57: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600"/>
              </a:spcAft>
              <a:buClr>
                <a:schemeClr val="dk1"/>
              </a:buClr>
              <a:buSzPts val="1400"/>
              <a:buFont typeface="Arial"/>
              <a:buNone/>
            </a:pPr>
            <a:endParaRPr dirty="0"/>
          </a:p>
        </p:txBody>
      </p:sp>
      <p:sp>
        <p:nvSpPr>
          <p:cNvPr id="1108" name="Google Shape;1108;p57: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4" name="Google Shape;1114;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0" name="Google Shape;1120;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p68: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600"/>
              </a:spcAft>
              <a:buClr>
                <a:schemeClr val="dk1"/>
              </a:buClr>
              <a:buSzPts val="1400"/>
              <a:buFont typeface="Arial"/>
              <a:buNone/>
            </a:pPr>
            <a:endParaRPr dirty="0"/>
          </a:p>
        </p:txBody>
      </p:sp>
      <p:sp>
        <p:nvSpPr>
          <p:cNvPr id="1126" name="Google Shape;1126;p6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9" name="Google Shape;1139;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p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46" name="Google Shape;1146;p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p4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1" name="Google Shape;1151;p40: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3875fcdd05b_1_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7" name="Google Shape;1157;g3875fcdd05b_1_0: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sz="1200" dirty="0">
              <a:solidFill>
                <a:schemeClr val="dk1"/>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875fcdd05b_1_15: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600"/>
              </a:spcAft>
              <a:buClr>
                <a:schemeClr val="dk1"/>
              </a:buClr>
              <a:buSzPts val="1400"/>
              <a:buFont typeface="Arial"/>
              <a:buNone/>
            </a:pPr>
            <a:endParaRPr dirty="0"/>
          </a:p>
        </p:txBody>
      </p:sp>
      <p:sp>
        <p:nvSpPr>
          <p:cNvPr id="1173" name="Google Shape;1173;g3875fcdd05b_1_15: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g3875fcdd05b_1_20: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600"/>
              </a:spcAft>
              <a:buClr>
                <a:schemeClr val="dk1"/>
              </a:buClr>
              <a:buSzPts val="1400"/>
              <a:buFont typeface="Arial"/>
              <a:buNone/>
            </a:pPr>
            <a:endParaRPr dirty="0"/>
          </a:p>
        </p:txBody>
      </p:sp>
      <p:sp>
        <p:nvSpPr>
          <p:cNvPr id="1179" name="Google Shape;1179;g3875fcdd05b_1_2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4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43: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368a2bbd9c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91" name="Google Shape;1191;g368a2bbd9c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p4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0" name="Google Shape;1200;p44: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p45: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0" name="Google Shape;1220;p45: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p46: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6" name="Google Shape;1226;p46: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47: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2" name="Google Shape;1232;p47: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www.gartner.com/technology/about/policies/usage_policy.jsp#_blank" TargetMode="External"/><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hyperlink" Target="https://www.gartner.com/technology/about/ombudsman/omb_guide2.jsp"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3" Type="http://schemas.openxmlformats.org/officeDocument/2006/relationships/hyperlink" Target="https://www.gartner.com/technology/about/policies/usage_policy.jsp#_blank" TargetMode="External"/><Relationship Id="rId2" Type="http://schemas.openxmlformats.org/officeDocument/2006/relationships/image" Target="../media/image8.png"/><Relationship Id="rId1" Type="http://schemas.openxmlformats.org/officeDocument/2006/relationships/slideMaster" Target="../slideMasters/slideMaster5.xml"/><Relationship Id="rId4" Type="http://schemas.openxmlformats.org/officeDocument/2006/relationships/hyperlink" Target="https://www.gartner.com/technology/about/ombudsman/omb_guide2.jsp" TargetMode="Externa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bg>
      <p:bgPr>
        <a:solidFill>
          <a:schemeClr val="dk2"/>
        </a:solidFill>
        <a:effectLst/>
      </p:bgPr>
    </p:bg>
    <p:spTree>
      <p:nvGrpSpPr>
        <p:cNvPr id="1" name="Shape 9"/>
        <p:cNvGrpSpPr/>
        <p:nvPr/>
      </p:nvGrpSpPr>
      <p:grpSpPr>
        <a:xfrm>
          <a:off x="0" y="0"/>
          <a:ext cx="0" cy="0"/>
          <a:chOff x="0" y="0"/>
          <a:chExt cx="0" cy="0"/>
        </a:xfrm>
      </p:grpSpPr>
      <p:sp>
        <p:nvSpPr>
          <p:cNvPr id="10" name="Google Shape;10;p49"/>
          <p:cNvSpPr txBox="1"/>
          <p:nvPr/>
        </p:nvSpPr>
        <p:spPr>
          <a:xfrm>
            <a:off x="342900" y="4649724"/>
            <a:ext cx="5321700" cy="2310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00" b="0" i="0" u="none" strike="noStrike" cap="none" dirty="0">
                <a:solidFill>
                  <a:schemeClr val="lt1"/>
                </a:solidFill>
                <a:latin typeface="Arial"/>
                <a:ea typeface="Arial"/>
                <a:cs typeface="Arial"/>
                <a:sym typeface="Arial"/>
              </a:rPr>
            </a:br>
            <a:r>
              <a:rPr lang="en" sz="500" b="0" i="0" u="none" strike="noStrike" cap="none" dirty="0">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11" name="Google Shape;11;p49"/>
          <p:cNvSpPr/>
          <p:nvPr/>
        </p:nvSpPr>
        <p:spPr>
          <a:xfrm>
            <a:off x="1193292" y="1008126"/>
            <a:ext cx="123300" cy="2469000"/>
          </a:xfrm>
          <a:prstGeom prst="rect">
            <a:avLst/>
          </a:prstGeom>
          <a:solidFill>
            <a:srgbClr val="FF540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chemeClr val="lt1"/>
              </a:solidFill>
              <a:latin typeface="Arial"/>
              <a:ea typeface="Arial"/>
              <a:cs typeface="Arial"/>
              <a:sym typeface="Arial"/>
            </a:endParaRPr>
          </a:p>
        </p:txBody>
      </p:sp>
      <p:sp>
        <p:nvSpPr>
          <p:cNvPr id="12" name="Google Shape;12;p49"/>
          <p:cNvSpPr/>
          <p:nvPr/>
        </p:nvSpPr>
        <p:spPr>
          <a:xfrm>
            <a:off x="5294376" y="1008126"/>
            <a:ext cx="123300" cy="2469000"/>
          </a:xfrm>
          <a:prstGeom prst="rect">
            <a:avLst/>
          </a:prstGeom>
          <a:solidFill>
            <a:srgbClr val="FF540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chemeClr val="lt1"/>
              </a:solidFill>
              <a:latin typeface="Arial"/>
              <a:ea typeface="Arial"/>
              <a:cs typeface="Arial"/>
              <a:sym typeface="Arial"/>
            </a:endParaRPr>
          </a:p>
        </p:txBody>
      </p:sp>
      <p:pic>
        <p:nvPicPr>
          <p:cNvPr id="13" name="Google Shape;13;p49"/>
          <p:cNvPicPr preferRelativeResize="0"/>
          <p:nvPr/>
        </p:nvPicPr>
        <p:blipFill rotWithShape="1">
          <a:blip r:embed="rId2">
            <a:alphaModFix/>
          </a:blip>
          <a:srcRect/>
          <a:stretch/>
        </p:blipFill>
        <p:spPr>
          <a:xfrm>
            <a:off x="7264625" y="4542264"/>
            <a:ext cx="1543051" cy="351205"/>
          </a:xfrm>
          <a:prstGeom prst="rect">
            <a:avLst/>
          </a:prstGeom>
          <a:noFill/>
          <a:ln>
            <a:noFill/>
          </a:ln>
        </p:spPr>
      </p:pic>
      <p:sp>
        <p:nvSpPr>
          <p:cNvPr id="14" name="Google Shape;14;p49"/>
          <p:cNvSpPr txBox="1">
            <a:spLocks noGrp="1"/>
          </p:cNvSpPr>
          <p:nvPr>
            <p:ph type="ctrTitle"/>
          </p:nvPr>
        </p:nvSpPr>
        <p:spPr>
          <a:xfrm>
            <a:off x="1625346" y="1302278"/>
            <a:ext cx="3408300" cy="14949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49"/>
          <p:cNvSpPr txBox="1">
            <a:spLocks noGrp="1"/>
          </p:cNvSpPr>
          <p:nvPr>
            <p:ph type="subTitle" idx="1"/>
          </p:nvPr>
        </p:nvSpPr>
        <p:spPr>
          <a:xfrm>
            <a:off x="1625346" y="3019542"/>
            <a:ext cx="3408300" cy="2076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lt1"/>
              </a:buClr>
              <a:buSzPts val="1400"/>
              <a:buFont typeface="Arial"/>
              <a:buNone/>
              <a:defRPr sz="1400"/>
            </a:lvl1pPr>
            <a:lvl2pPr lvl="1" algn="ctr">
              <a:lnSpc>
                <a:spcPct val="100000"/>
              </a:lnSpc>
              <a:spcBef>
                <a:spcPts val="0"/>
              </a:spcBef>
              <a:spcAft>
                <a:spcPts val="0"/>
              </a:spcAft>
              <a:buClr>
                <a:schemeClr val="lt1"/>
              </a:buClr>
              <a:buSzPts val="1400"/>
              <a:buNone/>
              <a:defRPr sz="1500"/>
            </a:lvl2pPr>
            <a:lvl3pPr lvl="2" algn="ctr">
              <a:lnSpc>
                <a:spcPct val="100000"/>
              </a:lnSpc>
              <a:spcBef>
                <a:spcPts val="700"/>
              </a:spcBef>
              <a:spcAft>
                <a:spcPts val="0"/>
              </a:spcAft>
              <a:buClr>
                <a:schemeClr val="lt1"/>
              </a:buClr>
              <a:buSzPts val="1400"/>
              <a:buNone/>
              <a:defRPr sz="1400"/>
            </a:lvl3pPr>
            <a:lvl4pPr lvl="3" algn="ctr">
              <a:lnSpc>
                <a:spcPct val="100000"/>
              </a:lnSpc>
              <a:spcBef>
                <a:spcPts val="700"/>
              </a:spcBef>
              <a:spcAft>
                <a:spcPts val="0"/>
              </a:spcAft>
              <a:buClr>
                <a:schemeClr val="lt1"/>
              </a:buClr>
              <a:buSzPts val="1100"/>
              <a:buNone/>
              <a:defRPr sz="1200"/>
            </a:lvl4pPr>
            <a:lvl5pPr lvl="4" algn="ctr">
              <a:lnSpc>
                <a:spcPct val="100000"/>
              </a:lnSpc>
              <a:spcBef>
                <a:spcPts val="700"/>
              </a:spcBef>
              <a:spcAft>
                <a:spcPts val="0"/>
              </a:spcAft>
              <a:buClr>
                <a:schemeClr val="lt1"/>
              </a:buClr>
              <a:buSzPts val="1200"/>
              <a:buNone/>
              <a:defRPr sz="1200"/>
            </a:lvl5pPr>
            <a:lvl6pPr lvl="5" algn="ctr">
              <a:lnSpc>
                <a:spcPct val="90000"/>
              </a:lnSpc>
              <a:spcBef>
                <a:spcPts val="7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21"/>
        <p:cNvGrpSpPr/>
        <p:nvPr/>
      </p:nvGrpSpPr>
      <p:grpSpPr>
        <a:xfrm>
          <a:off x="0" y="0"/>
          <a:ext cx="0" cy="0"/>
          <a:chOff x="0" y="0"/>
          <a:chExt cx="0" cy="0"/>
        </a:xfrm>
      </p:grpSpPr>
      <p:sp>
        <p:nvSpPr>
          <p:cNvPr id="22" name="Google Shape;22;p51"/>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51"/>
          <p:cNvSpPr/>
          <p:nvPr/>
        </p:nvSpPr>
        <p:spPr>
          <a:xfrm>
            <a:off x="0" y="1014984"/>
            <a:ext cx="1316700" cy="246900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4" name="Google Shape;24;p51"/>
          <p:cNvSpPr/>
          <p:nvPr/>
        </p:nvSpPr>
        <p:spPr>
          <a:xfrm>
            <a:off x="5356098" y="1014984"/>
            <a:ext cx="3785700" cy="246900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94"/>
          <p:cNvSpPr txBox="1">
            <a:spLocks noGrp="1"/>
          </p:cNvSpPr>
          <p:nvPr>
            <p:ph type="title"/>
          </p:nvPr>
        </p:nvSpPr>
        <p:spPr>
          <a:xfrm>
            <a:off x="342900" y="275035"/>
            <a:ext cx="8457000" cy="332400"/>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lt2"/>
              </a:buClr>
              <a:buSzPts val="1400"/>
              <a:buFont typeface="Arial Black"/>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
        <p:cNvGrpSpPr/>
        <p:nvPr/>
      </p:nvGrpSpPr>
      <p:grpSpPr>
        <a:xfrm>
          <a:off x="0" y="0"/>
          <a:ext cx="0" cy="0"/>
          <a:chOff x="0" y="0"/>
          <a:chExt cx="0" cy="0"/>
        </a:xfrm>
      </p:grpSpPr>
      <p:sp>
        <p:nvSpPr>
          <p:cNvPr id="28" name="Google Shape;28;p81"/>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9"/>
        <p:cNvGrpSpPr/>
        <p:nvPr/>
      </p:nvGrpSpPr>
      <p:grpSpPr>
        <a:xfrm>
          <a:off x="0" y="0"/>
          <a:ext cx="0" cy="0"/>
          <a:chOff x="0" y="0"/>
          <a:chExt cx="0" cy="0"/>
        </a:xfrm>
      </p:grpSpPr>
      <p:sp>
        <p:nvSpPr>
          <p:cNvPr id="30" name="Google Shape;30;p80"/>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p80"/>
          <p:cNvSpPr txBox="1">
            <a:spLocks noGrp="1"/>
          </p:cNvSpPr>
          <p:nvPr>
            <p:ph type="body" idx="1"/>
          </p:nvPr>
        </p:nvSpPr>
        <p:spPr>
          <a:xfrm>
            <a:off x="342900" y="1145286"/>
            <a:ext cx="8455800" cy="33468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W1_Surf">
  <p:cSld name="Divider W1_Surf">
    <p:spTree>
      <p:nvGrpSpPr>
        <p:cNvPr id="1" name="Shape 33"/>
        <p:cNvGrpSpPr/>
        <p:nvPr/>
      </p:nvGrpSpPr>
      <p:grpSpPr>
        <a:xfrm>
          <a:off x="0" y="0"/>
          <a:ext cx="0" cy="0"/>
          <a:chOff x="0" y="0"/>
          <a:chExt cx="0" cy="0"/>
        </a:xfrm>
      </p:grpSpPr>
      <p:sp>
        <p:nvSpPr>
          <p:cNvPr id="34" name="Google Shape;34;p82"/>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82"/>
          <p:cNvSpPr/>
          <p:nvPr/>
        </p:nvSpPr>
        <p:spPr>
          <a:xfrm>
            <a:off x="0" y="1014984"/>
            <a:ext cx="1316700" cy="2469000"/>
          </a:xfrm>
          <a:prstGeom prst="rect">
            <a:avLst/>
          </a:prstGeom>
          <a:solidFill>
            <a:srgbClr val="06C4B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36" name="Google Shape;36;p82"/>
          <p:cNvSpPr/>
          <p:nvPr/>
        </p:nvSpPr>
        <p:spPr>
          <a:xfrm>
            <a:off x="5356098" y="1014984"/>
            <a:ext cx="3785700" cy="2469000"/>
          </a:xfrm>
          <a:prstGeom prst="rect">
            <a:avLst/>
          </a:prstGeom>
          <a:solidFill>
            <a:srgbClr val="06C4B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37"/>
        <p:cNvGrpSpPr/>
        <p:nvPr/>
      </p:nvGrpSpPr>
      <p:grpSpPr>
        <a:xfrm>
          <a:off x="0" y="0"/>
          <a:ext cx="0" cy="0"/>
          <a:chOff x="0" y="0"/>
          <a:chExt cx="0" cy="0"/>
        </a:xfrm>
      </p:grpSpPr>
      <p:sp>
        <p:nvSpPr>
          <p:cNvPr id="38" name="Google Shape;38;p83"/>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9" name="Google Shape;39;p83"/>
          <p:cNvSpPr txBox="1">
            <a:spLocks noGrp="1"/>
          </p:cNvSpPr>
          <p:nvPr>
            <p:ph type="body" idx="1"/>
          </p:nvPr>
        </p:nvSpPr>
        <p:spPr>
          <a:xfrm>
            <a:off x="342900" y="1145286"/>
            <a:ext cx="4121700" cy="33468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83"/>
          <p:cNvSpPr txBox="1">
            <a:spLocks noGrp="1"/>
          </p:cNvSpPr>
          <p:nvPr>
            <p:ph type="body" idx="2"/>
          </p:nvPr>
        </p:nvSpPr>
        <p:spPr>
          <a:xfrm>
            <a:off x="4677156" y="1145286"/>
            <a:ext cx="4121700" cy="33468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Slide 2" type="title">
  <p:cSld name="TITLE">
    <p:bg>
      <p:bgPr>
        <a:solidFill>
          <a:schemeClr val="lt1"/>
        </a:solidFill>
        <a:effectLst/>
      </p:bgPr>
    </p:bg>
    <p:spTree>
      <p:nvGrpSpPr>
        <p:cNvPr id="1" name="Shape 41"/>
        <p:cNvGrpSpPr/>
        <p:nvPr/>
      </p:nvGrpSpPr>
      <p:grpSpPr>
        <a:xfrm>
          <a:off x="0" y="0"/>
          <a:ext cx="0" cy="0"/>
          <a:chOff x="0" y="0"/>
          <a:chExt cx="0" cy="0"/>
        </a:xfrm>
      </p:grpSpPr>
      <p:sp>
        <p:nvSpPr>
          <p:cNvPr id="42" name="Google Shape;42;p84"/>
          <p:cNvSpPr txBox="1">
            <a:spLocks noGrp="1"/>
          </p:cNvSpPr>
          <p:nvPr>
            <p:ph type="ctrTitle"/>
          </p:nvPr>
        </p:nvSpPr>
        <p:spPr>
          <a:xfrm>
            <a:off x="1625346" y="1361599"/>
            <a:ext cx="3408300" cy="14949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84"/>
          <p:cNvSpPr txBox="1">
            <a:spLocks noGrp="1"/>
          </p:cNvSpPr>
          <p:nvPr>
            <p:ph type="subTitle" idx="1"/>
          </p:nvPr>
        </p:nvSpPr>
        <p:spPr>
          <a:xfrm>
            <a:off x="1625346" y="2945797"/>
            <a:ext cx="3408300" cy="2076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dk1"/>
              </a:buClr>
              <a:buSzPts val="1400"/>
              <a:buFont typeface="Arial"/>
              <a:buNone/>
              <a:defRPr sz="1400"/>
            </a:lvl1pPr>
            <a:lvl2pPr lvl="1" algn="ctr">
              <a:lnSpc>
                <a:spcPct val="90000"/>
              </a:lnSpc>
              <a:spcBef>
                <a:spcPts val="900"/>
              </a:spcBef>
              <a:spcAft>
                <a:spcPts val="0"/>
              </a:spcAft>
              <a:buClr>
                <a:schemeClr val="dk1"/>
              </a:buClr>
              <a:buSzPts val="1500"/>
              <a:buNone/>
              <a:defRPr sz="1500"/>
            </a:lvl2pPr>
            <a:lvl3pPr lvl="2" algn="ctr">
              <a:lnSpc>
                <a:spcPct val="90000"/>
              </a:lnSpc>
              <a:spcBef>
                <a:spcPts val="900"/>
              </a:spcBef>
              <a:spcAft>
                <a:spcPts val="0"/>
              </a:spcAft>
              <a:buClr>
                <a:schemeClr val="dk1"/>
              </a:buClr>
              <a:buSzPts val="1400"/>
              <a:buNone/>
              <a:defRPr sz="1400"/>
            </a:lvl3pPr>
            <a:lvl4pPr lvl="3" algn="ctr">
              <a:lnSpc>
                <a:spcPct val="90000"/>
              </a:lnSpc>
              <a:spcBef>
                <a:spcPts val="900"/>
              </a:spcBef>
              <a:spcAft>
                <a:spcPts val="0"/>
              </a:spcAft>
              <a:buClr>
                <a:schemeClr val="dk1"/>
              </a:buClr>
              <a:buSzPts val="1200"/>
              <a:buNone/>
              <a:defRPr sz="1200"/>
            </a:lvl4pPr>
            <a:lvl5pPr lvl="4" algn="ctr">
              <a:lnSpc>
                <a:spcPct val="90000"/>
              </a:lnSpc>
              <a:spcBef>
                <a:spcPts val="9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44" name="Google Shape;44;p84"/>
          <p:cNvSpPr txBox="1"/>
          <p:nvPr/>
        </p:nvSpPr>
        <p:spPr>
          <a:xfrm>
            <a:off x="342900" y="4661266"/>
            <a:ext cx="5321700" cy="2310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 2023 Gartner, Inc. and/or its affiliates. All rights reserved. Gartner is a registered trademark of Gartner, Inc. or its affiliates. This presentation, including all supporting materials, </a:t>
            </a:r>
            <a:br>
              <a:rPr lang="en" sz="500" b="0" i="0" u="none" strike="noStrike" cap="none">
                <a:solidFill>
                  <a:schemeClr val="dk1"/>
                </a:solidFill>
                <a:latin typeface="Arial"/>
                <a:ea typeface="Arial"/>
                <a:cs typeface="Arial"/>
                <a:sym typeface="Arial"/>
              </a:rPr>
            </a:br>
            <a:r>
              <a:rPr lang="en" sz="500" b="0" i="0" u="none" strike="noStrike" cap="none">
                <a:solidFill>
                  <a:schemeClr val="dk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45" name="Google Shape;45;p84"/>
          <p:cNvSpPr/>
          <p:nvPr/>
        </p:nvSpPr>
        <p:spPr>
          <a:xfrm>
            <a:off x="1193292" y="1008126"/>
            <a:ext cx="123300" cy="2469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46" name="Google Shape;46;p84"/>
          <p:cNvSpPr/>
          <p:nvPr/>
        </p:nvSpPr>
        <p:spPr>
          <a:xfrm>
            <a:off x="5294376" y="1008126"/>
            <a:ext cx="123300" cy="2469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47" name="Google Shape;47;p84"/>
          <p:cNvPicPr preferRelativeResize="0"/>
          <p:nvPr/>
        </p:nvPicPr>
        <p:blipFill rotWithShape="1">
          <a:blip r:embed="rId2">
            <a:alphaModFix/>
          </a:blip>
          <a:srcRect/>
          <a:stretch/>
        </p:blipFill>
        <p:spPr>
          <a:xfrm>
            <a:off x="7264625" y="4542264"/>
            <a:ext cx="1543050" cy="35120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48"/>
        <p:cNvGrpSpPr/>
        <p:nvPr/>
      </p:nvGrpSpPr>
      <p:grpSpPr>
        <a:xfrm>
          <a:off x="0" y="0"/>
          <a:ext cx="0" cy="0"/>
          <a:chOff x="0" y="0"/>
          <a:chExt cx="0" cy="0"/>
        </a:xfrm>
      </p:grpSpPr>
      <p:sp>
        <p:nvSpPr>
          <p:cNvPr id="49" name="Google Shape;49;p85"/>
          <p:cNvSpPr txBox="1">
            <a:spLocks noGrp="1"/>
          </p:cNvSpPr>
          <p:nvPr>
            <p:ph type="ctrTitle"/>
          </p:nvPr>
        </p:nvSpPr>
        <p:spPr>
          <a:xfrm>
            <a:off x="1625346" y="1361599"/>
            <a:ext cx="3408300" cy="14949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0" name="Google Shape;50;p85"/>
          <p:cNvSpPr txBox="1">
            <a:spLocks noGrp="1"/>
          </p:cNvSpPr>
          <p:nvPr>
            <p:ph type="subTitle" idx="1"/>
          </p:nvPr>
        </p:nvSpPr>
        <p:spPr>
          <a:xfrm>
            <a:off x="1625346" y="2945797"/>
            <a:ext cx="3408300" cy="2076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lt1"/>
              </a:buClr>
              <a:buSzPts val="1400"/>
              <a:buFont typeface="Arial"/>
              <a:buNone/>
              <a:defRPr sz="1400"/>
            </a:lvl1pPr>
            <a:lvl2pPr lvl="1" algn="ctr">
              <a:lnSpc>
                <a:spcPct val="90000"/>
              </a:lnSpc>
              <a:spcBef>
                <a:spcPts val="900"/>
              </a:spcBef>
              <a:spcAft>
                <a:spcPts val="0"/>
              </a:spcAft>
              <a:buClr>
                <a:schemeClr val="lt1"/>
              </a:buClr>
              <a:buSzPts val="1500"/>
              <a:buNone/>
              <a:defRPr sz="1500"/>
            </a:lvl2pPr>
            <a:lvl3pPr lvl="2" algn="ctr">
              <a:lnSpc>
                <a:spcPct val="90000"/>
              </a:lnSpc>
              <a:spcBef>
                <a:spcPts val="900"/>
              </a:spcBef>
              <a:spcAft>
                <a:spcPts val="0"/>
              </a:spcAft>
              <a:buClr>
                <a:schemeClr val="lt1"/>
              </a:buClr>
              <a:buSzPts val="1400"/>
              <a:buNone/>
              <a:defRPr sz="1400"/>
            </a:lvl3pPr>
            <a:lvl4pPr lvl="3" algn="ctr">
              <a:lnSpc>
                <a:spcPct val="90000"/>
              </a:lnSpc>
              <a:spcBef>
                <a:spcPts val="900"/>
              </a:spcBef>
              <a:spcAft>
                <a:spcPts val="0"/>
              </a:spcAft>
              <a:buClr>
                <a:schemeClr val="lt1"/>
              </a:buClr>
              <a:buSzPts val="1200"/>
              <a:buNone/>
              <a:defRPr sz="1200"/>
            </a:lvl4pPr>
            <a:lvl5pPr lvl="4" algn="ctr">
              <a:lnSpc>
                <a:spcPct val="90000"/>
              </a:lnSpc>
              <a:spcBef>
                <a:spcPts val="9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51" name="Google Shape;51;p85"/>
          <p:cNvSpPr txBox="1"/>
          <p:nvPr/>
        </p:nvSpPr>
        <p:spPr>
          <a:xfrm>
            <a:off x="342900" y="4661266"/>
            <a:ext cx="5321700" cy="2310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 2023 Gartner, Inc. and/or its affiliates. All rights reserved. Gartner is a registered trademark of Gartner, Inc. or its affiliates. This presentation, including all supporting materials, </a:t>
            </a:r>
            <a:br>
              <a:rPr lang="en" sz="500" b="0" i="0" u="none" strike="noStrike" cap="none">
                <a:solidFill>
                  <a:schemeClr val="lt1"/>
                </a:solidFill>
                <a:latin typeface="Arial"/>
                <a:ea typeface="Arial"/>
                <a:cs typeface="Arial"/>
                <a:sym typeface="Arial"/>
              </a:rPr>
            </a:br>
            <a:r>
              <a:rPr lang="en" sz="500" b="0" i="0" u="none" strike="noStrike" cap="none">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52" name="Google Shape;52;p85"/>
          <p:cNvSpPr/>
          <p:nvPr/>
        </p:nvSpPr>
        <p:spPr>
          <a:xfrm>
            <a:off x="1193292" y="1008126"/>
            <a:ext cx="123300" cy="2469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3" name="Google Shape;53;p85"/>
          <p:cNvSpPr/>
          <p:nvPr/>
        </p:nvSpPr>
        <p:spPr>
          <a:xfrm>
            <a:off x="5294376" y="1008126"/>
            <a:ext cx="123300" cy="2469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54" name="Google Shape;54;p85"/>
          <p:cNvPicPr preferRelativeResize="0"/>
          <p:nvPr/>
        </p:nvPicPr>
        <p:blipFill rotWithShape="1">
          <a:blip r:embed="rId2">
            <a:alphaModFix/>
          </a:blip>
          <a:srcRect/>
          <a:stretch/>
        </p:blipFill>
        <p:spPr>
          <a:xfrm>
            <a:off x="7264625" y="4542264"/>
            <a:ext cx="1543050" cy="35120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55"/>
        <p:cNvGrpSpPr/>
        <p:nvPr/>
      </p:nvGrpSpPr>
      <p:grpSpPr>
        <a:xfrm>
          <a:off x="0" y="0"/>
          <a:ext cx="0" cy="0"/>
          <a:chOff x="0" y="0"/>
          <a:chExt cx="0" cy="0"/>
        </a:xfrm>
      </p:grpSpPr>
      <p:sp>
        <p:nvSpPr>
          <p:cNvPr id="56" name="Google Shape;56;p86"/>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 name="Google Shape;57;p86"/>
          <p:cNvSpPr txBox="1">
            <a:spLocks noGrp="1"/>
          </p:cNvSpPr>
          <p:nvPr>
            <p:ph type="body" idx="1"/>
          </p:nvPr>
        </p:nvSpPr>
        <p:spPr>
          <a:xfrm>
            <a:off x="342900" y="1145286"/>
            <a:ext cx="4121700" cy="33468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58"/>
        <p:cNvGrpSpPr/>
        <p:nvPr/>
      </p:nvGrpSpPr>
      <p:grpSpPr>
        <a:xfrm>
          <a:off x="0" y="0"/>
          <a:ext cx="0" cy="0"/>
          <a:chOff x="0" y="0"/>
          <a:chExt cx="0" cy="0"/>
        </a:xfrm>
      </p:grpSpPr>
      <p:sp>
        <p:nvSpPr>
          <p:cNvPr id="59" name="Google Shape;59;p87"/>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87"/>
          <p:cNvSpPr txBox="1">
            <a:spLocks noGrp="1"/>
          </p:cNvSpPr>
          <p:nvPr>
            <p:ph type="body" idx="1"/>
          </p:nvPr>
        </p:nvSpPr>
        <p:spPr>
          <a:xfrm>
            <a:off x="342900" y="1145286"/>
            <a:ext cx="25032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1" name="Google Shape;61;p87"/>
          <p:cNvSpPr txBox="1">
            <a:spLocks noGrp="1"/>
          </p:cNvSpPr>
          <p:nvPr>
            <p:ph type="body" idx="2"/>
          </p:nvPr>
        </p:nvSpPr>
        <p:spPr>
          <a:xfrm>
            <a:off x="3319272" y="1145286"/>
            <a:ext cx="25032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2" name="Google Shape;62;p87"/>
          <p:cNvSpPr txBox="1">
            <a:spLocks noGrp="1"/>
          </p:cNvSpPr>
          <p:nvPr>
            <p:ph type="body" idx="3"/>
          </p:nvPr>
        </p:nvSpPr>
        <p:spPr>
          <a:xfrm>
            <a:off x="6295644" y="1145286"/>
            <a:ext cx="25032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63"/>
        <p:cNvGrpSpPr/>
        <p:nvPr/>
      </p:nvGrpSpPr>
      <p:grpSpPr>
        <a:xfrm>
          <a:off x="0" y="0"/>
          <a:ext cx="0" cy="0"/>
          <a:chOff x="0" y="0"/>
          <a:chExt cx="0" cy="0"/>
        </a:xfrm>
      </p:grpSpPr>
      <p:sp>
        <p:nvSpPr>
          <p:cNvPr id="64" name="Google Shape;64;p88"/>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 name="Google Shape;65;p88"/>
          <p:cNvSpPr txBox="1">
            <a:spLocks noGrp="1"/>
          </p:cNvSpPr>
          <p:nvPr>
            <p:ph type="body" idx="1"/>
          </p:nvPr>
        </p:nvSpPr>
        <p:spPr>
          <a:xfrm>
            <a:off x="342900" y="1145286"/>
            <a:ext cx="2503200" cy="3346800"/>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6" name="Google Shape;66;p88"/>
          <p:cNvSpPr txBox="1">
            <a:spLocks noGrp="1"/>
          </p:cNvSpPr>
          <p:nvPr>
            <p:ph type="body" idx="2"/>
          </p:nvPr>
        </p:nvSpPr>
        <p:spPr>
          <a:xfrm>
            <a:off x="3319272" y="1145286"/>
            <a:ext cx="2503200" cy="3346800"/>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88"/>
          <p:cNvSpPr txBox="1">
            <a:spLocks noGrp="1"/>
          </p:cNvSpPr>
          <p:nvPr>
            <p:ph type="body" idx="3"/>
          </p:nvPr>
        </p:nvSpPr>
        <p:spPr>
          <a:xfrm>
            <a:off x="6295644" y="1145286"/>
            <a:ext cx="2503200" cy="3346800"/>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
  <p:cSld name="Four column">
    <p:spTree>
      <p:nvGrpSpPr>
        <p:cNvPr id="1" name="Shape 68"/>
        <p:cNvGrpSpPr/>
        <p:nvPr/>
      </p:nvGrpSpPr>
      <p:grpSpPr>
        <a:xfrm>
          <a:off x="0" y="0"/>
          <a:ext cx="0" cy="0"/>
          <a:chOff x="0" y="0"/>
          <a:chExt cx="0" cy="0"/>
        </a:xfrm>
      </p:grpSpPr>
      <p:sp>
        <p:nvSpPr>
          <p:cNvPr id="69" name="Google Shape;69;p89"/>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89"/>
          <p:cNvSpPr txBox="1">
            <a:spLocks noGrp="1"/>
          </p:cNvSpPr>
          <p:nvPr>
            <p:ph type="body" idx="1"/>
          </p:nvPr>
        </p:nvSpPr>
        <p:spPr>
          <a:xfrm>
            <a:off x="342900" y="1145286"/>
            <a:ext cx="19506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89"/>
          <p:cNvSpPr txBox="1">
            <a:spLocks noGrp="1"/>
          </p:cNvSpPr>
          <p:nvPr>
            <p:ph type="body" idx="2"/>
          </p:nvPr>
        </p:nvSpPr>
        <p:spPr>
          <a:xfrm>
            <a:off x="2511361" y="1145286"/>
            <a:ext cx="19506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2" name="Google Shape;72;p89"/>
          <p:cNvSpPr txBox="1">
            <a:spLocks noGrp="1"/>
          </p:cNvSpPr>
          <p:nvPr>
            <p:ph type="body" idx="3"/>
          </p:nvPr>
        </p:nvSpPr>
        <p:spPr>
          <a:xfrm>
            <a:off x="4679823" y="1145286"/>
            <a:ext cx="19506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89"/>
          <p:cNvSpPr txBox="1">
            <a:spLocks noGrp="1"/>
          </p:cNvSpPr>
          <p:nvPr>
            <p:ph type="body" idx="4"/>
          </p:nvPr>
        </p:nvSpPr>
        <p:spPr>
          <a:xfrm>
            <a:off x="6848285" y="1145286"/>
            <a:ext cx="1950600" cy="3346800"/>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column shaded">
  <p:cSld name="Four column shaded">
    <p:spTree>
      <p:nvGrpSpPr>
        <p:cNvPr id="1" name="Shape 74"/>
        <p:cNvGrpSpPr/>
        <p:nvPr/>
      </p:nvGrpSpPr>
      <p:grpSpPr>
        <a:xfrm>
          <a:off x="0" y="0"/>
          <a:ext cx="0" cy="0"/>
          <a:chOff x="0" y="0"/>
          <a:chExt cx="0" cy="0"/>
        </a:xfrm>
      </p:grpSpPr>
      <p:sp>
        <p:nvSpPr>
          <p:cNvPr id="75" name="Google Shape;75;p90"/>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90"/>
          <p:cNvSpPr txBox="1">
            <a:spLocks noGrp="1"/>
          </p:cNvSpPr>
          <p:nvPr>
            <p:ph type="body" idx="1"/>
          </p:nvPr>
        </p:nvSpPr>
        <p:spPr>
          <a:xfrm>
            <a:off x="342900" y="1145286"/>
            <a:ext cx="1950600" cy="3346800"/>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90"/>
          <p:cNvSpPr txBox="1">
            <a:spLocks noGrp="1"/>
          </p:cNvSpPr>
          <p:nvPr>
            <p:ph type="body" idx="2"/>
          </p:nvPr>
        </p:nvSpPr>
        <p:spPr>
          <a:xfrm>
            <a:off x="2511361" y="1145286"/>
            <a:ext cx="1950600" cy="3346800"/>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90"/>
          <p:cNvSpPr txBox="1">
            <a:spLocks noGrp="1"/>
          </p:cNvSpPr>
          <p:nvPr>
            <p:ph type="body" idx="3"/>
          </p:nvPr>
        </p:nvSpPr>
        <p:spPr>
          <a:xfrm>
            <a:off x="4679823" y="1145286"/>
            <a:ext cx="1950600" cy="3346800"/>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9" name="Google Shape;79;p90"/>
          <p:cNvSpPr txBox="1">
            <a:spLocks noGrp="1"/>
          </p:cNvSpPr>
          <p:nvPr>
            <p:ph type="body" idx="4"/>
          </p:nvPr>
        </p:nvSpPr>
        <p:spPr>
          <a:xfrm>
            <a:off x="6848285" y="1145286"/>
            <a:ext cx="1950600" cy="3346800"/>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W1_Sky">
  <p:cSld name="Divider W1_Sky">
    <p:spTree>
      <p:nvGrpSpPr>
        <p:cNvPr id="1" name="Shape 80"/>
        <p:cNvGrpSpPr/>
        <p:nvPr/>
      </p:nvGrpSpPr>
      <p:grpSpPr>
        <a:xfrm>
          <a:off x="0" y="0"/>
          <a:ext cx="0" cy="0"/>
          <a:chOff x="0" y="0"/>
          <a:chExt cx="0" cy="0"/>
        </a:xfrm>
      </p:grpSpPr>
      <p:sp>
        <p:nvSpPr>
          <p:cNvPr id="81" name="Google Shape;81;p91"/>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 name="Google Shape;82;p91"/>
          <p:cNvSpPr/>
          <p:nvPr/>
        </p:nvSpPr>
        <p:spPr>
          <a:xfrm>
            <a:off x="0" y="1014984"/>
            <a:ext cx="1316700" cy="2469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83" name="Google Shape;83;p91"/>
          <p:cNvSpPr/>
          <p:nvPr/>
        </p:nvSpPr>
        <p:spPr>
          <a:xfrm>
            <a:off x="5356098" y="1014984"/>
            <a:ext cx="3785700" cy="2469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with photo">
  <p:cSld name="Quote with photo">
    <p:spTree>
      <p:nvGrpSpPr>
        <p:cNvPr id="1" name="Shape 84"/>
        <p:cNvGrpSpPr/>
        <p:nvPr/>
      </p:nvGrpSpPr>
      <p:grpSpPr>
        <a:xfrm>
          <a:off x="0" y="0"/>
          <a:ext cx="0" cy="0"/>
          <a:chOff x="0" y="0"/>
          <a:chExt cx="0" cy="0"/>
        </a:xfrm>
      </p:grpSpPr>
      <p:sp>
        <p:nvSpPr>
          <p:cNvPr id="85" name="Google Shape;85;p92"/>
          <p:cNvSpPr txBox="1">
            <a:spLocks noGrp="1"/>
          </p:cNvSpPr>
          <p:nvPr>
            <p:ph type="title"/>
          </p:nvPr>
        </p:nvSpPr>
        <p:spPr>
          <a:xfrm>
            <a:off x="342899" y="756951"/>
            <a:ext cx="4545000" cy="3357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92"/>
          <p:cNvSpPr txBox="1">
            <a:spLocks noGrp="1"/>
          </p:cNvSpPr>
          <p:nvPr>
            <p:ph type="body" idx="1"/>
          </p:nvPr>
        </p:nvSpPr>
        <p:spPr>
          <a:xfrm>
            <a:off x="342899" y="4114038"/>
            <a:ext cx="4545000" cy="2607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solidFill>
                  <a:schemeClr val="dk1"/>
                </a:solidFill>
              </a:defRPr>
            </a:lvl1pPr>
            <a:lvl2pPr marL="914400" lvl="1" indent="-228600" algn="l">
              <a:lnSpc>
                <a:spcPct val="90000"/>
              </a:lnSpc>
              <a:spcBef>
                <a:spcPts val="900"/>
              </a:spcBef>
              <a:spcAft>
                <a:spcPts val="0"/>
              </a:spcAft>
              <a:buClr>
                <a:srgbClr val="888888"/>
              </a:buClr>
              <a:buSzPts val="1500"/>
              <a:buNone/>
              <a:defRPr sz="1500">
                <a:solidFill>
                  <a:srgbClr val="888888"/>
                </a:solidFill>
              </a:defRPr>
            </a:lvl2pPr>
            <a:lvl3pPr marL="1371600" lvl="2" indent="-228600" algn="l">
              <a:lnSpc>
                <a:spcPct val="90000"/>
              </a:lnSpc>
              <a:spcBef>
                <a:spcPts val="900"/>
              </a:spcBef>
              <a:spcAft>
                <a:spcPts val="0"/>
              </a:spcAft>
              <a:buClr>
                <a:srgbClr val="888888"/>
              </a:buClr>
              <a:buSzPts val="1400"/>
              <a:buNone/>
              <a:defRPr sz="1400">
                <a:solidFill>
                  <a:srgbClr val="888888"/>
                </a:solidFill>
              </a:defRPr>
            </a:lvl3pPr>
            <a:lvl4pPr marL="1828800" lvl="3" indent="-228600" algn="l">
              <a:lnSpc>
                <a:spcPct val="90000"/>
              </a:lnSpc>
              <a:spcBef>
                <a:spcPts val="900"/>
              </a:spcBef>
              <a:spcAft>
                <a:spcPts val="0"/>
              </a:spcAft>
              <a:buClr>
                <a:srgbClr val="888888"/>
              </a:buClr>
              <a:buSzPts val="1200"/>
              <a:buNone/>
              <a:defRPr sz="1200">
                <a:solidFill>
                  <a:srgbClr val="888888"/>
                </a:solidFill>
              </a:defRPr>
            </a:lvl4pPr>
            <a:lvl5pPr marL="2286000" lvl="4" indent="-228600" algn="l">
              <a:lnSpc>
                <a:spcPct val="9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7" name="Google Shape;87;p92"/>
          <p:cNvSpPr>
            <a:spLocks noGrp="1"/>
          </p:cNvSpPr>
          <p:nvPr>
            <p:ph type="pic" idx="2"/>
          </p:nvPr>
        </p:nvSpPr>
        <p:spPr>
          <a:xfrm>
            <a:off x="5280660" y="1009649"/>
            <a:ext cx="3518100" cy="32232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88"/>
        <p:cNvGrpSpPr/>
        <p:nvPr/>
      </p:nvGrpSpPr>
      <p:grpSpPr>
        <a:xfrm>
          <a:off x="0" y="0"/>
          <a:ext cx="0" cy="0"/>
          <a:chOff x="0" y="0"/>
          <a:chExt cx="0" cy="0"/>
        </a:xfrm>
      </p:grpSpPr>
      <p:sp>
        <p:nvSpPr>
          <p:cNvPr id="89" name="Google Shape;89;p93"/>
          <p:cNvSpPr txBox="1">
            <a:spLocks noGrp="1"/>
          </p:cNvSpPr>
          <p:nvPr>
            <p:ph type="title"/>
          </p:nvPr>
        </p:nvSpPr>
        <p:spPr>
          <a:xfrm>
            <a:off x="342899" y="756951"/>
            <a:ext cx="6275100" cy="3357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93"/>
          <p:cNvSpPr txBox="1">
            <a:spLocks noGrp="1"/>
          </p:cNvSpPr>
          <p:nvPr>
            <p:ph type="body" idx="1"/>
          </p:nvPr>
        </p:nvSpPr>
        <p:spPr>
          <a:xfrm>
            <a:off x="342899" y="4114038"/>
            <a:ext cx="6275100" cy="2607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solidFill>
                  <a:schemeClr val="dk1"/>
                </a:solidFill>
              </a:defRPr>
            </a:lvl1pPr>
            <a:lvl2pPr marL="914400" lvl="1" indent="-228600" algn="l">
              <a:lnSpc>
                <a:spcPct val="90000"/>
              </a:lnSpc>
              <a:spcBef>
                <a:spcPts val="900"/>
              </a:spcBef>
              <a:spcAft>
                <a:spcPts val="0"/>
              </a:spcAft>
              <a:buClr>
                <a:srgbClr val="888888"/>
              </a:buClr>
              <a:buSzPts val="1500"/>
              <a:buNone/>
              <a:defRPr sz="1500">
                <a:solidFill>
                  <a:srgbClr val="888888"/>
                </a:solidFill>
              </a:defRPr>
            </a:lvl2pPr>
            <a:lvl3pPr marL="1371600" lvl="2" indent="-228600" algn="l">
              <a:lnSpc>
                <a:spcPct val="90000"/>
              </a:lnSpc>
              <a:spcBef>
                <a:spcPts val="900"/>
              </a:spcBef>
              <a:spcAft>
                <a:spcPts val="0"/>
              </a:spcAft>
              <a:buClr>
                <a:srgbClr val="888888"/>
              </a:buClr>
              <a:buSzPts val="1400"/>
              <a:buNone/>
              <a:defRPr sz="1400">
                <a:solidFill>
                  <a:srgbClr val="888888"/>
                </a:solidFill>
              </a:defRPr>
            </a:lvl3pPr>
            <a:lvl4pPr marL="1828800" lvl="3" indent="-228600" algn="l">
              <a:lnSpc>
                <a:spcPct val="90000"/>
              </a:lnSpc>
              <a:spcBef>
                <a:spcPts val="900"/>
              </a:spcBef>
              <a:spcAft>
                <a:spcPts val="0"/>
              </a:spcAft>
              <a:buClr>
                <a:srgbClr val="888888"/>
              </a:buClr>
              <a:buSzPts val="1200"/>
              <a:buNone/>
              <a:defRPr sz="1200">
                <a:solidFill>
                  <a:srgbClr val="888888"/>
                </a:solidFill>
              </a:defRPr>
            </a:lvl4pPr>
            <a:lvl5pPr marL="2286000" lvl="4" indent="-228600" algn="l">
              <a:lnSpc>
                <a:spcPct val="9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Slide_VPhoto">
  <p:cSld name="Title Slide_VPhoto">
    <p:bg>
      <p:bgPr>
        <a:solidFill>
          <a:schemeClr val="dk2"/>
        </a:solidFill>
        <a:effectLst/>
      </p:bgPr>
    </p:bg>
    <p:spTree>
      <p:nvGrpSpPr>
        <p:cNvPr id="1" name="Shape 91"/>
        <p:cNvGrpSpPr/>
        <p:nvPr/>
      </p:nvGrpSpPr>
      <p:grpSpPr>
        <a:xfrm>
          <a:off x="0" y="0"/>
          <a:ext cx="0" cy="0"/>
          <a:chOff x="0" y="0"/>
          <a:chExt cx="0" cy="0"/>
        </a:xfrm>
      </p:grpSpPr>
      <p:pic>
        <p:nvPicPr>
          <p:cNvPr id="92" name="Google Shape;92;p95" descr="A picture containing sky, outdoor, building, roof&#10;&#10;Description automatically generated"/>
          <p:cNvPicPr preferRelativeResize="0"/>
          <p:nvPr/>
        </p:nvPicPr>
        <p:blipFill rotWithShape="1">
          <a:blip r:embed="rId2">
            <a:alphaModFix amt="70000"/>
          </a:blip>
          <a:srcRect t="15490"/>
          <a:stretch/>
        </p:blipFill>
        <p:spPr>
          <a:xfrm>
            <a:off x="107" y="0"/>
            <a:ext cx="9143894" cy="5143500"/>
          </a:xfrm>
          <a:prstGeom prst="rect">
            <a:avLst/>
          </a:prstGeom>
          <a:noFill/>
          <a:ln>
            <a:noFill/>
          </a:ln>
        </p:spPr>
      </p:pic>
      <p:sp>
        <p:nvSpPr>
          <p:cNvPr id="93" name="Google Shape;93;p95"/>
          <p:cNvSpPr txBox="1">
            <a:spLocks noGrp="1"/>
          </p:cNvSpPr>
          <p:nvPr>
            <p:ph type="ctrTitle"/>
          </p:nvPr>
        </p:nvSpPr>
        <p:spPr>
          <a:xfrm>
            <a:off x="1625345" y="1669941"/>
            <a:ext cx="5475300" cy="14949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solidFill>
                  <a:srgbClr val="FFFFFF"/>
                </a:solidFill>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95"/>
          <p:cNvSpPr txBox="1">
            <a:spLocks noGrp="1"/>
          </p:cNvSpPr>
          <p:nvPr>
            <p:ph type="subTitle" idx="1"/>
          </p:nvPr>
        </p:nvSpPr>
        <p:spPr>
          <a:xfrm>
            <a:off x="1625346" y="1254443"/>
            <a:ext cx="5475300" cy="4155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400" b="1">
                <a:solidFill>
                  <a:srgbClr val="FFFFFF"/>
                </a:solidFill>
              </a:defRPr>
            </a:lvl1pPr>
            <a:lvl2pPr lvl="1" algn="ctr">
              <a:lnSpc>
                <a:spcPct val="90000"/>
              </a:lnSpc>
              <a:spcBef>
                <a:spcPts val="900"/>
              </a:spcBef>
              <a:spcAft>
                <a:spcPts val="0"/>
              </a:spcAft>
              <a:buClr>
                <a:schemeClr val="lt1"/>
              </a:buClr>
              <a:buSzPts val="1400"/>
              <a:buNone/>
              <a:defRPr sz="1500"/>
            </a:lvl2pPr>
            <a:lvl3pPr lvl="2" algn="ctr">
              <a:lnSpc>
                <a:spcPct val="90000"/>
              </a:lnSpc>
              <a:spcBef>
                <a:spcPts val="900"/>
              </a:spcBef>
              <a:spcAft>
                <a:spcPts val="0"/>
              </a:spcAft>
              <a:buClr>
                <a:schemeClr val="lt1"/>
              </a:buClr>
              <a:buSzPts val="1400"/>
              <a:buNone/>
              <a:defRPr sz="1400"/>
            </a:lvl3pPr>
            <a:lvl4pPr lvl="3" algn="ctr">
              <a:lnSpc>
                <a:spcPct val="90000"/>
              </a:lnSpc>
              <a:spcBef>
                <a:spcPts val="900"/>
              </a:spcBef>
              <a:spcAft>
                <a:spcPts val="0"/>
              </a:spcAft>
              <a:buClr>
                <a:schemeClr val="lt1"/>
              </a:buClr>
              <a:buSzPts val="1100"/>
              <a:buNone/>
              <a:defRPr sz="1200"/>
            </a:lvl4pPr>
            <a:lvl5pPr lvl="4" algn="ctr">
              <a:lnSpc>
                <a:spcPct val="90000"/>
              </a:lnSpc>
              <a:spcBef>
                <a:spcPts val="9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95" name="Google Shape;95;p95"/>
          <p:cNvSpPr/>
          <p:nvPr/>
        </p:nvSpPr>
        <p:spPr>
          <a:xfrm>
            <a:off x="1193292" y="1008126"/>
            <a:ext cx="195000" cy="2469000"/>
          </a:xfrm>
          <a:prstGeom prst="rect">
            <a:avLst/>
          </a:prstGeom>
          <a:solidFill>
            <a:srgbClr val="06C4B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96" name="Google Shape;96;p95"/>
          <p:cNvSpPr/>
          <p:nvPr/>
        </p:nvSpPr>
        <p:spPr>
          <a:xfrm>
            <a:off x="7395210" y="1008126"/>
            <a:ext cx="195000" cy="2469000"/>
          </a:xfrm>
          <a:prstGeom prst="rect">
            <a:avLst/>
          </a:prstGeom>
          <a:solidFill>
            <a:srgbClr val="06C4B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97" name="Google Shape;97;p95"/>
          <p:cNvPicPr preferRelativeResize="0"/>
          <p:nvPr/>
        </p:nvPicPr>
        <p:blipFill rotWithShape="1">
          <a:blip r:embed="rId3">
            <a:alphaModFix/>
          </a:blip>
          <a:srcRect/>
          <a:stretch/>
        </p:blipFill>
        <p:spPr>
          <a:xfrm>
            <a:off x="7803292" y="4664867"/>
            <a:ext cx="1004384" cy="22860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bg>
      <p:bgPr>
        <a:solidFill>
          <a:schemeClr val="dk2"/>
        </a:solidFill>
        <a:effectLst/>
      </p:bgPr>
    </p:bg>
    <p:spTree>
      <p:nvGrpSpPr>
        <p:cNvPr id="1" name="Shape 98"/>
        <p:cNvGrpSpPr/>
        <p:nvPr/>
      </p:nvGrpSpPr>
      <p:grpSpPr>
        <a:xfrm>
          <a:off x="0" y="0"/>
          <a:ext cx="0" cy="0"/>
          <a:chOff x="0" y="0"/>
          <a:chExt cx="0" cy="0"/>
        </a:xfrm>
      </p:grpSpPr>
      <p:sp>
        <p:nvSpPr>
          <p:cNvPr id="99" name="Google Shape;99;p96"/>
          <p:cNvSpPr txBox="1"/>
          <p:nvPr/>
        </p:nvSpPr>
        <p:spPr>
          <a:xfrm>
            <a:off x="342900" y="4649724"/>
            <a:ext cx="5321700" cy="2310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00" b="0" i="0" u="none" strike="noStrike" cap="none" dirty="0">
                <a:solidFill>
                  <a:schemeClr val="lt1"/>
                </a:solidFill>
                <a:latin typeface="Arial"/>
                <a:ea typeface="Arial"/>
                <a:cs typeface="Arial"/>
                <a:sym typeface="Arial"/>
              </a:rPr>
            </a:br>
            <a:r>
              <a:rPr lang="en" sz="500" b="0" i="0" u="none" strike="noStrike" cap="none" dirty="0">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100" name="Google Shape;100;p96"/>
          <p:cNvSpPr/>
          <p:nvPr/>
        </p:nvSpPr>
        <p:spPr>
          <a:xfrm>
            <a:off x="1193292" y="1008126"/>
            <a:ext cx="123300" cy="2469000"/>
          </a:xfrm>
          <a:prstGeom prst="rect">
            <a:avLst/>
          </a:prstGeom>
          <a:solidFill>
            <a:srgbClr val="FF540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chemeClr val="lt1"/>
              </a:solidFill>
              <a:latin typeface="Arial"/>
              <a:ea typeface="Arial"/>
              <a:cs typeface="Arial"/>
              <a:sym typeface="Arial"/>
            </a:endParaRPr>
          </a:p>
        </p:txBody>
      </p:sp>
      <p:sp>
        <p:nvSpPr>
          <p:cNvPr id="101" name="Google Shape;101;p96"/>
          <p:cNvSpPr/>
          <p:nvPr/>
        </p:nvSpPr>
        <p:spPr>
          <a:xfrm>
            <a:off x="5294376" y="1008126"/>
            <a:ext cx="123300" cy="2469000"/>
          </a:xfrm>
          <a:prstGeom prst="rect">
            <a:avLst/>
          </a:prstGeom>
          <a:solidFill>
            <a:srgbClr val="FF540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chemeClr val="lt1"/>
              </a:solidFill>
              <a:latin typeface="Arial"/>
              <a:ea typeface="Arial"/>
              <a:cs typeface="Arial"/>
              <a:sym typeface="Arial"/>
            </a:endParaRPr>
          </a:p>
        </p:txBody>
      </p:sp>
      <p:pic>
        <p:nvPicPr>
          <p:cNvPr id="102" name="Google Shape;102;p96"/>
          <p:cNvPicPr preferRelativeResize="0"/>
          <p:nvPr/>
        </p:nvPicPr>
        <p:blipFill rotWithShape="1">
          <a:blip r:embed="rId2">
            <a:alphaModFix/>
          </a:blip>
          <a:srcRect/>
          <a:stretch/>
        </p:blipFill>
        <p:spPr>
          <a:xfrm>
            <a:off x="7264625" y="4542264"/>
            <a:ext cx="1543051" cy="351205"/>
          </a:xfrm>
          <a:prstGeom prst="rect">
            <a:avLst/>
          </a:prstGeom>
          <a:noFill/>
          <a:ln>
            <a:noFill/>
          </a:ln>
        </p:spPr>
      </p:pic>
      <p:sp>
        <p:nvSpPr>
          <p:cNvPr id="103" name="Google Shape;103;p96"/>
          <p:cNvSpPr txBox="1">
            <a:spLocks noGrp="1"/>
          </p:cNvSpPr>
          <p:nvPr>
            <p:ph type="ctrTitle"/>
          </p:nvPr>
        </p:nvSpPr>
        <p:spPr>
          <a:xfrm>
            <a:off x="1625346" y="1302278"/>
            <a:ext cx="3408300" cy="14949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96"/>
          <p:cNvSpPr txBox="1">
            <a:spLocks noGrp="1"/>
          </p:cNvSpPr>
          <p:nvPr>
            <p:ph type="subTitle" idx="1"/>
          </p:nvPr>
        </p:nvSpPr>
        <p:spPr>
          <a:xfrm>
            <a:off x="1625346" y="3019542"/>
            <a:ext cx="3408300" cy="2076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lt1"/>
              </a:buClr>
              <a:buSzPts val="1400"/>
              <a:buFont typeface="Arial"/>
              <a:buNone/>
              <a:defRPr sz="1400"/>
            </a:lvl1pPr>
            <a:lvl2pPr lvl="1" algn="ctr">
              <a:lnSpc>
                <a:spcPct val="100000"/>
              </a:lnSpc>
              <a:spcBef>
                <a:spcPts val="0"/>
              </a:spcBef>
              <a:spcAft>
                <a:spcPts val="0"/>
              </a:spcAft>
              <a:buClr>
                <a:schemeClr val="lt1"/>
              </a:buClr>
              <a:buSzPts val="1400"/>
              <a:buNone/>
              <a:defRPr sz="1500"/>
            </a:lvl2pPr>
            <a:lvl3pPr lvl="2" algn="ctr">
              <a:lnSpc>
                <a:spcPct val="100000"/>
              </a:lnSpc>
              <a:spcBef>
                <a:spcPts val="700"/>
              </a:spcBef>
              <a:spcAft>
                <a:spcPts val="0"/>
              </a:spcAft>
              <a:buClr>
                <a:schemeClr val="lt1"/>
              </a:buClr>
              <a:buSzPts val="1400"/>
              <a:buNone/>
              <a:defRPr sz="1400"/>
            </a:lvl3pPr>
            <a:lvl4pPr lvl="3" algn="ctr">
              <a:lnSpc>
                <a:spcPct val="100000"/>
              </a:lnSpc>
              <a:spcBef>
                <a:spcPts val="700"/>
              </a:spcBef>
              <a:spcAft>
                <a:spcPts val="0"/>
              </a:spcAft>
              <a:buClr>
                <a:schemeClr val="lt1"/>
              </a:buClr>
              <a:buSzPts val="1100"/>
              <a:buNone/>
              <a:defRPr sz="1200"/>
            </a:lvl4pPr>
            <a:lvl5pPr lvl="4" algn="ctr">
              <a:lnSpc>
                <a:spcPct val="100000"/>
              </a:lnSpc>
              <a:spcBef>
                <a:spcPts val="700"/>
              </a:spcBef>
              <a:spcAft>
                <a:spcPts val="0"/>
              </a:spcAft>
              <a:buClr>
                <a:schemeClr val="lt1"/>
              </a:buClr>
              <a:buSzPts val="1200"/>
              <a:buNone/>
              <a:defRPr sz="1200"/>
            </a:lvl5pPr>
            <a:lvl6pPr lvl="5" algn="ctr">
              <a:lnSpc>
                <a:spcPct val="90000"/>
              </a:lnSpc>
              <a:spcBef>
                <a:spcPts val="7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0"/>
        <p:cNvGrpSpPr/>
        <p:nvPr/>
      </p:nvGrpSpPr>
      <p:grpSpPr>
        <a:xfrm>
          <a:off x="0" y="0"/>
          <a:ext cx="0" cy="0"/>
          <a:chOff x="0" y="0"/>
          <a:chExt cx="0" cy="0"/>
        </a:xfrm>
      </p:grpSpPr>
      <p:sp>
        <p:nvSpPr>
          <p:cNvPr id="111" name="Google Shape;111;p53"/>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commendations">
  <p:cSld name="Recommendations">
    <p:spTree>
      <p:nvGrpSpPr>
        <p:cNvPr id="1" name="Shape 112"/>
        <p:cNvGrpSpPr/>
        <p:nvPr/>
      </p:nvGrpSpPr>
      <p:grpSpPr>
        <a:xfrm>
          <a:off x="0" y="0"/>
          <a:ext cx="0" cy="0"/>
          <a:chOff x="0" y="0"/>
          <a:chExt cx="0" cy="0"/>
        </a:xfrm>
      </p:grpSpPr>
      <p:sp>
        <p:nvSpPr>
          <p:cNvPr id="113" name="Google Shape;113;p98"/>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4" name="Google Shape;114;p98"/>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400050" algn="l">
              <a:lnSpc>
                <a:spcPct val="90000"/>
              </a:lnSpc>
              <a:spcBef>
                <a:spcPts val="900"/>
              </a:spcBef>
              <a:spcAft>
                <a:spcPts val="0"/>
              </a:spcAft>
              <a:buClr>
                <a:schemeClr val="dk1"/>
              </a:buClr>
              <a:buSzPts val="2700"/>
              <a:buFont typeface="Arial"/>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commended Research">
  <p:cSld name="Recommended Research">
    <p:spTree>
      <p:nvGrpSpPr>
        <p:cNvPr id="1" name="Shape 115"/>
        <p:cNvGrpSpPr/>
        <p:nvPr/>
      </p:nvGrpSpPr>
      <p:grpSpPr>
        <a:xfrm>
          <a:off x="0" y="0"/>
          <a:ext cx="0" cy="0"/>
          <a:chOff x="0" y="0"/>
          <a:chExt cx="0" cy="0"/>
        </a:xfrm>
      </p:grpSpPr>
      <p:sp>
        <p:nvSpPr>
          <p:cNvPr id="116" name="Google Shape;116;p99"/>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99"/>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400050" algn="l">
              <a:lnSpc>
                <a:spcPct val="90000"/>
              </a:lnSpc>
              <a:spcBef>
                <a:spcPts val="900"/>
              </a:spcBef>
              <a:spcAft>
                <a:spcPts val="0"/>
              </a:spcAft>
              <a:buClr>
                <a:schemeClr val="dk2"/>
              </a:buClr>
              <a:buSzPts val="2700"/>
              <a:buFont typeface="Arial"/>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8" name="Google Shape;118;p99"/>
          <p:cNvSpPr txBox="1"/>
          <p:nvPr/>
        </p:nvSpPr>
        <p:spPr>
          <a:xfrm>
            <a:off x="342900" y="4672548"/>
            <a:ext cx="4672255" cy="92333"/>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6F7878"/>
                </a:solidFill>
                <a:latin typeface="Arial"/>
                <a:ea typeface="Arial"/>
                <a:cs typeface="Arial"/>
                <a:sym typeface="Arial"/>
              </a:rPr>
              <a:t>Access to Gartner research is subject to entitlement. For information, please contact your Gartner representative.</a:t>
            </a:r>
            <a:endParaRPr sz="1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SummitCode_Title Slide">
  <p:cSld name="SummitCode_Title Slide">
    <p:bg>
      <p:bgPr>
        <a:solidFill>
          <a:schemeClr val="dk2"/>
        </a:solidFill>
        <a:effectLst/>
      </p:bgPr>
    </p:bg>
    <p:spTree>
      <p:nvGrpSpPr>
        <p:cNvPr id="1" name="Shape 119"/>
        <p:cNvGrpSpPr/>
        <p:nvPr/>
      </p:nvGrpSpPr>
      <p:grpSpPr>
        <a:xfrm>
          <a:off x="0" y="0"/>
          <a:ext cx="0" cy="0"/>
          <a:chOff x="0" y="0"/>
          <a:chExt cx="0" cy="0"/>
        </a:xfrm>
      </p:grpSpPr>
      <p:pic>
        <p:nvPicPr>
          <p:cNvPr id="120" name="Google Shape;120;p100"/>
          <p:cNvPicPr preferRelativeResize="0"/>
          <p:nvPr/>
        </p:nvPicPr>
        <p:blipFill rotWithShape="1">
          <a:blip r:embed="rId2">
            <a:alphaModFix/>
          </a:blip>
          <a:srcRect/>
          <a:stretch/>
        </p:blipFill>
        <p:spPr>
          <a:xfrm>
            <a:off x="7266194" y="4481653"/>
            <a:ext cx="1539912" cy="351613"/>
          </a:xfrm>
          <a:prstGeom prst="rect">
            <a:avLst/>
          </a:prstGeom>
          <a:noFill/>
          <a:ln>
            <a:noFill/>
          </a:ln>
        </p:spPr>
      </p:pic>
      <p:sp>
        <p:nvSpPr>
          <p:cNvPr id="121" name="Google Shape;121;p100"/>
          <p:cNvSpPr txBox="1">
            <a:spLocks noGrp="1"/>
          </p:cNvSpPr>
          <p:nvPr>
            <p:ph type="subTitle" idx="1"/>
          </p:nvPr>
        </p:nvSpPr>
        <p:spPr>
          <a:xfrm>
            <a:off x="740597" y="3140660"/>
            <a:ext cx="5421155" cy="20774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1400"/>
              <a:buFont typeface="Times"/>
              <a:buNone/>
              <a:defRPr sz="1400">
                <a:solidFill>
                  <a:srgbClr val="FFFFFF"/>
                </a:solidFill>
                <a:latin typeface="Arial"/>
                <a:ea typeface="Arial"/>
                <a:cs typeface="Arial"/>
                <a:sym typeface="Arial"/>
              </a:defRPr>
            </a:lvl1pPr>
            <a:lvl2pPr lvl="1" algn="l">
              <a:lnSpc>
                <a:spcPct val="90000"/>
              </a:lnSpc>
              <a:spcBef>
                <a:spcPts val="900"/>
              </a:spcBef>
              <a:spcAft>
                <a:spcPts val="0"/>
              </a:spcAft>
              <a:buClr>
                <a:schemeClr val="lt1"/>
              </a:buClr>
              <a:buSzPts val="1400"/>
              <a:buChar char="–"/>
              <a:defRPr/>
            </a:lvl2pPr>
            <a:lvl3pPr lvl="2" algn="l">
              <a:lnSpc>
                <a:spcPct val="90000"/>
              </a:lnSpc>
              <a:spcBef>
                <a:spcPts val="900"/>
              </a:spcBef>
              <a:spcAft>
                <a:spcPts val="0"/>
              </a:spcAft>
              <a:buClr>
                <a:schemeClr val="lt1"/>
              </a:buClr>
              <a:buSzPts val="1400"/>
              <a:buChar char="•"/>
              <a:defRPr/>
            </a:lvl3pPr>
            <a:lvl4pPr lvl="3" algn="l">
              <a:lnSpc>
                <a:spcPct val="90000"/>
              </a:lnSpc>
              <a:spcBef>
                <a:spcPts val="900"/>
              </a:spcBef>
              <a:spcAft>
                <a:spcPts val="0"/>
              </a:spcAft>
              <a:buClr>
                <a:schemeClr val="lt1"/>
              </a:buClr>
              <a:buSzPts val="1400"/>
              <a:buChar char="–"/>
              <a:defRPr/>
            </a:lvl4pPr>
            <a:lvl5pPr lvl="4" algn="l">
              <a:lnSpc>
                <a:spcPct val="90000"/>
              </a:lnSpc>
              <a:spcBef>
                <a:spcPts val="900"/>
              </a:spcBef>
              <a:spcAft>
                <a:spcPts val="0"/>
              </a:spcAft>
              <a:buClr>
                <a:schemeClr val="lt1"/>
              </a:buClr>
              <a:buSzPts val="1400"/>
              <a:buChar char="•"/>
              <a:defRPr/>
            </a:lvl5pPr>
            <a:lvl6pPr lvl="5" algn="l">
              <a:lnSpc>
                <a:spcPct val="90000"/>
              </a:lnSpc>
              <a:spcBef>
                <a:spcPts val="400"/>
              </a:spcBef>
              <a:spcAft>
                <a:spcPts val="0"/>
              </a:spcAft>
              <a:buClr>
                <a:schemeClr val="lt1"/>
              </a:buClr>
              <a:buSzPts val="1400"/>
              <a:buChar char="•"/>
              <a:defRPr/>
            </a:lvl6pPr>
            <a:lvl7pPr lvl="6" algn="l">
              <a:lnSpc>
                <a:spcPct val="90000"/>
              </a:lnSpc>
              <a:spcBef>
                <a:spcPts val="400"/>
              </a:spcBef>
              <a:spcAft>
                <a:spcPts val="0"/>
              </a:spcAft>
              <a:buClr>
                <a:schemeClr val="lt1"/>
              </a:buClr>
              <a:buSzPts val="1400"/>
              <a:buChar char="•"/>
              <a:defRPr/>
            </a:lvl7pPr>
            <a:lvl8pPr lvl="7" algn="l">
              <a:lnSpc>
                <a:spcPct val="90000"/>
              </a:lnSpc>
              <a:spcBef>
                <a:spcPts val="400"/>
              </a:spcBef>
              <a:spcAft>
                <a:spcPts val="0"/>
              </a:spcAft>
              <a:buClr>
                <a:schemeClr val="lt1"/>
              </a:buClr>
              <a:buSzPts val="1400"/>
              <a:buChar char="•"/>
              <a:defRPr/>
            </a:lvl8pPr>
            <a:lvl9pPr lvl="8" algn="l">
              <a:lnSpc>
                <a:spcPct val="90000"/>
              </a:lnSpc>
              <a:spcBef>
                <a:spcPts val="400"/>
              </a:spcBef>
              <a:spcAft>
                <a:spcPts val="0"/>
              </a:spcAft>
              <a:buClr>
                <a:schemeClr val="lt1"/>
              </a:buClr>
              <a:buSzPts val="1400"/>
              <a:buChar char="•"/>
              <a:defRPr/>
            </a:lvl9pPr>
          </a:lstStyle>
          <a:p>
            <a:endParaRPr/>
          </a:p>
        </p:txBody>
      </p:sp>
      <p:sp>
        <p:nvSpPr>
          <p:cNvPr id="122" name="Google Shape;122;p100"/>
          <p:cNvSpPr txBox="1">
            <a:spLocks noGrp="1"/>
          </p:cNvSpPr>
          <p:nvPr>
            <p:ph type="ctrTitle"/>
          </p:nvPr>
        </p:nvSpPr>
        <p:spPr>
          <a:xfrm>
            <a:off x="740597" y="1553061"/>
            <a:ext cx="5421154" cy="1495794"/>
          </a:xfrm>
          <a:prstGeom prst="rect">
            <a:avLst/>
          </a:prstGeom>
          <a:noFill/>
          <a:ln>
            <a:noFill/>
          </a:ln>
        </p:spPr>
        <p:txBody>
          <a:bodyPr spcFirstLastPara="1" wrap="square" lIns="0" tIns="0" rIns="0" bIns="0" anchor="ctr" anchorCtr="0">
            <a:noAutofit/>
          </a:bodyPr>
          <a:lstStyle>
            <a:lvl1pPr lvl="0" algn="l">
              <a:lnSpc>
                <a:spcPct val="90000"/>
              </a:lnSpc>
              <a:spcBef>
                <a:spcPts val="800"/>
              </a:spcBef>
              <a:spcAft>
                <a:spcPts val="0"/>
              </a:spcAft>
              <a:buClr>
                <a:srgbClr val="FFFFFF"/>
              </a:buClr>
              <a:buSzPts val="2700"/>
              <a:buFont typeface="Arial Black"/>
              <a:buNone/>
              <a:defRPr sz="2700" b="0">
                <a:solidFill>
                  <a:srgbClr val="FFFFFF"/>
                </a:solidFill>
                <a:latin typeface="Arial Black"/>
                <a:ea typeface="Arial Black"/>
                <a:cs typeface="Arial Black"/>
                <a:sym typeface="Arial Black"/>
              </a:defRPr>
            </a:lvl1pPr>
            <a:lvl2pPr lvl="1" algn="l">
              <a:lnSpc>
                <a:spcPct val="100000"/>
              </a:lnSpc>
              <a:spcBef>
                <a:spcPts val="2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100"/>
          <p:cNvSpPr txBox="1">
            <a:spLocks noGrp="1"/>
          </p:cNvSpPr>
          <p:nvPr>
            <p:ph type="body" idx="2"/>
          </p:nvPr>
        </p:nvSpPr>
        <p:spPr>
          <a:xfrm>
            <a:off x="345192" y="261241"/>
            <a:ext cx="6879652" cy="207749"/>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rgbClr val="FFFFFF"/>
              </a:buClr>
              <a:buSzPts val="1500"/>
              <a:buFont typeface="Arial"/>
              <a:buNone/>
              <a:defRPr sz="1500" b="1">
                <a:solidFill>
                  <a:srgbClr val="FFFFFF"/>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900"/>
              <a:buFont typeface="Arial"/>
              <a:buNone/>
              <a:defRPr sz="900" b="1">
                <a:solidFill>
                  <a:schemeClr val="lt1"/>
                </a:solidFill>
                <a:latin typeface="Arial"/>
                <a:ea typeface="Arial"/>
                <a:cs typeface="Arial"/>
                <a:sym typeface="Arial"/>
              </a:defRPr>
            </a:lvl2pPr>
            <a:lvl3pPr marL="1371600" lvl="2" indent="-228600" algn="l">
              <a:lnSpc>
                <a:spcPct val="90000"/>
              </a:lnSpc>
              <a:spcBef>
                <a:spcPts val="900"/>
              </a:spcBef>
              <a:spcAft>
                <a:spcPts val="0"/>
              </a:spcAft>
              <a:buClr>
                <a:schemeClr val="lt1"/>
              </a:buClr>
              <a:buSzPts val="1800"/>
              <a:buFont typeface="Arial"/>
              <a:buNone/>
              <a:defRPr/>
            </a:lvl3pPr>
            <a:lvl4pPr marL="1828800" lvl="3" indent="-228600" algn="l">
              <a:lnSpc>
                <a:spcPct val="90000"/>
              </a:lnSpc>
              <a:spcBef>
                <a:spcPts val="900"/>
              </a:spcBef>
              <a:spcAft>
                <a:spcPts val="0"/>
              </a:spcAft>
              <a:buClr>
                <a:schemeClr val="lt1"/>
              </a:buClr>
              <a:buSzPts val="1800"/>
              <a:buFont typeface="Arial"/>
              <a:buNone/>
              <a:defRPr/>
            </a:lvl4pPr>
            <a:lvl5pPr marL="2286000" lvl="4" indent="-228600" algn="l">
              <a:lnSpc>
                <a:spcPct val="90000"/>
              </a:lnSpc>
              <a:spcBef>
                <a:spcPts val="900"/>
              </a:spcBef>
              <a:spcAft>
                <a:spcPts val="0"/>
              </a:spcAft>
              <a:buClr>
                <a:schemeClr val="lt1"/>
              </a:buClr>
              <a:buSzPts val="1800"/>
              <a:buFont typeface="Arial"/>
              <a:buNone/>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24" name="Google Shape;124;p100"/>
          <p:cNvSpPr txBox="1">
            <a:spLocks noGrp="1"/>
          </p:cNvSpPr>
          <p:nvPr>
            <p:ph type="body" idx="3"/>
          </p:nvPr>
        </p:nvSpPr>
        <p:spPr>
          <a:xfrm>
            <a:off x="345191" y="514928"/>
            <a:ext cx="6879653" cy="124649"/>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rgbClr val="BDBDBD"/>
              </a:buClr>
              <a:buSzPts val="900"/>
              <a:buFont typeface="Arial Black"/>
              <a:buNone/>
              <a:defRPr sz="900" b="1">
                <a:solidFill>
                  <a:srgbClr val="BDBDBD"/>
                </a:solidFill>
                <a:latin typeface="Arial Black"/>
                <a:ea typeface="Arial Black"/>
                <a:cs typeface="Arial Black"/>
                <a:sym typeface="Arial Black"/>
              </a:defRPr>
            </a:lvl1pPr>
            <a:lvl2pPr marL="914400" lvl="1" indent="-228600" algn="l">
              <a:lnSpc>
                <a:spcPct val="90000"/>
              </a:lnSpc>
              <a:spcBef>
                <a:spcPts val="500"/>
              </a:spcBef>
              <a:spcAft>
                <a:spcPts val="0"/>
              </a:spcAft>
              <a:buClr>
                <a:srgbClr val="B2B2B2"/>
              </a:buClr>
              <a:buSzPts val="900"/>
              <a:buFont typeface="Arial"/>
              <a:buNone/>
              <a:defRPr sz="900" b="1">
                <a:solidFill>
                  <a:srgbClr val="B2B2B2"/>
                </a:solidFill>
                <a:latin typeface="Arial"/>
                <a:ea typeface="Arial"/>
                <a:cs typeface="Arial"/>
                <a:sym typeface="Arial"/>
              </a:defRPr>
            </a:lvl2pPr>
            <a:lvl3pPr marL="1371600" lvl="2" indent="-228600" algn="l">
              <a:lnSpc>
                <a:spcPct val="90000"/>
              </a:lnSpc>
              <a:spcBef>
                <a:spcPts val="900"/>
              </a:spcBef>
              <a:spcAft>
                <a:spcPts val="0"/>
              </a:spcAft>
              <a:buClr>
                <a:schemeClr val="lt1"/>
              </a:buClr>
              <a:buSzPts val="1800"/>
              <a:buFont typeface="Arial"/>
              <a:buNone/>
              <a:defRPr/>
            </a:lvl3pPr>
            <a:lvl4pPr marL="1828800" lvl="3" indent="-228600" algn="l">
              <a:lnSpc>
                <a:spcPct val="90000"/>
              </a:lnSpc>
              <a:spcBef>
                <a:spcPts val="900"/>
              </a:spcBef>
              <a:spcAft>
                <a:spcPts val="0"/>
              </a:spcAft>
              <a:buClr>
                <a:schemeClr val="lt1"/>
              </a:buClr>
              <a:buSzPts val="1800"/>
              <a:buFont typeface="Arial"/>
              <a:buNone/>
              <a:defRPr/>
            </a:lvl4pPr>
            <a:lvl5pPr marL="2286000" lvl="4" indent="-228600" algn="l">
              <a:lnSpc>
                <a:spcPct val="90000"/>
              </a:lnSpc>
              <a:spcBef>
                <a:spcPts val="900"/>
              </a:spcBef>
              <a:spcAft>
                <a:spcPts val="0"/>
              </a:spcAft>
              <a:buClr>
                <a:schemeClr val="lt1"/>
              </a:buClr>
              <a:buSzPts val="1800"/>
              <a:buFont typeface="Arial"/>
              <a:buNone/>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25" name="Google Shape;125;p100"/>
          <p:cNvSpPr/>
          <p:nvPr/>
        </p:nvSpPr>
        <p:spPr>
          <a:xfrm>
            <a:off x="6401667" y="1215020"/>
            <a:ext cx="120325" cy="246888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6" name="Google Shape;126;p100"/>
          <p:cNvSpPr/>
          <p:nvPr/>
        </p:nvSpPr>
        <p:spPr>
          <a:xfrm>
            <a:off x="345192" y="1215020"/>
            <a:ext cx="120325" cy="246888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7" name="Google Shape;127;p100"/>
          <p:cNvSpPr txBox="1"/>
          <p:nvPr/>
        </p:nvSpPr>
        <p:spPr>
          <a:xfrm>
            <a:off x="345192" y="4388370"/>
            <a:ext cx="5816559" cy="461665"/>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rgbClr val="BDBDBD"/>
                </a:solidFill>
                <a:latin typeface="Arial"/>
                <a:ea typeface="Arial"/>
                <a:cs typeface="Arial"/>
                <a:sym typeface="Arial"/>
              </a:rPr>
              <a:t>© 2026 Gartner, Inc. and/or its affiliates. All rights reserved. Gartner is a registered trademark of Gartner, Inc. and its affiliates. This publication may not be reproduced or distributed in any form without Gartner's prior written permission. It consists of the opinions of Gartner's research organization, which should not be construed as statements of fact. While the information contained in this publication has been obtained from sources believed to be reliable, Gartner disclaims all warranties as to the accuracy, completeness or adequacy of such information. Although Gartner research may address legal and financial issues, Gartner does not provide legal or investment advice and its research should not be construed or used as such. Your access and use of this publication are governed by </a:t>
            </a:r>
            <a:r>
              <a:rPr lang="en" sz="500" b="0" i="0" u="sng" strike="noStrike" cap="none" dirty="0">
                <a:solidFill>
                  <a:schemeClr val="hlink"/>
                </a:solidFill>
                <a:latin typeface="Arial"/>
                <a:ea typeface="Arial"/>
                <a:cs typeface="Arial"/>
                <a:sym typeface="Arial"/>
                <a:hlinkClick r:id="rId3"/>
              </a:rPr>
              <a:t>Gartner’s Usage Policy</a:t>
            </a:r>
            <a:r>
              <a:rPr lang="en" sz="500" b="0" i="0" u="none" strike="noStrike" cap="none" dirty="0">
                <a:solidFill>
                  <a:srgbClr val="BDBDBD"/>
                </a:solidFill>
                <a:latin typeface="Arial"/>
                <a:ea typeface="Arial"/>
                <a:cs typeface="Arial"/>
                <a:sym typeface="Arial"/>
              </a:rPr>
              <a:t>. Gartner prides itself on its reputation for independence and objectivity. Its research is produced independently by its research organization without input or influence from any third party. For further information, see "</a:t>
            </a:r>
            <a:r>
              <a:rPr lang="en" sz="500" b="0" i="0" u="sng" strike="noStrike" cap="none" dirty="0">
                <a:solidFill>
                  <a:schemeClr val="hlink"/>
                </a:solidFill>
                <a:latin typeface="Arial"/>
                <a:ea typeface="Arial"/>
                <a:cs typeface="Arial"/>
                <a:sym typeface="Arial"/>
                <a:hlinkClick r:id="rId4"/>
              </a:rPr>
              <a:t>Guiding Principles on Independence and Objectivity</a:t>
            </a:r>
            <a:r>
              <a:rPr lang="en" sz="500" b="0" i="0" u="none" strike="noStrike" cap="none" dirty="0">
                <a:solidFill>
                  <a:srgbClr val="BDBDBD"/>
                </a:solidFill>
                <a:latin typeface="Arial"/>
                <a:ea typeface="Arial"/>
                <a:cs typeface="Arial"/>
                <a:sym typeface="Arial"/>
              </a:rPr>
              <a:t>."</a:t>
            </a:r>
            <a:endParaRPr sz="1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Key Issues">
  <p:cSld name="Key Issues">
    <p:spTree>
      <p:nvGrpSpPr>
        <p:cNvPr id="1" name="Shape 128"/>
        <p:cNvGrpSpPr/>
        <p:nvPr/>
      </p:nvGrpSpPr>
      <p:grpSpPr>
        <a:xfrm>
          <a:off x="0" y="0"/>
          <a:ext cx="0" cy="0"/>
          <a:chOff x="0" y="0"/>
          <a:chExt cx="0" cy="0"/>
        </a:xfrm>
      </p:grpSpPr>
      <p:sp>
        <p:nvSpPr>
          <p:cNvPr id="129" name="Google Shape;129;p102"/>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0" name="Google Shape;130;p102"/>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900"/>
              </a:spcBef>
              <a:spcAft>
                <a:spcPts val="0"/>
              </a:spcAft>
              <a:buClr>
                <a:schemeClr val="dk1"/>
              </a:buClr>
              <a:buSzPts val="2100"/>
              <a:buFont typeface="Arial Black"/>
              <a:buAutoNum type="arabicPeriod"/>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Key Issues - Grey">
  <p:cSld name="Key Issues - Grey">
    <p:spTree>
      <p:nvGrpSpPr>
        <p:cNvPr id="1" name="Shape 131"/>
        <p:cNvGrpSpPr/>
        <p:nvPr/>
      </p:nvGrpSpPr>
      <p:grpSpPr>
        <a:xfrm>
          <a:off x="0" y="0"/>
          <a:ext cx="0" cy="0"/>
          <a:chOff x="0" y="0"/>
          <a:chExt cx="0" cy="0"/>
        </a:xfrm>
      </p:grpSpPr>
      <p:sp>
        <p:nvSpPr>
          <p:cNvPr id="132" name="Google Shape;132;p103"/>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3" name="Google Shape;133;p103"/>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900"/>
              </a:spcBef>
              <a:spcAft>
                <a:spcPts val="0"/>
              </a:spcAft>
              <a:buClr>
                <a:srgbClr val="979D9D"/>
              </a:buClr>
              <a:buSzPts val="2100"/>
              <a:buFont typeface="Arial Black"/>
              <a:buAutoNum type="arabicPeriod"/>
              <a:defRPr>
                <a:solidFill>
                  <a:srgbClr val="979D9D"/>
                </a:solidFill>
              </a:defRPr>
            </a:lvl1pPr>
            <a:lvl2pPr marL="914400" lvl="1" indent="-342900" algn="l">
              <a:lnSpc>
                <a:spcPct val="90000"/>
              </a:lnSpc>
              <a:spcBef>
                <a:spcPts val="900"/>
              </a:spcBef>
              <a:spcAft>
                <a:spcPts val="0"/>
              </a:spcAft>
              <a:buClr>
                <a:srgbClr val="979D9D"/>
              </a:buClr>
              <a:buSzPts val="1800"/>
              <a:buChar char="–"/>
              <a:defRPr>
                <a:solidFill>
                  <a:srgbClr val="979D9D"/>
                </a:solidFill>
              </a:defRPr>
            </a:lvl2pPr>
            <a:lvl3pPr marL="1371600" lvl="2" indent="-342900" algn="l">
              <a:lnSpc>
                <a:spcPct val="90000"/>
              </a:lnSpc>
              <a:spcBef>
                <a:spcPts val="900"/>
              </a:spcBef>
              <a:spcAft>
                <a:spcPts val="0"/>
              </a:spcAft>
              <a:buClr>
                <a:srgbClr val="979D9D"/>
              </a:buClr>
              <a:buSzPts val="1800"/>
              <a:buChar char="•"/>
              <a:defRPr>
                <a:solidFill>
                  <a:srgbClr val="979D9D"/>
                </a:solidFill>
              </a:defRPr>
            </a:lvl3pPr>
            <a:lvl4pPr marL="1828800" lvl="3" indent="-342900" algn="l">
              <a:lnSpc>
                <a:spcPct val="90000"/>
              </a:lnSpc>
              <a:spcBef>
                <a:spcPts val="900"/>
              </a:spcBef>
              <a:spcAft>
                <a:spcPts val="0"/>
              </a:spcAft>
              <a:buClr>
                <a:srgbClr val="979D9D"/>
              </a:buClr>
              <a:buSzPts val="1800"/>
              <a:buChar char="–"/>
              <a:defRPr>
                <a:solidFill>
                  <a:srgbClr val="979D9D"/>
                </a:solidFill>
              </a:defRPr>
            </a:lvl4pPr>
            <a:lvl5pPr marL="2286000" lvl="4" indent="-342900" algn="l">
              <a:lnSpc>
                <a:spcPct val="90000"/>
              </a:lnSpc>
              <a:spcBef>
                <a:spcPts val="900"/>
              </a:spcBef>
              <a:spcAft>
                <a:spcPts val="0"/>
              </a:spcAft>
              <a:buClr>
                <a:srgbClr val="979D9D"/>
              </a:buClr>
              <a:buSzPts val="1800"/>
              <a:buChar char="•"/>
              <a:defRPr>
                <a:solidFill>
                  <a:srgbClr val="979D9D"/>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134"/>
        <p:cNvGrpSpPr/>
        <p:nvPr/>
      </p:nvGrpSpPr>
      <p:grpSpPr>
        <a:xfrm>
          <a:off x="0" y="0"/>
          <a:ext cx="0" cy="0"/>
          <a:chOff x="0" y="0"/>
          <a:chExt cx="0" cy="0"/>
        </a:xfrm>
      </p:grpSpPr>
      <p:sp>
        <p:nvSpPr>
          <p:cNvPr id="135" name="Google Shape;135;p104"/>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6" name="Google Shape;136;p104"/>
          <p:cNvSpPr txBox="1">
            <a:spLocks noGrp="1"/>
          </p:cNvSpPr>
          <p:nvPr>
            <p:ph type="body" idx="1"/>
          </p:nvPr>
        </p:nvSpPr>
        <p:spPr>
          <a:xfrm>
            <a:off x="342900" y="1145381"/>
            <a:ext cx="4124325" cy="3345656"/>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137"/>
        <p:cNvGrpSpPr/>
        <p:nvPr/>
      </p:nvGrpSpPr>
      <p:grpSpPr>
        <a:xfrm>
          <a:off x="0" y="0"/>
          <a:ext cx="0" cy="0"/>
          <a:chOff x="0" y="0"/>
          <a:chExt cx="0" cy="0"/>
        </a:xfrm>
      </p:grpSpPr>
      <p:sp>
        <p:nvSpPr>
          <p:cNvPr id="138" name="Google Shape;138;p105"/>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9" name="Google Shape;139;p105"/>
          <p:cNvSpPr txBox="1">
            <a:spLocks noGrp="1"/>
          </p:cNvSpPr>
          <p:nvPr>
            <p:ph type="body" idx="1"/>
          </p:nvPr>
        </p:nvSpPr>
        <p:spPr>
          <a:xfrm>
            <a:off x="342900" y="1145381"/>
            <a:ext cx="4124325" cy="3345656"/>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0" name="Google Shape;140;p105"/>
          <p:cNvSpPr txBox="1">
            <a:spLocks noGrp="1"/>
          </p:cNvSpPr>
          <p:nvPr>
            <p:ph type="body" idx="2"/>
          </p:nvPr>
        </p:nvSpPr>
        <p:spPr>
          <a:xfrm>
            <a:off x="4675585" y="1145381"/>
            <a:ext cx="4124325" cy="3345656"/>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900"/>
              </a:spcBef>
              <a:spcAft>
                <a:spcPts val="0"/>
              </a:spcAft>
              <a:buClr>
                <a:schemeClr val="dk1"/>
              </a:buClr>
              <a:buSzPts val="21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PA Band">
  <p:cSld name="SPA Band">
    <p:spTree>
      <p:nvGrpSpPr>
        <p:cNvPr id="1" name="Shape 141"/>
        <p:cNvGrpSpPr/>
        <p:nvPr/>
      </p:nvGrpSpPr>
      <p:grpSpPr>
        <a:xfrm>
          <a:off x="0" y="0"/>
          <a:ext cx="0" cy="0"/>
          <a:chOff x="0" y="0"/>
          <a:chExt cx="0" cy="0"/>
        </a:xfrm>
      </p:grpSpPr>
      <p:sp>
        <p:nvSpPr>
          <p:cNvPr id="142" name="Google Shape;142;p106"/>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3" name="Google Shape;143;p106"/>
          <p:cNvSpPr txBox="1">
            <a:spLocks noGrp="1"/>
          </p:cNvSpPr>
          <p:nvPr>
            <p:ph type="body" idx="1"/>
          </p:nvPr>
        </p:nvSpPr>
        <p:spPr>
          <a:xfrm>
            <a:off x="342901" y="1644968"/>
            <a:ext cx="4124325" cy="284607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800"/>
              <a:buNone/>
              <a:defRPr sz="1800" b="1"/>
            </a:lvl1pPr>
            <a:lvl2pPr marL="914400" lvl="1" indent="-342900" algn="l">
              <a:lnSpc>
                <a:spcPct val="90000"/>
              </a:lnSpc>
              <a:spcBef>
                <a:spcPts val="900"/>
              </a:spcBef>
              <a:spcAft>
                <a:spcPts val="0"/>
              </a:spcAft>
              <a:buClr>
                <a:schemeClr val="dk1"/>
              </a:buClr>
              <a:buSzPts val="1800"/>
              <a:buFont typeface="Arial"/>
              <a:buChar char="•"/>
              <a:defRPr sz="1800"/>
            </a:lvl2pPr>
            <a:lvl3pPr marL="1371600" lvl="2" indent="-342900" algn="l">
              <a:lnSpc>
                <a:spcPct val="90000"/>
              </a:lnSpc>
              <a:spcBef>
                <a:spcPts val="900"/>
              </a:spcBef>
              <a:spcAft>
                <a:spcPts val="0"/>
              </a:spcAft>
              <a:buClr>
                <a:schemeClr val="dk1"/>
              </a:buClr>
              <a:buSzPts val="1800"/>
              <a:buFont typeface="Arial"/>
              <a:buChar char="–"/>
              <a:defRPr sz="1800"/>
            </a:lvl3pPr>
            <a:lvl4pPr marL="1828800" lvl="3" indent="-342900" algn="l">
              <a:lnSpc>
                <a:spcPct val="90000"/>
              </a:lnSpc>
              <a:spcBef>
                <a:spcPts val="900"/>
              </a:spcBef>
              <a:spcAft>
                <a:spcPts val="0"/>
              </a:spcAft>
              <a:buClr>
                <a:schemeClr val="dk1"/>
              </a:buClr>
              <a:buSzPts val="1800"/>
              <a:buFont typeface="Arial"/>
              <a:buChar char="•"/>
              <a:defRPr sz="1800"/>
            </a:lvl4pPr>
            <a:lvl5pPr marL="2286000" lvl="4" indent="-342900" algn="l">
              <a:lnSpc>
                <a:spcPct val="90000"/>
              </a:lnSpc>
              <a:spcBef>
                <a:spcPts val="900"/>
              </a:spcBef>
              <a:spcAft>
                <a:spcPts val="0"/>
              </a:spcAft>
              <a:buClr>
                <a:schemeClr val="dk1"/>
              </a:buClr>
              <a:buSzPts val="1800"/>
              <a:buFont typeface="Arial"/>
              <a:buChar char="–"/>
              <a:defRPr sz="18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4" name="Google Shape;144;p106"/>
          <p:cNvSpPr txBox="1">
            <a:spLocks noGrp="1"/>
          </p:cNvSpPr>
          <p:nvPr>
            <p:ph type="body" idx="2"/>
          </p:nvPr>
        </p:nvSpPr>
        <p:spPr>
          <a:xfrm>
            <a:off x="342900" y="732235"/>
            <a:ext cx="8457010" cy="785813"/>
          </a:xfrm>
          <a:prstGeom prst="rect">
            <a:avLst/>
          </a:prstGeom>
          <a:solidFill>
            <a:srgbClr val="002856"/>
          </a:solidFill>
          <a:ln>
            <a:noFill/>
          </a:ln>
        </p:spPr>
        <p:txBody>
          <a:bodyPr spcFirstLastPara="1" wrap="square" lIns="102875" tIns="0" rIns="68575" bIns="0" anchor="ctr" anchorCtr="0">
            <a:noAutofit/>
          </a:bodyPr>
          <a:lstStyle>
            <a:lvl1pPr marL="457200" lvl="0" indent="-228600" algn="l">
              <a:lnSpc>
                <a:spcPct val="90000"/>
              </a:lnSpc>
              <a:spcBef>
                <a:spcPts val="500"/>
              </a:spcBef>
              <a:spcAft>
                <a:spcPts val="0"/>
              </a:spcAft>
              <a:buClr>
                <a:srgbClr val="FFFFFF"/>
              </a:buClr>
              <a:buSzPts val="1800"/>
              <a:buNone/>
              <a:defRPr sz="1800">
                <a:solidFill>
                  <a:srgbClr val="FFFFFF"/>
                </a:solidFill>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5" name="Google Shape;145;p106"/>
          <p:cNvSpPr txBox="1">
            <a:spLocks noGrp="1"/>
          </p:cNvSpPr>
          <p:nvPr>
            <p:ph type="body" idx="3"/>
          </p:nvPr>
        </p:nvSpPr>
        <p:spPr>
          <a:xfrm>
            <a:off x="4675585" y="1644968"/>
            <a:ext cx="4124325" cy="284607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800"/>
              <a:buNone/>
              <a:defRPr sz="1800" b="1"/>
            </a:lvl1pPr>
            <a:lvl2pPr marL="914400" lvl="1" indent="-342900" algn="l">
              <a:lnSpc>
                <a:spcPct val="90000"/>
              </a:lnSpc>
              <a:spcBef>
                <a:spcPts val="900"/>
              </a:spcBef>
              <a:spcAft>
                <a:spcPts val="0"/>
              </a:spcAft>
              <a:buClr>
                <a:schemeClr val="dk1"/>
              </a:buClr>
              <a:buSzPts val="1800"/>
              <a:buFont typeface="Arial"/>
              <a:buChar char="•"/>
              <a:defRPr sz="1800"/>
            </a:lvl2pPr>
            <a:lvl3pPr marL="1371600" lvl="2" indent="-342900" algn="l">
              <a:lnSpc>
                <a:spcPct val="90000"/>
              </a:lnSpc>
              <a:spcBef>
                <a:spcPts val="900"/>
              </a:spcBef>
              <a:spcAft>
                <a:spcPts val="0"/>
              </a:spcAft>
              <a:buClr>
                <a:schemeClr val="dk1"/>
              </a:buClr>
              <a:buSzPts val="1800"/>
              <a:buFont typeface="Arial"/>
              <a:buChar char="–"/>
              <a:defRPr sz="1800"/>
            </a:lvl3pPr>
            <a:lvl4pPr marL="1828800" lvl="3" indent="-342900" algn="l">
              <a:lnSpc>
                <a:spcPct val="90000"/>
              </a:lnSpc>
              <a:spcBef>
                <a:spcPts val="900"/>
              </a:spcBef>
              <a:spcAft>
                <a:spcPts val="0"/>
              </a:spcAft>
              <a:buClr>
                <a:schemeClr val="dk1"/>
              </a:buClr>
              <a:buSzPts val="1800"/>
              <a:buFont typeface="Arial"/>
              <a:buChar char="•"/>
              <a:defRPr sz="1800"/>
            </a:lvl4pPr>
            <a:lvl5pPr marL="2286000" lvl="4" indent="-342900" algn="l">
              <a:lnSpc>
                <a:spcPct val="90000"/>
              </a:lnSpc>
              <a:spcBef>
                <a:spcPts val="900"/>
              </a:spcBef>
              <a:spcAft>
                <a:spcPts val="0"/>
              </a:spcAft>
              <a:buClr>
                <a:schemeClr val="dk1"/>
              </a:buClr>
              <a:buSzPts val="1800"/>
              <a:buFont typeface="Arial"/>
              <a:buChar char="–"/>
              <a:defRPr sz="18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ction Plan">
  <p:cSld name="Action Plan">
    <p:spTree>
      <p:nvGrpSpPr>
        <p:cNvPr id="1" name="Shape 146"/>
        <p:cNvGrpSpPr/>
        <p:nvPr/>
      </p:nvGrpSpPr>
      <p:grpSpPr>
        <a:xfrm>
          <a:off x="0" y="0"/>
          <a:ext cx="0" cy="0"/>
          <a:chOff x="0" y="0"/>
          <a:chExt cx="0" cy="0"/>
        </a:xfrm>
      </p:grpSpPr>
      <p:sp>
        <p:nvSpPr>
          <p:cNvPr id="147" name="Google Shape;147;p107"/>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8" name="Google Shape;148;p107"/>
          <p:cNvSpPr txBox="1">
            <a:spLocks noGrp="1"/>
          </p:cNvSpPr>
          <p:nvPr>
            <p:ph type="body" idx="1"/>
          </p:nvPr>
        </p:nvSpPr>
        <p:spPr>
          <a:xfrm>
            <a:off x="342901" y="1145381"/>
            <a:ext cx="8457009" cy="3345656"/>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2100"/>
              <a:buNone/>
              <a:defRPr sz="2100" b="1"/>
            </a:lvl1pPr>
            <a:lvl2pPr marL="914400" lvl="1" indent="-342900" algn="l">
              <a:lnSpc>
                <a:spcPct val="90000"/>
              </a:lnSpc>
              <a:spcBef>
                <a:spcPts val="900"/>
              </a:spcBef>
              <a:spcAft>
                <a:spcPts val="0"/>
              </a:spcAft>
              <a:buClr>
                <a:schemeClr val="dk1"/>
              </a:buClr>
              <a:buSzPts val="1800"/>
              <a:buFont typeface="Arial"/>
              <a:buChar char="•"/>
              <a:defRPr sz="1800"/>
            </a:lvl2pPr>
            <a:lvl3pPr marL="1371600" lvl="2" indent="-342900" algn="l">
              <a:lnSpc>
                <a:spcPct val="90000"/>
              </a:lnSpc>
              <a:spcBef>
                <a:spcPts val="900"/>
              </a:spcBef>
              <a:spcAft>
                <a:spcPts val="0"/>
              </a:spcAft>
              <a:buClr>
                <a:schemeClr val="dk1"/>
              </a:buClr>
              <a:buSzPts val="1800"/>
              <a:buFont typeface="Arial"/>
              <a:buChar char="–"/>
              <a:defRPr sz="1800"/>
            </a:lvl3pPr>
            <a:lvl4pPr marL="1828800" lvl="3" indent="-342900" algn="l">
              <a:lnSpc>
                <a:spcPct val="90000"/>
              </a:lnSpc>
              <a:spcBef>
                <a:spcPts val="900"/>
              </a:spcBef>
              <a:spcAft>
                <a:spcPts val="0"/>
              </a:spcAft>
              <a:buClr>
                <a:schemeClr val="dk1"/>
              </a:buClr>
              <a:buSzPts val="1800"/>
              <a:buFont typeface="Arial"/>
              <a:buChar char="•"/>
              <a:defRPr sz="1800"/>
            </a:lvl4pPr>
            <a:lvl5pPr marL="2286000" lvl="4" indent="-342900" algn="l">
              <a:lnSpc>
                <a:spcPct val="90000"/>
              </a:lnSpc>
              <a:spcBef>
                <a:spcPts val="900"/>
              </a:spcBef>
              <a:spcAft>
                <a:spcPts val="0"/>
              </a:spcAft>
              <a:buClr>
                <a:schemeClr val="dk1"/>
              </a:buClr>
              <a:buSzPts val="1800"/>
              <a:buFont typeface="Arial"/>
              <a:buChar char="–"/>
              <a:defRPr sz="18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Action Item">
  <p:cSld name="Action Item">
    <p:spTree>
      <p:nvGrpSpPr>
        <p:cNvPr id="1" name="Shape 149"/>
        <p:cNvGrpSpPr/>
        <p:nvPr/>
      </p:nvGrpSpPr>
      <p:grpSpPr>
        <a:xfrm>
          <a:off x="0" y="0"/>
          <a:ext cx="0" cy="0"/>
          <a:chOff x="0" y="0"/>
          <a:chExt cx="0" cy="0"/>
        </a:xfrm>
      </p:grpSpPr>
      <p:sp>
        <p:nvSpPr>
          <p:cNvPr id="150" name="Google Shape;150;p108"/>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1" name="Google Shape;151;p108"/>
          <p:cNvSpPr txBox="1">
            <a:spLocks noGrp="1"/>
          </p:cNvSpPr>
          <p:nvPr>
            <p:ph type="body" idx="1"/>
          </p:nvPr>
        </p:nvSpPr>
        <p:spPr>
          <a:xfrm>
            <a:off x="342900" y="1145381"/>
            <a:ext cx="8457010" cy="24384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2" name="Google Shape;152;p108"/>
          <p:cNvSpPr txBox="1">
            <a:spLocks noGrp="1"/>
          </p:cNvSpPr>
          <p:nvPr>
            <p:ph type="body" idx="2"/>
          </p:nvPr>
        </p:nvSpPr>
        <p:spPr>
          <a:xfrm>
            <a:off x="342900" y="3583781"/>
            <a:ext cx="8457010" cy="907256"/>
          </a:xfrm>
          <a:prstGeom prst="rect">
            <a:avLst/>
          </a:prstGeom>
          <a:solidFill>
            <a:srgbClr val="002856"/>
          </a:solidFill>
          <a:ln>
            <a:noFill/>
          </a:ln>
        </p:spPr>
        <p:txBody>
          <a:bodyPr spcFirstLastPara="1" wrap="square" lIns="102875" tIns="68575" rIns="68575" bIns="68575" anchor="ctr" anchorCtr="0">
            <a:noAutofit/>
          </a:bodyPr>
          <a:lstStyle>
            <a:lvl1pPr marL="457200" lvl="0" indent="-228600" algn="l">
              <a:lnSpc>
                <a:spcPct val="90000"/>
              </a:lnSpc>
              <a:spcBef>
                <a:spcPts val="500"/>
              </a:spcBef>
              <a:spcAft>
                <a:spcPts val="0"/>
              </a:spcAft>
              <a:buClr>
                <a:srgbClr val="FFFFFF"/>
              </a:buClr>
              <a:buSzPts val="2100"/>
              <a:buNone/>
              <a:defRPr>
                <a:solidFill>
                  <a:srgbClr val="FFFFFF"/>
                </a:solidFill>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153"/>
        <p:cNvGrpSpPr/>
        <p:nvPr/>
      </p:nvGrpSpPr>
      <p:grpSpPr>
        <a:xfrm>
          <a:off x="0" y="0"/>
          <a:ext cx="0" cy="0"/>
          <a:chOff x="0" y="0"/>
          <a:chExt cx="0" cy="0"/>
        </a:xfrm>
      </p:grpSpPr>
      <p:sp>
        <p:nvSpPr>
          <p:cNvPr id="154" name="Google Shape;154;p109"/>
          <p:cNvSpPr txBox="1">
            <a:spLocks noGrp="1"/>
          </p:cNvSpPr>
          <p:nvPr>
            <p:ph type="body" idx="1"/>
          </p:nvPr>
        </p:nvSpPr>
        <p:spPr>
          <a:xfrm>
            <a:off x="3318145" y="1145381"/>
            <a:ext cx="2502694" cy="3345656"/>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5" name="Google Shape;155;p109"/>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6" name="Google Shape;156;p109"/>
          <p:cNvSpPr txBox="1">
            <a:spLocks noGrp="1"/>
          </p:cNvSpPr>
          <p:nvPr>
            <p:ph type="body" idx="2"/>
          </p:nvPr>
        </p:nvSpPr>
        <p:spPr>
          <a:xfrm>
            <a:off x="342900" y="1145381"/>
            <a:ext cx="2502694" cy="3345656"/>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500"/>
              <a:buNone/>
              <a:defRPr sz="1500" b="1"/>
            </a:lvl1pPr>
            <a:lvl2pPr marL="914400" lvl="1" indent="-323850" algn="l">
              <a:lnSpc>
                <a:spcPct val="90000"/>
              </a:lnSpc>
              <a:spcBef>
                <a:spcPts val="900"/>
              </a:spcBef>
              <a:spcAft>
                <a:spcPts val="0"/>
              </a:spcAft>
              <a:buClr>
                <a:schemeClr val="dk1"/>
              </a:buClr>
              <a:buSzPts val="1500"/>
              <a:buFont typeface="Arial"/>
              <a:buChar char="•"/>
              <a:defRPr sz="1500"/>
            </a:lvl2pPr>
            <a:lvl3pPr marL="1371600" lvl="2" indent="-323850" algn="l">
              <a:lnSpc>
                <a:spcPct val="90000"/>
              </a:lnSpc>
              <a:spcBef>
                <a:spcPts val="900"/>
              </a:spcBef>
              <a:spcAft>
                <a:spcPts val="0"/>
              </a:spcAft>
              <a:buClr>
                <a:schemeClr val="dk1"/>
              </a:buClr>
              <a:buSzPts val="1500"/>
              <a:buFont typeface="Arial"/>
              <a:buChar char="–"/>
              <a:defRPr sz="1500"/>
            </a:lvl3pPr>
            <a:lvl4pPr marL="1828800" lvl="3" indent="-323850" algn="l">
              <a:lnSpc>
                <a:spcPct val="90000"/>
              </a:lnSpc>
              <a:spcBef>
                <a:spcPts val="900"/>
              </a:spcBef>
              <a:spcAft>
                <a:spcPts val="0"/>
              </a:spcAft>
              <a:buClr>
                <a:schemeClr val="dk1"/>
              </a:buClr>
              <a:buSzPts val="1500"/>
              <a:buFont typeface="Arial"/>
              <a:buChar char="•"/>
              <a:defRPr sz="1500"/>
            </a:lvl4pPr>
            <a:lvl5pPr marL="2286000" lvl="4" indent="-323850" algn="l">
              <a:lnSpc>
                <a:spcPct val="90000"/>
              </a:lnSpc>
              <a:spcBef>
                <a:spcPts val="900"/>
              </a:spcBef>
              <a:spcAft>
                <a:spcPts val="0"/>
              </a:spcAft>
              <a:buClr>
                <a:schemeClr val="dk1"/>
              </a:buClr>
              <a:buSzPts val="1500"/>
              <a:buFont typeface="Arial"/>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7" name="Google Shape;157;p109"/>
          <p:cNvSpPr txBox="1">
            <a:spLocks noGrp="1"/>
          </p:cNvSpPr>
          <p:nvPr>
            <p:ph type="body" idx="3"/>
          </p:nvPr>
        </p:nvSpPr>
        <p:spPr>
          <a:xfrm>
            <a:off x="6297216" y="1145381"/>
            <a:ext cx="2502694" cy="3345656"/>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158"/>
        <p:cNvGrpSpPr/>
        <p:nvPr/>
      </p:nvGrpSpPr>
      <p:grpSpPr>
        <a:xfrm>
          <a:off x="0" y="0"/>
          <a:ext cx="0" cy="0"/>
          <a:chOff x="0" y="0"/>
          <a:chExt cx="0" cy="0"/>
        </a:xfrm>
      </p:grpSpPr>
      <p:sp>
        <p:nvSpPr>
          <p:cNvPr id="159" name="Google Shape;159;p110"/>
          <p:cNvSpPr txBox="1">
            <a:spLocks noGrp="1"/>
          </p:cNvSpPr>
          <p:nvPr>
            <p:ph type="body" idx="1"/>
          </p:nvPr>
        </p:nvSpPr>
        <p:spPr>
          <a:xfrm>
            <a:off x="3318145" y="1145381"/>
            <a:ext cx="2502694" cy="3345656"/>
          </a:xfrm>
          <a:prstGeom prst="rect">
            <a:avLst/>
          </a:prstGeom>
          <a:solidFill>
            <a:srgbClr val="D3D3D3"/>
          </a:solidFill>
          <a:ln>
            <a:noFill/>
          </a:ln>
        </p:spPr>
        <p:txBody>
          <a:bodyPr spcFirstLastPara="1" wrap="square" lIns="137150" tIns="137150" rIns="68575" bIns="137150"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0" name="Google Shape;160;p110"/>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1" name="Google Shape;161;p110"/>
          <p:cNvSpPr txBox="1">
            <a:spLocks noGrp="1"/>
          </p:cNvSpPr>
          <p:nvPr>
            <p:ph type="body" idx="2"/>
          </p:nvPr>
        </p:nvSpPr>
        <p:spPr>
          <a:xfrm>
            <a:off x="342900" y="1145381"/>
            <a:ext cx="2502694" cy="3345656"/>
          </a:xfrm>
          <a:prstGeom prst="rect">
            <a:avLst/>
          </a:prstGeom>
          <a:solidFill>
            <a:srgbClr val="D3D3D3"/>
          </a:solidFill>
          <a:ln>
            <a:noFill/>
          </a:ln>
        </p:spPr>
        <p:txBody>
          <a:bodyPr spcFirstLastPara="1" wrap="square" lIns="137150" tIns="137150" rIns="68575" bIns="137150" anchor="t" anchorCtr="0">
            <a:noAutofit/>
          </a:bodyPr>
          <a:lstStyle>
            <a:lvl1pPr marL="457200" lvl="0" indent="-228600" algn="l">
              <a:lnSpc>
                <a:spcPct val="90000"/>
              </a:lnSpc>
              <a:spcBef>
                <a:spcPts val="900"/>
              </a:spcBef>
              <a:spcAft>
                <a:spcPts val="0"/>
              </a:spcAft>
              <a:buClr>
                <a:schemeClr val="dk1"/>
              </a:buClr>
              <a:buSzPts val="1500"/>
              <a:buNone/>
              <a:defRPr sz="1500" b="1"/>
            </a:lvl1pPr>
            <a:lvl2pPr marL="914400" lvl="1" indent="-323850" algn="l">
              <a:lnSpc>
                <a:spcPct val="90000"/>
              </a:lnSpc>
              <a:spcBef>
                <a:spcPts val="900"/>
              </a:spcBef>
              <a:spcAft>
                <a:spcPts val="0"/>
              </a:spcAft>
              <a:buClr>
                <a:schemeClr val="dk1"/>
              </a:buClr>
              <a:buSzPts val="1500"/>
              <a:buFont typeface="Arial"/>
              <a:buChar char="•"/>
              <a:defRPr sz="1500"/>
            </a:lvl2pPr>
            <a:lvl3pPr marL="1371600" lvl="2" indent="-323850" algn="l">
              <a:lnSpc>
                <a:spcPct val="90000"/>
              </a:lnSpc>
              <a:spcBef>
                <a:spcPts val="900"/>
              </a:spcBef>
              <a:spcAft>
                <a:spcPts val="0"/>
              </a:spcAft>
              <a:buClr>
                <a:schemeClr val="dk1"/>
              </a:buClr>
              <a:buSzPts val="1500"/>
              <a:buFont typeface="Arial"/>
              <a:buChar char="–"/>
              <a:defRPr sz="1500"/>
            </a:lvl3pPr>
            <a:lvl4pPr marL="1828800" lvl="3" indent="-323850" algn="l">
              <a:lnSpc>
                <a:spcPct val="90000"/>
              </a:lnSpc>
              <a:spcBef>
                <a:spcPts val="900"/>
              </a:spcBef>
              <a:spcAft>
                <a:spcPts val="0"/>
              </a:spcAft>
              <a:buClr>
                <a:schemeClr val="dk1"/>
              </a:buClr>
              <a:buSzPts val="1500"/>
              <a:buFont typeface="Arial"/>
              <a:buChar char="•"/>
              <a:defRPr sz="1500"/>
            </a:lvl4pPr>
            <a:lvl5pPr marL="2286000" lvl="4" indent="-323850" algn="l">
              <a:lnSpc>
                <a:spcPct val="90000"/>
              </a:lnSpc>
              <a:spcBef>
                <a:spcPts val="900"/>
              </a:spcBef>
              <a:spcAft>
                <a:spcPts val="0"/>
              </a:spcAft>
              <a:buClr>
                <a:schemeClr val="dk1"/>
              </a:buClr>
              <a:buSzPts val="1500"/>
              <a:buFont typeface="Arial"/>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2" name="Google Shape;162;p110"/>
          <p:cNvSpPr txBox="1">
            <a:spLocks noGrp="1"/>
          </p:cNvSpPr>
          <p:nvPr>
            <p:ph type="body" idx="3"/>
          </p:nvPr>
        </p:nvSpPr>
        <p:spPr>
          <a:xfrm>
            <a:off x="6297216" y="1145381"/>
            <a:ext cx="2502694" cy="3345656"/>
          </a:xfrm>
          <a:prstGeom prst="rect">
            <a:avLst/>
          </a:prstGeom>
          <a:solidFill>
            <a:srgbClr val="D3D3D3"/>
          </a:solidFill>
          <a:ln>
            <a:noFill/>
          </a:ln>
        </p:spPr>
        <p:txBody>
          <a:bodyPr spcFirstLastPara="1" wrap="square" lIns="137150" tIns="137150" rIns="68575" bIns="137150"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Top w Center Text">
  <p:cSld name="Title Top w Center Text">
    <p:spTree>
      <p:nvGrpSpPr>
        <p:cNvPr id="1" name="Shape 163"/>
        <p:cNvGrpSpPr/>
        <p:nvPr/>
      </p:nvGrpSpPr>
      <p:grpSpPr>
        <a:xfrm>
          <a:off x="0" y="0"/>
          <a:ext cx="0" cy="0"/>
          <a:chOff x="0" y="0"/>
          <a:chExt cx="0" cy="0"/>
        </a:xfrm>
      </p:grpSpPr>
      <p:sp>
        <p:nvSpPr>
          <p:cNvPr id="164" name="Google Shape;164;p112"/>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5" name="Google Shape;165;p112"/>
          <p:cNvSpPr txBox="1">
            <a:spLocks noGrp="1"/>
          </p:cNvSpPr>
          <p:nvPr>
            <p:ph type="body" idx="1"/>
          </p:nvPr>
        </p:nvSpPr>
        <p:spPr>
          <a:xfrm>
            <a:off x="342900" y="2239352"/>
            <a:ext cx="8457010" cy="332399"/>
          </a:xfrm>
          <a:prstGeom prst="rect">
            <a:avLst/>
          </a:prstGeom>
          <a:noFill/>
          <a:ln>
            <a:noFill/>
          </a:ln>
        </p:spPr>
        <p:txBody>
          <a:bodyPr spcFirstLastPara="1" wrap="square" lIns="0" tIns="0" rIns="0" bIns="0" anchor="ctr" anchorCtr="0">
            <a:noAutofit/>
          </a:bodyPr>
          <a:lstStyle>
            <a:lvl1pPr marL="457200" lvl="0" indent="-419100" algn="l">
              <a:lnSpc>
                <a:spcPct val="90000"/>
              </a:lnSpc>
              <a:spcBef>
                <a:spcPts val="900"/>
              </a:spcBef>
              <a:spcAft>
                <a:spcPts val="0"/>
              </a:spcAft>
              <a:buClr>
                <a:schemeClr val="dk2"/>
              </a:buClr>
              <a:buSzPts val="3000"/>
              <a:buChar char="•"/>
              <a:defRPr sz="3000" b="0">
                <a:solidFill>
                  <a:schemeClr val="dk2"/>
                </a:solidFill>
                <a:latin typeface="Arial Black"/>
                <a:ea typeface="Arial Black"/>
                <a:cs typeface="Arial Black"/>
                <a:sym typeface="Arial Black"/>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ivider_Sky">
  <p:cSld name="Divider_Sky">
    <p:spTree>
      <p:nvGrpSpPr>
        <p:cNvPr id="1" name="Shape 166"/>
        <p:cNvGrpSpPr/>
        <p:nvPr/>
      </p:nvGrpSpPr>
      <p:grpSpPr>
        <a:xfrm>
          <a:off x="0" y="0"/>
          <a:ext cx="0" cy="0"/>
          <a:chOff x="0" y="0"/>
          <a:chExt cx="0" cy="0"/>
        </a:xfrm>
      </p:grpSpPr>
      <p:sp>
        <p:nvSpPr>
          <p:cNvPr id="167" name="Google Shape;167;p114"/>
          <p:cNvSpPr/>
          <p:nvPr/>
        </p:nvSpPr>
        <p:spPr>
          <a:xfrm>
            <a:off x="5355674" y="1015529"/>
            <a:ext cx="3788325"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68" name="Google Shape;168;p114"/>
          <p:cNvSpPr/>
          <p:nvPr/>
        </p:nvSpPr>
        <p:spPr>
          <a:xfrm>
            <a:off x="-2" y="1015529"/>
            <a:ext cx="1315466"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69" name="Google Shape;169;p114"/>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Divider_Tangerine">
  <p:cSld name="Divider_Tangerine">
    <p:spTree>
      <p:nvGrpSpPr>
        <p:cNvPr id="1" name="Shape 170"/>
        <p:cNvGrpSpPr/>
        <p:nvPr/>
      </p:nvGrpSpPr>
      <p:grpSpPr>
        <a:xfrm>
          <a:off x="0" y="0"/>
          <a:ext cx="0" cy="0"/>
          <a:chOff x="0" y="0"/>
          <a:chExt cx="0" cy="0"/>
        </a:xfrm>
      </p:grpSpPr>
      <p:sp>
        <p:nvSpPr>
          <p:cNvPr id="171" name="Google Shape;171;p115"/>
          <p:cNvSpPr/>
          <p:nvPr/>
        </p:nvSpPr>
        <p:spPr>
          <a:xfrm>
            <a:off x="5355674" y="1015529"/>
            <a:ext cx="3788325" cy="2465195"/>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72" name="Google Shape;172;p115"/>
          <p:cNvSpPr/>
          <p:nvPr/>
        </p:nvSpPr>
        <p:spPr>
          <a:xfrm>
            <a:off x="-2" y="1015529"/>
            <a:ext cx="1315466" cy="2465195"/>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73" name="Google Shape;173;p115"/>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Divider_Lemon">
  <p:cSld name="Divider_Lemon">
    <p:spTree>
      <p:nvGrpSpPr>
        <p:cNvPr id="1" name="Shape 174"/>
        <p:cNvGrpSpPr/>
        <p:nvPr/>
      </p:nvGrpSpPr>
      <p:grpSpPr>
        <a:xfrm>
          <a:off x="0" y="0"/>
          <a:ext cx="0" cy="0"/>
          <a:chOff x="0" y="0"/>
          <a:chExt cx="0" cy="0"/>
        </a:xfrm>
      </p:grpSpPr>
      <p:sp>
        <p:nvSpPr>
          <p:cNvPr id="175" name="Google Shape;175;p116"/>
          <p:cNvSpPr/>
          <p:nvPr/>
        </p:nvSpPr>
        <p:spPr>
          <a:xfrm>
            <a:off x="5355674" y="1015529"/>
            <a:ext cx="3788325" cy="2465195"/>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76" name="Google Shape;176;p116"/>
          <p:cNvSpPr/>
          <p:nvPr/>
        </p:nvSpPr>
        <p:spPr>
          <a:xfrm>
            <a:off x="-2" y="1015529"/>
            <a:ext cx="1315466" cy="2465195"/>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77" name="Google Shape;177;p116"/>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Divider_Rose">
  <p:cSld name="Divider_Rose">
    <p:spTree>
      <p:nvGrpSpPr>
        <p:cNvPr id="1" name="Shape 178"/>
        <p:cNvGrpSpPr/>
        <p:nvPr/>
      </p:nvGrpSpPr>
      <p:grpSpPr>
        <a:xfrm>
          <a:off x="0" y="0"/>
          <a:ext cx="0" cy="0"/>
          <a:chOff x="0" y="0"/>
          <a:chExt cx="0" cy="0"/>
        </a:xfrm>
      </p:grpSpPr>
      <p:sp>
        <p:nvSpPr>
          <p:cNvPr id="179" name="Google Shape;179;p117"/>
          <p:cNvSpPr/>
          <p:nvPr/>
        </p:nvSpPr>
        <p:spPr>
          <a:xfrm>
            <a:off x="5355674" y="1015529"/>
            <a:ext cx="3788325" cy="2465195"/>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80" name="Google Shape;180;p117"/>
          <p:cNvSpPr/>
          <p:nvPr/>
        </p:nvSpPr>
        <p:spPr>
          <a:xfrm>
            <a:off x="-2" y="1015529"/>
            <a:ext cx="1315466" cy="2465195"/>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81" name="Google Shape;181;p117"/>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Divider_Surf">
  <p:cSld name="Divider_Surf">
    <p:spTree>
      <p:nvGrpSpPr>
        <p:cNvPr id="1" name="Shape 182"/>
        <p:cNvGrpSpPr/>
        <p:nvPr/>
      </p:nvGrpSpPr>
      <p:grpSpPr>
        <a:xfrm>
          <a:off x="0" y="0"/>
          <a:ext cx="0" cy="0"/>
          <a:chOff x="0" y="0"/>
          <a:chExt cx="0" cy="0"/>
        </a:xfrm>
      </p:grpSpPr>
      <p:sp>
        <p:nvSpPr>
          <p:cNvPr id="183" name="Google Shape;183;p118"/>
          <p:cNvSpPr/>
          <p:nvPr/>
        </p:nvSpPr>
        <p:spPr>
          <a:xfrm>
            <a:off x="5355674" y="1015529"/>
            <a:ext cx="3788325" cy="2465195"/>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84" name="Google Shape;184;p118"/>
          <p:cNvSpPr/>
          <p:nvPr/>
        </p:nvSpPr>
        <p:spPr>
          <a:xfrm>
            <a:off x="-2" y="1015529"/>
            <a:ext cx="1315466" cy="2465195"/>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85" name="Google Shape;185;p118"/>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86"/>
        <p:cNvGrpSpPr/>
        <p:nvPr/>
      </p:nvGrpSpPr>
      <p:grpSpPr>
        <a:xfrm>
          <a:off x="0" y="0"/>
          <a:ext cx="0" cy="0"/>
          <a:chOff x="0" y="0"/>
          <a:chExt cx="0" cy="0"/>
        </a:xfrm>
      </p:grpSpPr>
      <p:sp>
        <p:nvSpPr>
          <p:cNvPr id="187" name="Google Shape;187;p119"/>
          <p:cNvSpPr txBox="1">
            <a:spLocks noGrp="1"/>
          </p:cNvSpPr>
          <p:nvPr>
            <p:ph type="title"/>
          </p:nvPr>
        </p:nvSpPr>
        <p:spPr>
          <a:xfrm>
            <a:off x="342900" y="756951"/>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8" name="Google Shape;188;p119"/>
          <p:cNvSpPr txBox="1">
            <a:spLocks noGrp="1"/>
          </p:cNvSpPr>
          <p:nvPr>
            <p:ph type="body" idx="1"/>
          </p:nvPr>
        </p:nvSpPr>
        <p:spPr>
          <a:xfrm>
            <a:off x="342900"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lvl1pPr>
            <a:lvl2pPr marL="914400" lvl="1" indent="-228600" algn="l">
              <a:lnSpc>
                <a:spcPct val="90000"/>
              </a:lnSpc>
              <a:spcBef>
                <a:spcPts val="900"/>
              </a:spcBef>
              <a:spcAft>
                <a:spcPts val="0"/>
              </a:spcAft>
              <a:buClr>
                <a:schemeClr val="dk1"/>
              </a:buClr>
              <a:buSzPts val="1100"/>
              <a:buNone/>
              <a:defRPr sz="1100"/>
            </a:lvl2pPr>
            <a:lvl3pPr marL="1371600" lvl="2" indent="-228600" algn="l">
              <a:lnSpc>
                <a:spcPct val="90000"/>
              </a:lnSpc>
              <a:spcBef>
                <a:spcPts val="900"/>
              </a:spcBef>
              <a:spcAft>
                <a:spcPts val="0"/>
              </a:spcAft>
              <a:buClr>
                <a:schemeClr val="dk1"/>
              </a:buClr>
              <a:buSzPts val="1100"/>
              <a:buNone/>
              <a:defRPr sz="1100"/>
            </a:lvl3pPr>
            <a:lvl4pPr marL="1828800" lvl="3" indent="-228600" algn="l">
              <a:lnSpc>
                <a:spcPct val="90000"/>
              </a:lnSpc>
              <a:spcBef>
                <a:spcPts val="900"/>
              </a:spcBef>
              <a:spcAft>
                <a:spcPts val="0"/>
              </a:spcAft>
              <a:buClr>
                <a:schemeClr val="dk1"/>
              </a:buClr>
              <a:buSzPts val="1100"/>
              <a:buNone/>
              <a:defRPr sz="1100"/>
            </a:lvl4pPr>
            <a:lvl5pPr marL="2286000" lvl="4" indent="-228600" algn="l">
              <a:lnSpc>
                <a:spcPct val="90000"/>
              </a:lnSpc>
              <a:spcBef>
                <a:spcPts val="9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Quote_large">
  <p:cSld name="Quote_large">
    <p:spTree>
      <p:nvGrpSpPr>
        <p:cNvPr id="1" name="Shape 189"/>
        <p:cNvGrpSpPr/>
        <p:nvPr/>
      </p:nvGrpSpPr>
      <p:grpSpPr>
        <a:xfrm>
          <a:off x="0" y="0"/>
          <a:ext cx="0" cy="0"/>
          <a:chOff x="0" y="0"/>
          <a:chExt cx="0" cy="0"/>
        </a:xfrm>
      </p:grpSpPr>
      <p:sp>
        <p:nvSpPr>
          <p:cNvPr id="190" name="Google Shape;190;p120"/>
          <p:cNvSpPr txBox="1">
            <a:spLocks noGrp="1"/>
          </p:cNvSpPr>
          <p:nvPr>
            <p:ph type="title"/>
          </p:nvPr>
        </p:nvSpPr>
        <p:spPr>
          <a:xfrm>
            <a:off x="342899" y="756951"/>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1" name="Google Shape;191;p120"/>
          <p:cNvSpPr txBox="1">
            <a:spLocks noGrp="1"/>
          </p:cNvSpPr>
          <p:nvPr>
            <p:ph type="body" idx="1"/>
          </p:nvPr>
        </p:nvSpPr>
        <p:spPr>
          <a:xfrm>
            <a:off x="342899"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lvl1pPr>
            <a:lvl2pPr marL="914400" lvl="1" indent="-228600" algn="l">
              <a:lnSpc>
                <a:spcPct val="90000"/>
              </a:lnSpc>
              <a:spcBef>
                <a:spcPts val="900"/>
              </a:spcBef>
              <a:spcAft>
                <a:spcPts val="0"/>
              </a:spcAft>
              <a:buClr>
                <a:schemeClr val="dk1"/>
              </a:buClr>
              <a:buSzPts val="1100"/>
              <a:buNone/>
              <a:defRPr sz="1100"/>
            </a:lvl2pPr>
            <a:lvl3pPr marL="1371600" lvl="2" indent="-228600" algn="l">
              <a:lnSpc>
                <a:spcPct val="90000"/>
              </a:lnSpc>
              <a:spcBef>
                <a:spcPts val="900"/>
              </a:spcBef>
              <a:spcAft>
                <a:spcPts val="0"/>
              </a:spcAft>
              <a:buClr>
                <a:schemeClr val="dk1"/>
              </a:buClr>
              <a:buSzPts val="1100"/>
              <a:buNone/>
              <a:defRPr sz="1100"/>
            </a:lvl3pPr>
            <a:lvl4pPr marL="1828800" lvl="3" indent="-228600" algn="l">
              <a:lnSpc>
                <a:spcPct val="90000"/>
              </a:lnSpc>
              <a:spcBef>
                <a:spcPts val="900"/>
              </a:spcBef>
              <a:spcAft>
                <a:spcPts val="0"/>
              </a:spcAft>
              <a:buClr>
                <a:schemeClr val="dk1"/>
              </a:buClr>
              <a:buSzPts val="1100"/>
              <a:buNone/>
              <a:defRPr sz="1100"/>
            </a:lvl4pPr>
            <a:lvl5pPr marL="2286000" lvl="4" indent="-228600" algn="l">
              <a:lnSpc>
                <a:spcPct val="90000"/>
              </a:lnSpc>
              <a:spcBef>
                <a:spcPts val="9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A_Quote_Sky">
  <p:cSld name="A_Quote_Sky">
    <p:spTree>
      <p:nvGrpSpPr>
        <p:cNvPr id="1" name="Shape 192"/>
        <p:cNvGrpSpPr/>
        <p:nvPr/>
      </p:nvGrpSpPr>
      <p:grpSpPr>
        <a:xfrm>
          <a:off x="0" y="0"/>
          <a:ext cx="0" cy="0"/>
          <a:chOff x="0" y="0"/>
          <a:chExt cx="0" cy="0"/>
        </a:xfrm>
      </p:grpSpPr>
      <p:sp>
        <p:nvSpPr>
          <p:cNvPr id="193" name="Google Shape;193;p121"/>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4" name="Google Shape;194;p121"/>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5" name="Google Shape;195;p121"/>
          <p:cNvSpPr/>
          <p:nvPr/>
        </p:nvSpPr>
        <p:spPr>
          <a:xfrm>
            <a:off x="-1" y="1007269"/>
            <a:ext cx="380519" cy="3128963"/>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96" name="Google Shape;196;p121"/>
          <p:cNvSpPr/>
          <p:nvPr/>
        </p:nvSpPr>
        <p:spPr>
          <a:xfrm>
            <a:off x="8763481" y="1007269"/>
            <a:ext cx="380519" cy="3128963"/>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481">
          <p15:clr>
            <a:srgbClr val="FBAE40"/>
          </p15:clr>
        </p15:guide>
        <p15:guide id="2" pos="5280">
          <p15:clr>
            <a:srgbClr val="FBAE40"/>
          </p15:clr>
        </p15:guide>
        <p15:guide id="3" orient="horz" pos="877">
          <p15:clr>
            <a:srgbClr val="FBAE40"/>
          </p15:clr>
        </p15:guide>
        <p15:guide id="4" orient="horz" pos="2360">
          <p15:clr>
            <a:srgbClr val="FBAE40"/>
          </p15:clr>
        </p15:guide>
        <p15:guide id="5" orient="horz" pos="2601">
          <p15:clr>
            <a:srgbClr val="FBAE40"/>
          </p15:clr>
        </p15:guide>
        <p15:guide id="6" orient="horz" pos="6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A_Quote_Lemon">
  <p:cSld name="A_Quote_Lemon">
    <p:spTree>
      <p:nvGrpSpPr>
        <p:cNvPr id="1" name="Shape 197"/>
        <p:cNvGrpSpPr/>
        <p:nvPr/>
      </p:nvGrpSpPr>
      <p:grpSpPr>
        <a:xfrm>
          <a:off x="0" y="0"/>
          <a:ext cx="0" cy="0"/>
          <a:chOff x="0" y="0"/>
          <a:chExt cx="0" cy="0"/>
        </a:xfrm>
      </p:grpSpPr>
      <p:sp>
        <p:nvSpPr>
          <p:cNvPr id="198" name="Google Shape;198;p122"/>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9" name="Google Shape;199;p122"/>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0" name="Google Shape;200;p122"/>
          <p:cNvSpPr/>
          <p:nvPr/>
        </p:nvSpPr>
        <p:spPr>
          <a:xfrm>
            <a:off x="-1" y="1007269"/>
            <a:ext cx="380519" cy="3128963"/>
          </a:xfrm>
          <a:prstGeom prst="rect">
            <a:avLst/>
          </a:prstGeom>
          <a:solidFill>
            <a:srgbClr val="FEC10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01" name="Google Shape;201;p122"/>
          <p:cNvSpPr/>
          <p:nvPr/>
        </p:nvSpPr>
        <p:spPr>
          <a:xfrm>
            <a:off x="8763481" y="1007269"/>
            <a:ext cx="380519" cy="3128963"/>
          </a:xfrm>
          <a:prstGeom prst="rect">
            <a:avLst/>
          </a:prstGeom>
          <a:solidFill>
            <a:srgbClr val="FEC10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481">
          <p15:clr>
            <a:srgbClr val="FBAE40"/>
          </p15:clr>
        </p15:guide>
        <p15:guide id="2" pos="5280">
          <p15:clr>
            <a:srgbClr val="FBAE40"/>
          </p15:clr>
        </p15:guide>
        <p15:guide id="3" orient="horz" pos="877">
          <p15:clr>
            <a:srgbClr val="FBAE40"/>
          </p15:clr>
        </p15:guide>
        <p15:guide id="4" orient="horz" pos="2360">
          <p15:clr>
            <a:srgbClr val="FBAE40"/>
          </p15:clr>
        </p15:guide>
        <p15:guide id="5" orient="horz" pos="2601">
          <p15:clr>
            <a:srgbClr val="FBAE40"/>
          </p15:clr>
        </p15:guide>
        <p15:guide id="6" orient="horz" pos="6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A_Quote_Tangerine">
  <p:cSld name="A_Quote_Tangerine">
    <p:spTree>
      <p:nvGrpSpPr>
        <p:cNvPr id="1" name="Shape 202"/>
        <p:cNvGrpSpPr/>
        <p:nvPr/>
      </p:nvGrpSpPr>
      <p:grpSpPr>
        <a:xfrm>
          <a:off x="0" y="0"/>
          <a:ext cx="0" cy="0"/>
          <a:chOff x="0" y="0"/>
          <a:chExt cx="0" cy="0"/>
        </a:xfrm>
      </p:grpSpPr>
      <p:sp>
        <p:nvSpPr>
          <p:cNvPr id="203" name="Google Shape;203;p123"/>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4" name="Google Shape;204;p123"/>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5" name="Google Shape;205;p123"/>
          <p:cNvSpPr/>
          <p:nvPr/>
        </p:nvSpPr>
        <p:spPr>
          <a:xfrm>
            <a:off x="-1" y="1007269"/>
            <a:ext cx="380519" cy="3128963"/>
          </a:xfrm>
          <a:prstGeom prst="rect">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06" name="Google Shape;206;p123"/>
          <p:cNvSpPr/>
          <p:nvPr/>
        </p:nvSpPr>
        <p:spPr>
          <a:xfrm>
            <a:off x="8763481" y="1007269"/>
            <a:ext cx="380519" cy="3128963"/>
          </a:xfrm>
          <a:prstGeom prst="rect">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481">
          <p15:clr>
            <a:srgbClr val="FBAE40"/>
          </p15:clr>
        </p15:guide>
        <p15:guide id="2" pos="5280">
          <p15:clr>
            <a:srgbClr val="FBAE40"/>
          </p15:clr>
        </p15:guide>
        <p15:guide id="3" orient="horz" pos="877">
          <p15:clr>
            <a:srgbClr val="FBAE40"/>
          </p15:clr>
        </p15:guide>
        <p15:guide id="4" orient="horz" pos="2360">
          <p15:clr>
            <a:srgbClr val="FBAE40"/>
          </p15:clr>
        </p15:guide>
        <p15:guide id="5" orient="horz" pos="2601">
          <p15:clr>
            <a:srgbClr val="FBAE40"/>
          </p15:clr>
        </p15:guide>
        <p15:guide id="6" orient="horz" pos="63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A_Quote_Rose">
  <p:cSld name="A_Quote_Rose">
    <p:spTree>
      <p:nvGrpSpPr>
        <p:cNvPr id="1" name="Shape 207"/>
        <p:cNvGrpSpPr/>
        <p:nvPr/>
      </p:nvGrpSpPr>
      <p:grpSpPr>
        <a:xfrm>
          <a:off x="0" y="0"/>
          <a:ext cx="0" cy="0"/>
          <a:chOff x="0" y="0"/>
          <a:chExt cx="0" cy="0"/>
        </a:xfrm>
      </p:grpSpPr>
      <p:sp>
        <p:nvSpPr>
          <p:cNvPr id="208" name="Google Shape;208;p124"/>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9" name="Google Shape;209;p124"/>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0" name="Google Shape;210;p124"/>
          <p:cNvSpPr/>
          <p:nvPr/>
        </p:nvSpPr>
        <p:spPr>
          <a:xfrm>
            <a:off x="-1" y="1007269"/>
            <a:ext cx="380519" cy="3128963"/>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11" name="Google Shape;211;p124"/>
          <p:cNvSpPr/>
          <p:nvPr/>
        </p:nvSpPr>
        <p:spPr>
          <a:xfrm>
            <a:off x="8763481" y="1007269"/>
            <a:ext cx="380519" cy="3128963"/>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481">
          <p15:clr>
            <a:srgbClr val="FBAE40"/>
          </p15:clr>
        </p15:guide>
        <p15:guide id="2" pos="5280">
          <p15:clr>
            <a:srgbClr val="FBAE40"/>
          </p15:clr>
        </p15:guide>
        <p15:guide id="3" orient="horz" pos="877">
          <p15:clr>
            <a:srgbClr val="FBAE40"/>
          </p15:clr>
        </p15:guide>
        <p15:guide id="4" orient="horz" pos="2360">
          <p15:clr>
            <a:srgbClr val="FBAE40"/>
          </p15:clr>
        </p15:guide>
        <p15:guide id="5" orient="horz" pos="2601">
          <p15:clr>
            <a:srgbClr val="FBAE40"/>
          </p15:clr>
        </p15:guide>
        <p15:guide id="6" orient="horz" pos="6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_Quote_Surf">
  <p:cSld name="A_Quote_Surf">
    <p:spTree>
      <p:nvGrpSpPr>
        <p:cNvPr id="1" name="Shape 212"/>
        <p:cNvGrpSpPr/>
        <p:nvPr/>
      </p:nvGrpSpPr>
      <p:grpSpPr>
        <a:xfrm>
          <a:off x="0" y="0"/>
          <a:ext cx="0" cy="0"/>
          <a:chOff x="0" y="0"/>
          <a:chExt cx="0" cy="0"/>
        </a:xfrm>
      </p:grpSpPr>
      <p:sp>
        <p:nvSpPr>
          <p:cNvPr id="213" name="Google Shape;213;p125"/>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4" name="Google Shape;214;p125"/>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5" name="Google Shape;215;p125"/>
          <p:cNvSpPr/>
          <p:nvPr/>
        </p:nvSpPr>
        <p:spPr>
          <a:xfrm>
            <a:off x="-1" y="1007269"/>
            <a:ext cx="380519" cy="3128963"/>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16" name="Google Shape;216;p125"/>
          <p:cNvSpPr/>
          <p:nvPr/>
        </p:nvSpPr>
        <p:spPr>
          <a:xfrm>
            <a:off x="8763481" y="1007269"/>
            <a:ext cx="380519" cy="3128963"/>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481">
          <p15:clr>
            <a:srgbClr val="FBAE40"/>
          </p15:clr>
        </p15:guide>
        <p15:guide id="2" pos="5280">
          <p15:clr>
            <a:srgbClr val="FBAE40"/>
          </p15:clr>
        </p15:guide>
        <p15:guide id="3" orient="horz" pos="877">
          <p15:clr>
            <a:srgbClr val="FBAE40"/>
          </p15:clr>
        </p15:guide>
        <p15:guide id="4" orient="horz" pos="2360">
          <p15:clr>
            <a:srgbClr val="FBAE40"/>
          </p15:clr>
        </p15:guide>
        <p15:guide id="5" orient="horz" pos="2601">
          <p15:clr>
            <a:srgbClr val="FBAE40"/>
          </p15:clr>
        </p15:guide>
        <p15:guide id="6" orient="horz" pos="63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_Two column" type="twoObj">
  <p:cSld name="TWO_OBJECTS">
    <p:spTree>
      <p:nvGrpSpPr>
        <p:cNvPr id="1" name="Shape 217"/>
        <p:cNvGrpSpPr/>
        <p:nvPr/>
      </p:nvGrpSpPr>
      <p:grpSpPr>
        <a:xfrm>
          <a:off x="0" y="0"/>
          <a:ext cx="0" cy="0"/>
          <a:chOff x="0" y="0"/>
          <a:chExt cx="0" cy="0"/>
        </a:xfrm>
      </p:grpSpPr>
      <p:sp>
        <p:nvSpPr>
          <p:cNvPr id="218" name="Google Shape;218;p126"/>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9" name="Google Shape;219;p126"/>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0" name="Google Shape;220;p126"/>
          <p:cNvSpPr txBox="1">
            <a:spLocks noGrp="1"/>
          </p:cNvSpPr>
          <p:nvPr>
            <p:ph type="body" idx="2"/>
          </p:nvPr>
        </p:nvSpPr>
        <p:spPr>
          <a:xfrm>
            <a:off x="4677156"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226"/>
        <p:cNvGrpSpPr/>
        <p:nvPr/>
      </p:nvGrpSpPr>
      <p:grpSpPr>
        <a:xfrm>
          <a:off x="0" y="0"/>
          <a:ext cx="0" cy="0"/>
          <a:chOff x="0" y="0"/>
          <a:chExt cx="0" cy="0"/>
        </a:xfrm>
      </p:grpSpPr>
      <p:sp>
        <p:nvSpPr>
          <p:cNvPr id="227" name="Google Shape;227;p55"/>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8" name="Google Shape;228;p55"/>
          <p:cNvSpPr txBox="1">
            <a:spLocks noGrp="1"/>
          </p:cNvSpPr>
          <p:nvPr>
            <p:ph type="body" idx="1"/>
          </p:nvPr>
        </p:nvSpPr>
        <p:spPr>
          <a:xfrm>
            <a:off x="342901" y="1007270"/>
            <a:ext cx="4124325" cy="3483768"/>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Font typeface="Arial"/>
              <a:buChar char="▪"/>
              <a:defRPr sz="1200">
                <a:solidFill>
                  <a:schemeClr val="dk1"/>
                </a:solidFill>
                <a:latin typeface="Arial"/>
                <a:ea typeface="Arial"/>
                <a:cs typeface="Arial"/>
                <a:sym typeface="Arial"/>
              </a:defRPr>
            </a:lvl1pPr>
            <a:lvl2pPr marL="914400" marR="0" lvl="1" indent="-304800" algn="l">
              <a:lnSpc>
                <a:spcPct val="100000"/>
              </a:lnSpc>
              <a:spcBef>
                <a:spcPts val="900"/>
              </a:spcBef>
              <a:spcAft>
                <a:spcPts val="0"/>
              </a:spcAft>
              <a:buClr>
                <a:schemeClr val="dk1"/>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9"/>
        <p:cNvGrpSpPr/>
        <p:nvPr/>
      </p:nvGrpSpPr>
      <p:grpSpPr>
        <a:xfrm>
          <a:off x="0" y="0"/>
          <a:ext cx="0" cy="0"/>
          <a:chOff x="0" y="0"/>
          <a:chExt cx="0" cy="0"/>
        </a:xfrm>
      </p:grpSpPr>
      <p:sp>
        <p:nvSpPr>
          <p:cNvPr id="230" name="Google Shape;230;p127"/>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231"/>
        <p:cNvGrpSpPr/>
        <p:nvPr/>
      </p:nvGrpSpPr>
      <p:grpSpPr>
        <a:xfrm>
          <a:off x="0" y="0"/>
          <a:ext cx="0" cy="0"/>
          <a:chOff x="0" y="0"/>
          <a:chExt cx="0" cy="0"/>
        </a:xfrm>
      </p:grpSpPr>
      <p:pic>
        <p:nvPicPr>
          <p:cNvPr id="232" name="Google Shape;232;p12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33" name="Google Shape;233;p128"/>
          <p:cNvSpPr txBox="1">
            <a:spLocks noGrp="1"/>
          </p:cNvSpPr>
          <p:nvPr>
            <p:ph type="body" idx="1"/>
          </p:nvPr>
        </p:nvSpPr>
        <p:spPr>
          <a:xfrm>
            <a:off x="1625146" y="2853589"/>
            <a:ext cx="3408768" cy="4154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400"/>
            </a:lvl1pPr>
            <a:lvl2pPr marL="914400" lvl="1" indent="-228600" algn="l">
              <a:lnSpc>
                <a:spcPct val="100000"/>
              </a:lnSpc>
              <a:spcBef>
                <a:spcPts val="0"/>
              </a:spcBef>
              <a:spcAft>
                <a:spcPts val="0"/>
              </a:spcAft>
              <a:buClr>
                <a:schemeClr val="lt1"/>
              </a:buClr>
              <a:buSzPts val="1200"/>
              <a:buNone/>
              <a:defRPr/>
            </a:lvl2pPr>
            <a:lvl3pPr marL="1371600" lvl="2" indent="-228600" algn="l">
              <a:lnSpc>
                <a:spcPct val="100000"/>
              </a:lnSpc>
              <a:spcBef>
                <a:spcPts val="900"/>
              </a:spcBef>
              <a:spcAft>
                <a:spcPts val="0"/>
              </a:spcAft>
              <a:buClr>
                <a:schemeClr val="lt1"/>
              </a:buClr>
              <a:buSzPts val="1200"/>
              <a:buNone/>
              <a:defRPr/>
            </a:lvl3pPr>
            <a:lvl4pPr marL="1828800" lvl="3" indent="-228600" algn="l">
              <a:lnSpc>
                <a:spcPct val="100000"/>
              </a:lnSpc>
              <a:spcBef>
                <a:spcPts val="900"/>
              </a:spcBef>
              <a:spcAft>
                <a:spcPts val="0"/>
              </a:spcAft>
              <a:buClr>
                <a:schemeClr val="lt1"/>
              </a:buClr>
              <a:buSzPts val="1200"/>
              <a:buNone/>
              <a:defRPr/>
            </a:lvl4pPr>
            <a:lvl5pPr marL="2286000" lvl="4" indent="-228600" algn="l">
              <a:lnSpc>
                <a:spcPct val="100000"/>
              </a:lnSpc>
              <a:spcBef>
                <a:spcPts val="900"/>
              </a:spcBef>
              <a:spcAft>
                <a:spcPts val="0"/>
              </a:spcAft>
              <a:buClr>
                <a:schemeClr val="lt1"/>
              </a:buClr>
              <a:buSzPts val="1200"/>
              <a:buNone/>
              <a:defRPr/>
            </a:lvl5pPr>
            <a:lvl6pPr marL="2743200" lvl="5" indent="-317500" algn="l">
              <a:lnSpc>
                <a:spcPct val="90000"/>
              </a:lnSpc>
              <a:spcBef>
                <a:spcPts val="9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234" name="Google Shape;234;p128"/>
          <p:cNvSpPr txBox="1">
            <a:spLocks noGrp="1"/>
          </p:cNvSpPr>
          <p:nvPr>
            <p:ph type="ctrTitle"/>
          </p:nvPr>
        </p:nvSpPr>
        <p:spPr>
          <a:xfrm>
            <a:off x="1625146" y="1265989"/>
            <a:ext cx="3408768"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5" name="Google Shape;235;p128"/>
          <p:cNvSpPr/>
          <p:nvPr/>
        </p:nvSpPr>
        <p:spPr>
          <a:xfrm>
            <a:off x="5294117"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400" b="0" i="0" u="none" strike="noStrike" cap="none" dirty="0">
              <a:solidFill>
                <a:schemeClr val="dk1"/>
              </a:solidFill>
              <a:latin typeface="Arial"/>
              <a:ea typeface="Arial"/>
              <a:cs typeface="Arial"/>
              <a:sym typeface="Arial"/>
            </a:endParaRPr>
          </a:p>
        </p:txBody>
      </p:sp>
      <p:sp>
        <p:nvSpPr>
          <p:cNvPr id="236" name="Google Shape;236;p128"/>
          <p:cNvSpPr/>
          <p:nvPr/>
        </p:nvSpPr>
        <p:spPr>
          <a:xfrm>
            <a:off x="1191348"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400" b="0" i="0" u="none" strike="noStrike" cap="none" dirty="0">
              <a:solidFill>
                <a:schemeClr val="dk1"/>
              </a:solidFill>
              <a:latin typeface="Arial"/>
              <a:ea typeface="Arial"/>
              <a:cs typeface="Arial"/>
              <a:sym typeface="Arial"/>
            </a:endParaRPr>
          </a:p>
        </p:txBody>
      </p:sp>
      <p:sp>
        <p:nvSpPr>
          <p:cNvPr id="237" name="Google Shape;237;p128"/>
          <p:cNvSpPr txBox="1"/>
          <p:nvPr/>
        </p:nvSpPr>
        <p:spPr>
          <a:xfrm>
            <a:off x="345193" y="4647380"/>
            <a:ext cx="5286681" cy="2308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500" b="0" i="0" u="none" strike="noStrike" cap="none" dirty="0">
              <a:solidFill>
                <a:schemeClr val="lt1"/>
              </a:solidFill>
              <a:latin typeface="Arial"/>
              <a:ea typeface="Arial"/>
              <a:cs typeface="Arial"/>
              <a:sym typeface="Arial"/>
            </a:endParaRPr>
          </a:p>
        </p:txBody>
      </p:sp>
      <p:pic>
        <p:nvPicPr>
          <p:cNvPr id="238" name="Google Shape;238;p128"/>
          <p:cNvPicPr preferRelativeResize="0"/>
          <p:nvPr/>
        </p:nvPicPr>
        <p:blipFill rotWithShape="1">
          <a:blip r:embed="rId3">
            <a:alphaModFix/>
          </a:blip>
          <a:srcRect/>
          <a:stretch/>
        </p:blipFill>
        <p:spPr>
          <a:xfrm>
            <a:off x="7269480" y="4539996"/>
            <a:ext cx="1530907" cy="349758"/>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itle Slide 2">
  <p:cSld name="Title Slide 2">
    <p:bg>
      <p:bgPr>
        <a:solidFill>
          <a:schemeClr val="lt1"/>
        </a:solidFill>
        <a:effectLst/>
      </p:bgPr>
    </p:bg>
    <p:spTree>
      <p:nvGrpSpPr>
        <p:cNvPr id="1" name="Shape 239"/>
        <p:cNvGrpSpPr/>
        <p:nvPr/>
      </p:nvGrpSpPr>
      <p:grpSpPr>
        <a:xfrm>
          <a:off x="0" y="0"/>
          <a:ext cx="0" cy="0"/>
          <a:chOff x="0" y="0"/>
          <a:chExt cx="0" cy="0"/>
        </a:xfrm>
      </p:grpSpPr>
      <p:sp>
        <p:nvSpPr>
          <p:cNvPr id="240" name="Google Shape;240;p129"/>
          <p:cNvSpPr txBox="1">
            <a:spLocks noGrp="1"/>
          </p:cNvSpPr>
          <p:nvPr>
            <p:ph type="body" idx="1"/>
          </p:nvPr>
        </p:nvSpPr>
        <p:spPr>
          <a:xfrm>
            <a:off x="1625146" y="2853589"/>
            <a:ext cx="3408768" cy="4154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400">
                <a:solidFill>
                  <a:schemeClr val="accent1"/>
                </a:solidFill>
              </a:defRPr>
            </a:lvl1pPr>
            <a:lvl2pPr marL="914400" lvl="1" indent="-228600" algn="l">
              <a:lnSpc>
                <a:spcPct val="100000"/>
              </a:lnSpc>
              <a:spcBef>
                <a:spcPts val="0"/>
              </a:spcBef>
              <a:spcAft>
                <a:spcPts val="0"/>
              </a:spcAft>
              <a:buClr>
                <a:schemeClr val="dk1"/>
              </a:buClr>
              <a:buSzPts val="1200"/>
              <a:buNone/>
              <a:defRPr/>
            </a:lvl2pPr>
            <a:lvl3pPr marL="1371600" lvl="2" indent="-228600" algn="l">
              <a:lnSpc>
                <a:spcPct val="100000"/>
              </a:lnSpc>
              <a:spcBef>
                <a:spcPts val="900"/>
              </a:spcBef>
              <a:spcAft>
                <a:spcPts val="0"/>
              </a:spcAft>
              <a:buClr>
                <a:schemeClr val="dk1"/>
              </a:buClr>
              <a:buSzPts val="1200"/>
              <a:buNone/>
              <a:defRPr/>
            </a:lvl3pPr>
            <a:lvl4pPr marL="1828800" lvl="3" indent="-228600" algn="l">
              <a:lnSpc>
                <a:spcPct val="100000"/>
              </a:lnSpc>
              <a:spcBef>
                <a:spcPts val="900"/>
              </a:spcBef>
              <a:spcAft>
                <a:spcPts val="0"/>
              </a:spcAft>
              <a:buClr>
                <a:schemeClr val="dk1"/>
              </a:buClr>
              <a:buSzPts val="1200"/>
              <a:buNone/>
              <a:defRPr/>
            </a:lvl4pPr>
            <a:lvl5pPr marL="2286000" lvl="4" indent="-228600" algn="l">
              <a:lnSpc>
                <a:spcPct val="100000"/>
              </a:lnSpc>
              <a:spcBef>
                <a:spcPts val="900"/>
              </a:spcBef>
              <a:spcAft>
                <a:spcPts val="0"/>
              </a:spcAft>
              <a:buClr>
                <a:schemeClr val="dk1"/>
              </a:buClr>
              <a:buSzPts val="1200"/>
              <a:buNone/>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41" name="Google Shape;241;p129"/>
          <p:cNvSpPr txBox="1">
            <a:spLocks noGrp="1"/>
          </p:cNvSpPr>
          <p:nvPr>
            <p:ph type="ctrTitle"/>
          </p:nvPr>
        </p:nvSpPr>
        <p:spPr>
          <a:xfrm>
            <a:off x="1625146" y="1265989"/>
            <a:ext cx="3408768"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2" name="Google Shape;242;p129"/>
          <p:cNvSpPr/>
          <p:nvPr/>
        </p:nvSpPr>
        <p:spPr>
          <a:xfrm>
            <a:off x="5294117"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43" name="Google Shape;243;p129"/>
          <p:cNvSpPr/>
          <p:nvPr/>
        </p:nvSpPr>
        <p:spPr>
          <a:xfrm>
            <a:off x="1191348"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44" name="Google Shape;244;p129"/>
          <p:cNvSpPr txBox="1"/>
          <p:nvPr/>
        </p:nvSpPr>
        <p:spPr>
          <a:xfrm>
            <a:off x="345193" y="4647380"/>
            <a:ext cx="5286681" cy="2308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dk1"/>
                </a:solidFill>
                <a:latin typeface="Arial"/>
                <a:ea typeface="Arial"/>
                <a:cs typeface="Arial"/>
                <a:sym typeface="Arial"/>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500" b="0" i="0" u="none" strike="noStrike" cap="none" dirty="0">
              <a:solidFill>
                <a:schemeClr val="dk1"/>
              </a:solidFill>
              <a:latin typeface="Arial"/>
              <a:ea typeface="Arial"/>
              <a:cs typeface="Arial"/>
              <a:sym typeface="Arial"/>
            </a:endParaRPr>
          </a:p>
        </p:txBody>
      </p:sp>
      <p:pic>
        <p:nvPicPr>
          <p:cNvPr id="245" name="Google Shape;245;p129"/>
          <p:cNvPicPr preferRelativeResize="0"/>
          <p:nvPr/>
        </p:nvPicPr>
        <p:blipFill rotWithShape="1">
          <a:blip r:embed="rId2">
            <a:alphaModFix/>
          </a:blip>
          <a:srcRect/>
          <a:stretch/>
        </p:blipFill>
        <p:spPr>
          <a:xfrm>
            <a:off x="7269480" y="4539996"/>
            <a:ext cx="1529048" cy="349758"/>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6"/>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7"/>
        <p:cNvGrpSpPr/>
        <p:nvPr/>
      </p:nvGrpSpPr>
      <p:grpSpPr>
        <a:xfrm>
          <a:off x="0" y="0"/>
          <a:ext cx="0" cy="0"/>
          <a:chOff x="0" y="0"/>
          <a:chExt cx="0" cy="0"/>
        </a:xfrm>
      </p:grpSpPr>
      <p:sp>
        <p:nvSpPr>
          <p:cNvPr id="248" name="Google Shape;248;p131"/>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9" name="Google Shape;249;p131"/>
          <p:cNvSpPr txBox="1">
            <a:spLocks noGrp="1"/>
          </p:cNvSpPr>
          <p:nvPr>
            <p:ph type="body" idx="1"/>
          </p:nvPr>
        </p:nvSpPr>
        <p:spPr>
          <a:xfrm>
            <a:off x="342900" y="1007269"/>
            <a:ext cx="8457010" cy="3483767"/>
          </a:xfrm>
          <a:prstGeom prst="rect">
            <a:avLst/>
          </a:prstGeom>
          <a:noFill/>
          <a:ln>
            <a:noFill/>
          </a:ln>
        </p:spPr>
        <p:txBody>
          <a:bodyPr spcFirstLastPara="1" wrap="square" lIns="0" tIns="0" rIns="0" bIns="0" anchor="t" anchorCtr="0">
            <a:noAutofit/>
          </a:bodyPr>
          <a:lstStyle>
            <a:lvl1pPr marL="457200" marR="0" lvl="0" indent="-304800" algn="l">
              <a:lnSpc>
                <a:spcPct val="100000"/>
              </a:lnSpc>
              <a:spcBef>
                <a:spcPts val="0"/>
              </a:spcBef>
              <a:spcAft>
                <a:spcPts val="0"/>
              </a:spcAft>
              <a:buClr>
                <a:schemeClr val="dk2"/>
              </a:buClr>
              <a:buSzPts val="1200"/>
              <a:buFont typeface="Arial"/>
              <a:buChar char="▪"/>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250"/>
        <p:cNvGrpSpPr/>
        <p:nvPr/>
      </p:nvGrpSpPr>
      <p:grpSpPr>
        <a:xfrm>
          <a:off x="0" y="0"/>
          <a:ext cx="0" cy="0"/>
          <a:chOff x="0" y="0"/>
          <a:chExt cx="0" cy="0"/>
        </a:xfrm>
      </p:grpSpPr>
      <p:sp>
        <p:nvSpPr>
          <p:cNvPr id="251" name="Google Shape;251;p132"/>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2" name="Google Shape;252;p132"/>
          <p:cNvSpPr txBox="1">
            <a:spLocks noGrp="1"/>
          </p:cNvSpPr>
          <p:nvPr>
            <p:ph type="body" idx="1"/>
          </p:nvPr>
        </p:nvSpPr>
        <p:spPr>
          <a:xfrm>
            <a:off x="342901" y="1007270"/>
            <a:ext cx="4124325" cy="3483768"/>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Char char="▪"/>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Char char="–"/>
              <a:defRPr sz="1200"/>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53" name="Google Shape;253;p132"/>
          <p:cNvSpPr txBox="1">
            <a:spLocks noGrp="1"/>
          </p:cNvSpPr>
          <p:nvPr>
            <p:ph type="body" idx="2"/>
          </p:nvPr>
        </p:nvSpPr>
        <p:spPr>
          <a:xfrm>
            <a:off x="4675585" y="1007270"/>
            <a:ext cx="4124325" cy="3483768"/>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Char char="▪"/>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Three column">
  <p:cSld name="1_Three column">
    <p:spTree>
      <p:nvGrpSpPr>
        <p:cNvPr id="1" name="Shape 254"/>
        <p:cNvGrpSpPr/>
        <p:nvPr/>
      </p:nvGrpSpPr>
      <p:grpSpPr>
        <a:xfrm>
          <a:off x="0" y="0"/>
          <a:ext cx="0" cy="0"/>
          <a:chOff x="0" y="0"/>
          <a:chExt cx="0" cy="0"/>
        </a:xfrm>
      </p:grpSpPr>
      <p:sp>
        <p:nvSpPr>
          <p:cNvPr id="255" name="Google Shape;255;p133"/>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6" name="Google Shape;256;p133"/>
          <p:cNvSpPr txBox="1">
            <a:spLocks noGrp="1"/>
          </p:cNvSpPr>
          <p:nvPr>
            <p:ph type="body" idx="1"/>
          </p:nvPr>
        </p:nvSpPr>
        <p:spPr>
          <a:xfrm>
            <a:off x="342900" y="1007269"/>
            <a:ext cx="2502694"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57" name="Google Shape;257;p133"/>
          <p:cNvSpPr txBox="1">
            <a:spLocks noGrp="1"/>
          </p:cNvSpPr>
          <p:nvPr>
            <p:ph type="body" idx="2"/>
          </p:nvPr>
        </p:nvSpPr>
        <p:spPr>
          <a:xfrm>
            <a:off x="3320058" y="1007268"/>
            <a:ext cx="2502694"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58" name="Google Shape;258;p133"/>
          <p:cNvSpPr txBox="1">
            <a:spLocks noGrp="1"/>
          </p:cNvSpPr>
          <p:nvPr>
            <p:ph type="body" idx="3"/>
          </p:nvPr>
        </p:nvSpPr>
        <p:spPr>
          <a:xfrm>
            <a:off x="6297216" y="1007267"/>
            <a:ext cx="2502694"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259"/>
        <p:cNvGrpSpPr/>
        <p:nvPr/>
      </p:nvGrpSpPr>
      <p:grpSpPr>
        <a:xfrm>
          <a:off x="0" y="0"/>
          <a:ext cx="0" cy="0"/>
          <a:chOff x="0" y="0"/>
          <a:chExt cx="0" cy="0"/>
        </a:xfrm>
      </p:grpSpPr>
      <p:sp>
        <p:nvSpPr>
          <p:cNvPr id="260" name="Google Shape;260;p134"/>
          <p:cNvSpPr txBox="1">
            <a:spLocks noGrp="1"/>
          </p:cNvSpPr>
          <p:nvPr>
            <p:ph type="body" idx="1"/>
          </p:nvPr>
        </p:nvSpPr>
        <p:spPr>
          <a:xfrm>
            <a:off x="342900" y="1007269"/>
            <a:ext cx="2502694"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1" name="Google Shape;261;p134"/>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2" name="Google Shape;262;p134"/>
          <p:cNvSpPr txBox="1">
            <a:spLocks noGrp="1"/>
          </p:cNvSpPr>
          <p:nvPr>
            <p:ph type="body" idx="2"/>
          </p:nvPr>
        </p:nvSpPr>
        <p:spPr>
          <a:xfrm>
            <a:off x="3320057" y="1007268"/>
            <a:ext cx="2502694"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3" name="Google Shape;263;p134"/>
          <p:cNvSpPr txBox="1">
            <a:spLocks noGrp="1"/>
          </p:cNvSpPr>
          <p:nvPr>
            <p:ph type="body" idx="3"/>
          </p:nvPr>
        </p:nvSpPr>
        <p:spPr>
          <a:xfrm>
            <a:off x="6297215" y="1007269"/>
            <a:ext cx="2502694"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Four column">
  <p:cSld name="Four column">
    <p:spTree>
      <p:nvGrpSpPr>
        <p:cNvPr id="1" name="Shape 264"/>
        <p:cNvGrpSpPr/>
        <p:nvPr/>
      </p:nvGrpSpPr>
      <p:grpSpPr>
        <a:xfrm>
          <a:off x="0" y="0"/>
          <a:ext cx="0" cy="0"/>
          <a:chOff x="0" y="0"/>
          <a:chExt cx="0" cy="0"/>
        </a:xfrm>
      </p:grpSpPr>
      <p:sp>
        <p:nvSpPr>
          <p:cNvPr id="265" name="Google Shape;265;p135"/>
          <p:cNvSpPr txBox="1">
            <a:spLocks noGrp="1"/>
          </p:cNvSpPr>
          <p:nvPr>
            <p:ph type="body" idx="1"/>
          </p:nvPr>
        </p:nvSpPr>
        <p:spPr>
          <a:xfrm>
            <a:off x="342900"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6" name="Google Shape;266;p135"/>
          <p:cNvSpPr txBox="1">
            <a:spLocks noGrp="1"/>
          </p:cNvSpPr>
          <p:nvPr>
            <p:ph type="body" idx="2"/>
          </p:nvPr>
        </p:nvSpPr>
        <p:spPr>
          <a:xfrm>
            <a:off x="2531507"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7" name="Google Shape;267;p135"/>
          <p:cNvSpPr txBox="1">
            <a:spLocks noGrp="1"/>
          </p:cNvSpPr>
          <p:nvPr>
            <p:ph type="body" idx="3"/>
          </p:nvPr>
        </p:nvSpPr>
        <p:spPr>
          <a:xfrm>
            <a:off x="4691064"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8" name="Google Shape;268;p135"/>
          <p:cNvSpPr txBox="1">
            <a:spLocks noGrp="1"/>
          </p:cNvSpPr>
          <p:nvPr>
            <p:ph type="body" idx="4"/>
          </p:nvPr>
        </p:nvSpPr>
        <p:spPr>
          <a:xfrm>
            <a:off x="6877288"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9" name="Google Shape;269;p135"/>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Four column shaded">
  <p:cSld name="Four column shaded">
    <p:spTree>
      <p:nvGrpSpPr>
        <p:cNvPr id="1" name="Shape 270"/>
        <p:cNvGrpSpPr/>
        <p:nvPr/>
      </p:nvGrpSpPr>
      <p:grpSpPr>
        <a:xfrm>
          <a:off x="0" y="0"/>
          <a:ext cx="0" cy="0"/>
          <a:chOff x="0" y="0"/>
          <a:chExt cx="0" cy="0"/>
        </a:xfrm>
      </p:grpSpPr>
      <p:sp>
        <p:nvSpPr>
          <p:cNvPr id="271" name="Google Shape;271;p136"/>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2" name="Google Shape;272;p136"/>
          <p:cNvSpPr txBox="1">
            <a:spLocks noGrp="1"/>
          </p:cNvSpPr>
          <p:nvPr>
            <p:ph type="body" idx="1"/>
          </p:nvPr>
        </p:nvSpPr>
        <p:spPr>
          <a:xfrm>
            <a:off x="342900"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3" name="Google Shape;273;p136"/>
          <p:cNvSpPr txBox="1">
            <a:spLocks noGrp="1"/>
          </p:cNvSpPr>
          <p:nvPr>
            <p:ph type="body" idx="2"/>
          </p:nvPr>
        </p:nvSpPr>
        <p:spPr>
          <a:xfrm>
            <a:off x="2522615"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4" name="Google Shape;274;p136"/>
          <p:cNvSpPr txBox="1">
            <a:spLocks noGrp="1"/>
          </p:cNvSpPr>
          <p:nvPr>
            <p:ph type="body" idx="3"/>
          </p:nvPr>
        </p:nvSpPr>
        <p:spPr>
          <a:xfrm>
            <a:off x="4699951"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5" name="Google Shape;275;p136"/>
          <p:cNvSpPr txBox="1">
            <a:spLocks noGrp="1"/>
          </p:cNvSpPr>
          <p:nvPr>
            <p:ph type="body" idx="4"/>
          </p:nvPr>
        </p:nvSpPr>
        <p:spPr>
          <a:xfrm>
            <a:off x="6874907"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276"/>
        <p:cNvGrpSpPr/>
        <p:nvPr/>
      </p:nvGrpSpPr>
      <p:grpSpPr>
        <a:xfrm>
          <a:off x="0" y="0"/>
          <a:ext cx="0" cy="0"/>
          <a:chOff x="0" y="0"/>
          <a:chExt cx="0" cy="0"/>
        </a:xfrm>
      </p:grpSpPr>
      <p:sp>
        <p:nvSpPr>
          <p:cNvPr id="277" name="Google Shape;277;p137"/>
          <p:cNvSpPr/>
          <p:nvPr/>
        </p:nvSpPr>
        <p:spPr>
          <a:xfrm>
            <a:off x="5355674" y="1015529"/>
            <a:ext cx="3788325" cy="2465195"/>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78" name="Google Shape;278;p137"/>
          <p:cNvSpPr txBox="1">
            <a:spLocks noGrp="1"/>
          </p:cNvSpPr>
          <p:nvPr>
            <p:ph type="title"/>
          </p:nvPr>
        </p:nvSpPr>
        <p:spPr>
          <a:xfrm>
            <a:off x="1541435" y="1145382"/>
            <a:ext cx="3680074" cy="22029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rgbClr val="002856"/>
              </a:buClr>
              <a:buSzPts val="2400"/>
              <a:buFont typeface="Arial Black"/>
              <a:buNone/>
              <a:defRPr sz="2400" b="0">
                <a:solidFill>
                  <a:srgbClr val="002856"/>
                </a:solidFill>
                <a:latin typeface="Arial Black"/>
                <a:ea typeface="Arial Black"/>
                <a:cs typeface="Arial Black"/>
                <a:sym typeface="Arial Black"/>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9" name="Google Shape;279;p137"/>
          <p:cNvSpPr/>
          <p:nvPr/>
        </p:nvSpPr>
        <p:spPr>
          <a:xfrm>
            <a:off x="-2" y="1015529"/>
            <a:ext cx="1315466" cy="2465195"/>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Divider W1_Sky">
  <p:cSld name="Divider W1_Sky">
    <p:spTree>
      <p:nvGrpSpPr>
        <p:cNvPr id="1" name="Shape 280"/>
        <p:cNvGrpSpPr/>
        <p:nvPr/>
      </p:nvGrpSpPr>
      <p:grpSpPr>
        <a:xfrm>
          <a:off x="0" y="0"/>
          <a:ext cx="0" cy="0"/>
          <a:chOff x="0" y="0"/>
          <a:chExt cx="0" cy="0"/>
        </a:xfrm>
      </p:grpSpPr>
      <p:sp>
        <p:nvSpPr>
          <p:cNvPr id="281" name="Google Shape;281;p138"/>
          <p:cNvSpPr/>
          <p:nvPr/>
        </p:nvSpPr>
        <p:spPr>
          <a:xfrm>
            <a:off x="5355674" y="1015529"/>
            <a:ext cx="3788325"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82" name="Google Shape;282;p138"/>
          <p:cNvSpPr/>
          <p:nvPr/>
        </p:nvSpPr>
        <p:spPr>
          <a:xfrm>
            <a:off x="-2" y="1015529"/>
            <a:ext cx="1315466"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83" name="Google Shape;283;p138"/>
          <p:cNvSpPr txBox="1">
            <a:spLocks noGrp="1"/>
          </p:cNvSpPr>
          <p:nvPr>
            <p:ph type="title"/>
          </p:nvPr>
        </p:nvSpPr>
        <p:spPr>
          <a:xfrm>
            <a:off x="1541435" y="1145382"/>
            <a:ext cx="3680074" cy="22029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1"/>
              </a:buClr>
              <a:buSzPts val="2400"/>
              <a:buFont typeface="Arial Black"/>
              <a:buNone/>
              <a:defRPr sz="2400" b="0">
                <a:solidFill>
                  <a:schemeClr val="accent1"/>
                </a:solidFill>
                <a:latin typeface="Arial Black"/>
                <a:ea typeface="Arial Black"/>
                <a:cs typeface="Arial Black"/>
                <a:sym typeface="Arial Black"/>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84"/>
        <p:cNvGrpSpPr/>
        <p:nvPr/>
      </p:nvGrpSpPr>
      <p:grpSpPr>
        <a:xfrm>
          <a:off x="0" y="0"/>
          <a:ext cx="0" cy="0"/>
          <a:chOff x="0" y="0"/>
          <a:chExt cx="0" cy="0"/>
        </a:xfrm>
      </p:grpSpPr>
      <p:sp>
        <p:nvSpPr>
          <p:cNvPr id="285" name="Google Shape;285;p139"/>
          <p:cNvSpPr txBox="1">
            <a:spLocks noGrp="1"/>
          </p:cNvSpPr>
          <p:nvPr>
            <p:ph type="title"/>
          </p:nvPr>
        </p:nvSpPr>
        <p:spPr>
          <a:xfrm>
            <a:off x="342899" y="756951"/>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6" name="Google Shape;286;p139"/>
          <p:cNvSpPr txBox="1">
            <a:spLocks noGrp="1"/>
          </p:cNvSpPr>
          <p:nvPr>
            <p:ph type="body" idx="1"/>
          </p:nvPr>
        </p:nvSpPr>
        <p:spPr>
          <a:xfrm>
            <a:off x="342899"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100"/>
              <a:buNone/>
              <a:defRPr sz="1100">
                <a:solidFill>
                  <a:schemeClr val="dk1"/>
                </a:solidFill>
              </a:defRPr>
            </a:lvl1pPr>
            <a:lvl2pPr marL="914400" lvl="1" indent="-228600" algn="l">
              <a:lnSpc>
                <a:spcPct val="100000"/>
              </a:lnSpc>
              <a:spcBef>
                <a:spcPts val="900"/>
              </a:spcBef>
              <a:spcAft>
                <a:spcPts val="0"/>
              </a:spcAft>
              <a:buClr>
                <a:srgbClr val="888888"/>
              </a:buClr>
              <a:buSzPts val="1500"/>
              <a:buNone/>
              <a:defRPr sz="1500">
                <a:solidFill>
                  <a:srgbClr val="888888"/>
                </a:solidFill>
              </a:defRPr>
            </a:lvl2pPr>
            <a:lvl3pPr marL="1371600" lvl="2" indent="-228600" algn="l">
              <a:lnSpc>
                <a:spcPct val="100000"/>
              </a:lnSpc>
              <a:spcBef>
                <a:spcPts val="900"/>
              </a:spcBef>
              <a:spcAft>
                <a:spcPts val="0"/>
              </a:spcAft>
              <a:buClr>
                <a:srgbClr val="888888"/>
              </a:buClr>
              <a:buSzPts val="1400"/>
              <a:buNone/>
              <a:defRPr sz="1400">
                <a:solidFill>
                  <a:srgbClr val="888888"/>
                </a:solidFill>
              </a:defRPr>
            </a:lvl3pPr>
            <a:lvl4pPr marL="1828800" lvl="3" indent="-228600" algn="l">
              <a:lnSpc>
                <a:spcPct val="100000"/>
              </a:lnSpc>
              <a:spcBef>
                <a:spcPts val="900"/>
              </a:spcBef>
              <a:spcAft>
                <a:spcPts val="0"/>
              </a:spcAft>
              <a:buClr>
                <a:srgbClr val="888888"/>
              </a:buClr>
              <a:buSzPts val="1200"/>
              <a:buNone/>
              <a:defRPr sz="1200">
                <a:solidFill>
                  <a:srgbClr val="888888"/>
                </a:solidFill>
              </a:defRPr>
            </a:lvl4pPr>
            <a:lvl5pPr marL="2286000" lvl="4" indent="-228600" algn="l">
              <a:lnSpc>
                <a:spcPct val="10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9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Quote with photo">
  <p:cSld name="Quote with photo">
    <p:spTree>
      <p:nvGrpSpPr>
        <p:cNvPr id="1" name="Shape 287"/>
        <p:cNvGrpSpPr/>
        <p:nvPr/>
      </p:nvGrpSpPr>
      <p:grpSpPr>
        <a:xfrm>
          <a:off x="0" y="0"/>
          <a:ext cx="0" cy="0"/>
          <a:chOff x="0" y="0"/>
          <a:chExt cx="0" cy="0"/>
        </a:xfrm>
      </p:grpSpPr>
      <p:sp>
        <p:nvSpPr>
          <p:cNvPr id="288" name="Google Shape;288;p140"/>
          <p:cNvSpPr>
            <a:spLocks noGrp="1"/>
          </p:cNvSpPr>
          <p:nvPr>
            <p:ph type="pic" idx="2"/>
          </p:nvPr>
        </p:nvSpPr>
        <p:spPr>
          <a:xfrm>
            <a:off x="5280660" y="1009649"/>
            <a:ext cx="3518154" cy="3223260"/>
          </a:xfrm>
          <a:prstGeom prst="rect">
            <a:avLst/>
          </a:prstGeom>
          <a:noFill/>
          <a:ln>
            <a:noFill/>
          </a:ln>
        </p:spPr>
      </p:sp>
      <p:sp>
        <p:nvSpPr>
          <p:cNvPr id="289" name="Google Shape;289;p140"/>
          <p:cNvSpPr txBox="1">
            <a:spLocks noGrp="1"/>
          </p:cNvSpPr>
          <p:nvPr>
            <p:ph type="title"/>
          </p:nvPr>
        </p:nvSpPr>
        <p:spPr>
          <a:xfrm>
            <a:off x="342899" y="756951"/>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0" name="Google Shape;290;p140"/>
          <p:cNvSpPr txBox="1">
            <a:spLocks noGrp="1"/>
          </p:cNvSpPr>
          <p:nvPr>
            <p:ph type="body" idx="1"/>
          </p:nvPr>
        </p:nvSpPr>
        <p:spPr>
          <a:xfrm>
            <a:off x="342899"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100"/>
              <a:buNone/>
              <a:defRPr sz="1100">
                <a:solidFill>
                  <a:schemeClr val="dk1"/>
                </a:solidFill>
              </a:defRPr>
            </a:lvl1pPr>
            <a:lvl2pPr marL="914400" lvl="1" indent="-228600" algn="l">
              <a:lnSpc>
                <a:spcPct val="100000"/>
              </a:lnSpc>
              <a:spcBef>
                <a:spcPts val="900"/>
              </a:spcBef>
              <a:spcAft>
                <a:spcPts val="0"/>
              </a:spcAft>
              <a:buClr>
                <a:srgbClr val="888888"/>
              </a:buClr>
              <a:buSzPts val="1500"/>
              <a:buNone/>
              <a:defRPr sz="1500">
                <a:solidFill>
                  <a:srgbClr val="888888"/>
                </a:solidFill>
              </a:defRPr>
            </a:lvl2pPr>
            <a:lvl3pPr marL="1371600" lvl="2" indent="-228600" algn="l">
              <a:lnSpc>
                <a:spcPct val="100000"/>
              </a:lnSpc>
              <a:spcBef>
                <a:spcPts val="900"/>
              </a:spcBef>
              <a:spcAft>
                <a:spcPts val="0"/>
              </a:spcAft>
              <a:buClr>
                <a:srgbClr val="888888"/>
              </a:buClr>
              <a:buSzPts val="1400"/>
              <a:buNone/>
              <a:defRPr sz="1400">
                <a:solidFill>
                  <a:srgbClr val="888888"/>
                </a:solidFill>
              </a:defRPr>
            </a:lvl3pPr>
            <a:lvl4pPr marL="1828800" lvl="3" indent="-228600" algn="l">
              <a:lnSpc>
                <a:spcPct val="100000"/>
              </a:lnSpc>
              <a:spcBef>
                <a:spcPts val="900"/>
              </a:spcBef>
              <a:spcAft>
                <a:spcPts val="0"/>
              </a:spcAft>
              <a:buClr>
                <a:srgbClr val="888888"/>
              </a:buClr>
              <a:buSzPts val="1200"/>
              <a:buNone/>
              <a:defRPr sz="1200">
                <a:solidFill>
                  <a:srgbClr val="888888"/>
                </a:solidFill>
              </a:defRPr>
            </a:lvl4pPr>
            <a:lvl5pPr marL="2286000" lvl="4" indent="-228600" algn="l">
              <a:lnSpc>
                <a:spcPct val="10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9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Three column shaded">
  <p:cSld name="1_Three column shaded">
    <p:spTree>
      <p:nvGrpSpPr>
        <p:cNvPr id="1" name="Shape 291"/>
        <p:cNvGrpSpPr/>
        <p:nvPr/>
      </p:nvGrpSpPr>
      <p:grpSpPr>
        <a:xfrm>
          <a:off x="0" y="0"/>
          <a:ext cx="0" cy="0"/>
          <a:chOff x="0" y="0"/>
          <a:chExt cx="0" cy="0"/>
        </a:xfrm>
      </p:grpSpPr>
      <p:sp>
        <p:nvSpPr>
          <p:cNvPr id="292" name="Google Shape;292;p141"/>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3" name="Google Shape;293;p141"/>
          <p:cNvSpPr txBox="1">
            <a:spLocks noGrp="1"/>
          </p:cNvSpPr>
          <p:nvPr>
            <p:ph type="body" idx="1"/>
          </p:nvPr>
        </p:nvSpPr>
        <p:spPr>
          <a:xfrm>
            <a:off x="342900"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100000"/>
              </a:lnSpc>
              <a:spcBef>
                <a:spcPts val="0"/>
              </a:spcBef>
              <a:spcAft>
                <a:spcPts val="0"/>
              </a:spcAft>
              <a:buSzPts val="1500"/>
              <a:buChar char="▪"/>
              <a:defRPr sz="1500"/>
            </a:lvl1pPr>
            <a:lvl2pPr marL="914400" lvl="1" indent="-323850" algn="l">
              <a:lnSpc>
                <a:spcPct val="100000"/>
              </a:lnSpc>
              <a:spcBef>
                <a:spcPts val="900"/>
              </a:spcBef>
              <a:spcAft>
                <a:spcPts val="0"/>
              </a:spcAft>
              <a:buClr>
                <a:schemeClr val="dk1"/>
              </a:buClr>
              <a:buSzPts val="1500"/>
              <a:buChar char="–"/>
              <a:defRPr sz="1500"/>
            </a:lvl2pPr>
            <a:lvl3pPr marL="1371600" lvl="2" indent="-323850" algn="l">
              <a:lnSpc>
                <a:spcPct val="100000"/>
              </a:lnSpc>
              <a:spcBef>
                <a:spcPts val="900"/>
              </a:spcBef>
              <a:spcAft>
                <a:spcPts val="0"/>
              </a:spcAft>
              <a:buClr>
                <a:schemeClr val="dk1"/>
              </a:buClr>
              <a:buSzPts val="1500"/>
              <a:buChar char="▪"/>
              <a:defRPr sz="1500"/>
            </a:lvl3pPr>
            <a:lvl4pPr marL="1828800" lvl="3" indent="-323850" algn="l">
              <a:lnSpc>
                <a:spcPct val="100000"/>
              </a:lnSpc>
              <a:spcBef>
                <a:spcPts val="900"/>
              </a:spcBef>
              <a:spcAft>
                <a:spcPts val="0"/>
              </a:spcAft>
              <a:buClr>
                <a:schemeClr val="dk1"/>
              </a:buClr>
              <a:buSzPts val="1500"/>
              <a:buChar char="–"/>
              <a:defRPr sz="1500"/>
            </a:lvl4pPr>
            <a:lvl5pPr marL="2286000" lvl="4" indent="-323850" algn="l">
              <a:lnSpc>
                <a:spcPct val="100000"/>
              </a:lnSpc>
              <a:spcBef>
                <a:spcPts val="900"/>
              </a:spcBef>
              <a:spcAft>
                <a:spcPts val="0"/>
              </a:spcAft>
              <a:buClr>
                <a:schemeClr val="dk1"/>
              </a:buClr>
              <a:buSzPts val="1500"/>
              <a:buChar char="▪"/>
              <a:defRPr sz="15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94" name="Google Shape;294;p141"/>
          <p:cNvSpPr txBox="1">
            <a:spLocks noGrp="1"/>
          </p:cNvSpPr>
          <p:nvPr>
            <p:ph type="body" idx="2"/>
          </p:nvPr>
        </p:nvSpPr>
        <p:spPr>
          <a:xfrm>
            <a:off x="3319272"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100000"/>
              </a:lnSpc>
              <a:spcBef>
                <a:spcPts val="0"/>
              </a:spcBef>
              <a:spcAft>
                <a:spcPts val="0"/>
              </a:spcAft>
              <a:buSzPts val="1500"/>
              <a:buChar char="▪"/>
              <a:defRPr sz="1500"/>
            </a:lvl1pPr>
            <a:lvl2pPr marL="914400" lvl="1" indent="-323850" algn="l">
              <a:lnSpc>
                <a:spcPct val="100000"/>
              </a:lnSpc>
              <a:spcBef>
                <a:spcPts val="900"/>
              </a:spcBef>
              <a:spcAft>
                <a:spcPts val="0"/>
              </a:spcAft>
              <a:buClr>
                <a:schemeClr val="dk1"/>
              </a:buClr>
              <a:buSzPts val="1500"/>
              <a:buChar char="–"/>
              <a:defRPr sz="1500"/>
            </a:lvl2pPr>
            <a:lvl3pPr marL="1371600" lvl="2" indent="-323850" algn="l">
              <a:lnSpc>
                <a:spcPct val="100000"/>
              </a:lnSpc>
              <a:spcBef>
                <a:spcPts val="900"/>
              </a:spcBef>
              <a:spcAft>
                <a:spcPts val="0"/>
              </a:spcAft>
              <a:buClr>
                <a:schemeClr val="dk1"/>
              </a:buClr>
              <a:buSzPts val="1500"/>
              <a:buChar char="▪"/>
              <a:defRPr sz="1500"/>
            </a:lvl3pPr>
            <a:lvl4pPr marL="1828800" lvl="3" indent="-323850" algn="l">
              <a:lnSpc>
                <a:spcPct val="100000"/>
              </a:lnSpc>
              <a:spcBef>
                <a:spcPts val="900"/>
              </a:spcBef>
              <a:spcAft>
                <a:spcPts val="0"/>
              </a:spcAft>
              <a:buClr>
                <a:schemeClr val="dk1"/>
              </a:buClr>
              <a:buSzPts val="1500"/>
              <a:buChar char="–"/>
              <a:defRPr sz="1500"/>
            </a:lvl4pPr>
            <a:lvl5pPr marL="2286000" lvl="4" indent="-323850" algn="l">
              <a:lnSpc>
                <a:spcPct val="100000"/>
              </a:lnSpc>
              <a:spcBef>
                <a:spcPts val="900"/>
              </a:spcBef>
              <a:spcAft>
                <a:spcPts val="0"/>
              </a:spcAft>
              <a:buClr>
                <a:schemeClr val="dk1"/>
              </a:buClr>
              <a:buSzPts val="1500"/>
              <a:buChar char="▪"/>
              <a:defRPr sz="15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95" name="Google Shape;295;p141"/>
          <p:cNvSpPr txBox="1">
            <a:spLocks noGrp="1"/>
          </p:cNvSpPr>
          <p:nvPr>
            <p:ph type="body" idx="3"/>
          </p:nvPr>
        </p:nvSpPr>
        <p:spPr>
          <a:xfrm>
            <a:off x="6295644"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100000"/>
              </a:lnSpc>
              <a:spcBef>
                <a:spcPts val="0"/>
              </a:spcBef>
              <a:spcAft>
                <a:spcPts val="0"/>
              </a:spcAft>
              <a:buSzPts val="1500"/>
              <a:buChar char="▪"/>
              <a:defRPr sz="1500"/>
            </a:lvl1pPr>
            <a:lvl2pPr marL="914400" lvl="1" indent="-323850" algn="l">
              <a:lnSpc>
                <a:spcPct val="100000"/>
              </a:lnSpc>
              <a:spcBef>
                <a:spcPts val="900"/>
              </a:spcBef>
              <a:spcAft>
                <a:spcPts val="0"/>
              </a:spcAft>
              <a:buClr>
                <a:schemeClr val="dk1"/>
              </a:buClr>
              <a:buSzPts val="1500"/>
              <a:buChar char="–"/>
              <a:defRPr sz="1500"/>
            </a:lvl2pPr>
            <a:lvl3pPr marL="1371600" lvl="2" indent="-323850" algn="l">
              <a:lnSpc>
                <a:spcPct val="100000"/>
              </a:lnSpc>
              <a:spcBef>
                <a:spcPts val="900"/>
              </a:spcBef>
              <a:spcAft>
                <a:spcPts val="0"/>
              </a:spcAft>
              <a:buClr>
                <a:schemeClr val="dk1"/>
              </a:buClr>
              <a:buSzPts val="1500"/>
              <a:buChar char="▪"/>
              <a:defRPr sz="1500"/>
            </a:lvl3pPr>
            <a:lvl4pPr marL="1828800" lvl="3" indent="-323850" algn="l">
              <a:lnSpc>
                <a:spcPct val="100000"/>
              </a:lnSpc>
              <a:spcBef>
                <a:spcPts val="900"/>
              </a:spcBef>
              <a:spcAft>
                <a:spcPts val="0"/>
              </a:spcAft>
              <a:buClr>
                <a:schemeClr val="dk1"/>
              </a:buClr>
              <a:buSzPts val="1500"/>
              <a:buChar char="–"/>
              <a:defRPr sz="1500"/>
            </a:lvl4pPr>
            <a:lvl5pPr marL="2286000" lvl="4" indent="-323850" algn="l">
              <a:lnSpc>
                <a:spcPct val="100000"/>
              </a:lnSpc>
              <a:spcBef>
                <a:spcPts val="900"/>
              </a:spcBef>
              <a:spcAft>
                <a:spcPts val="0"/>
              </a:spcAft>
              <a:buClr>
                <a:schemeClr val="dk1"/>
              </a:buClr>
              <a:buSzPts val="1500"/>
              <a:buChar char="▪"/>
              <a:defRPr sz="15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96"/>
        <p:cNvGrpSpPr/>
        <p:nvPr/>
      </p:nvGrpSpPr>
      <p:grpSpPr>
        <a:xfrm>
          <a:off x="0" y="0"/>
          <a:ext cx="0" cy="0"/>
          <a:chOff x="0" y="0"/>
          <a:chExt cx="0" cy="0"/>
        </a:xfrm>
      </p:grpSpPr>
      <p:sp>
        <p:nvSpPr>
          <p:cNvPr id="297" name="Google Shape;297;p142"/>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8" name="Google Shape;298;p142"/>
          <p:cNvSpPr txBox="1">
            <a:spLocks noGrp="1"/>
          </p:cNvSpPr>
          <p:nvPr>
            <p:ph type="body" idx="1"/>
          </p:nvPr>
        </p:nvSpPr>
        <p:spPr>
          <a:xfrm>
            <a:off x="342900" y="1007268"/>
            <a:ext cx="8457009" cy="3483769"/>
          </a:xfrm>
          <a:prstGeom prst="rect">
            <a:avLst/>
          </a:prstGeom>
          <a:noFill/>
          <a:ln>
            <a:noFill/>
          </a:ln>
        </p:spPr>
        <p:txBody>
          <a:bodyPr spcFirstLastPara="1" wrap="square" lIns="0" tIns="0" rIns="0" bIns="0" anchor="t" anchorCtr="0">
            <a:noAutofit/>
          </a:bodyPr>
          <a:lstStyle>
            <a:lvl1pPr marL="457200" lvl="0" indent="-317500" algn="l">
              <a:lnSpc>
                <a:spcPct val="100000"/>
              </a:lnSpc>
              <a:spcBef>
                <a:spcPts val="0"/>
              </a:spcBef>
              <a:spcAft>
                <a:spcPts val="0"/>
              </a:spcAft>
              <a:buSzPts val="1400"/>
              <a:buChar char="▪"/>
              <a:defRPr/>
            </a:lvl1pPr>
            <a:lvl2pPr marL="914400" lvl="1" indent="-317500" algn="l">
              <a:lnSpc>
                <a:spcPct val="100000"/>
              </a:lnSpc>
              <a:spcBef>
                <a:spcPts val="900"/>
              </a:spcBef>
              <a:spcAft>
                <a:spcPts val="0"/>
              </a:spcAft>
              <a:buClr>
                <a:schemeClr val="dk1"/>
              </a:buClr>
              <a:buSzPts val="1400"/>
              <a:buChar char="–"/>
              <a:defRPr/>
            </a:lvl2pPr>
            <a:lvl3pPr marL="1371600" lvl="2" indent="-317500" algn="l">
              <a:lnSpc>
                <a:spcPct val="100000"/>
              </a:lnSpc>
              <a:spcBef>
                <a:spcPts val="900"/>
              </a:spcBef>
              <a:spcAft>
                <a:spcPts val="0"/>
              </a:spcAft>
              <a:buClr>
                <a:schemeClr val="dk1"/>
              </a:buClr>
              <a:buSzPts val="1400"/>
              <a:buChar char="▪"/>
              <a:defRPr/>
            </a:lvl3pPr>
            <a:lvl4pPr marL="1828800" lvl="3" indent="-317500" algn="l">
              <a:lnSpc>
                <a:spcPct val="100000"/>
              </a:lnSpc>
              <a:spcBef>
                <a:spcPts val="900"/>
              </a:spcBef>
              <a:spcAft>
                <a:spcPts val="0"/>
              </a:spcAft>
              <a:buClr>
                <a:schemeClr val="dk1"/>
              </a:buClr>
              <a:buSzPts val="1400"/>
              <a:buChar char="–"/>
              <a:defRPr/>
            </a:lvl4pPr>
            <a:lvl5pPr marL="2286000" lvl="4" indent="-317500" algn="l">
              <a:lnSpc>
                <a:spcPct val="100000"/>
              </a:lnSpc>
              <a:spcBef>
                <a:spcPts val="900"/>
              </a:spcBef>
              <a:spcAft>
                <a:spcPts val="0"/>
              </a:spcAft>
              <a:buClr>
                <a:schemeClr val="dk1"/>
              </a:buClr>
              <a:buSzPts val="1400"/>
              <a:buChar char="▪"/>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299"/>
        <p:cNvGrpSpPr/>
        <p:nvPr/>
      </p:nvGrpSpPr>
      <p:grpSpPr>
        <a:xfrm>
          <a:off x="0" y="0"/>
          <a:ext cx="0" cy="0"/>
          <a:chOff x="0" y="0"/>
          <a:chExt cx="0" cy="0"/>
        </a:xfrm>
      </p:grpSpPr>
      <p:sp>
        <p:nvSpPr>
          <p:cNvPr id="300" name="Google Shape;300;p143"/>
          <p:cNvSpPr txBox="1">
            <a:spLocks noGrp="1"/>
          </p:cNvSpPr>
          <p:nvPr>
            <p:ph type="title"/>
          </p:nvPr>
        </p:nvSpPr>
        <p:spPr>
          <a:xfrm>
            <a:off x="309565" y="205981"/>
            <a:ext cx="8415337" cy="383381"/>
          </a:xfrm>
          <a:prstGeom prst="rect">
            <a:avLst/>
          </a:prstGeom>
          <a:noFill/>
          <a:ln>
            <a:noFill/>
          </a:ln>
        </p:spPr>
        <p:txBody>
          <a:bodyPr spcFirstLastPara="1" wrap="square" lIns="67200" tIns="33600" rIns="67200" bIns="33600" anchor="t" anchorCtr="0">
            <a:noAutofit/>
          </a:bodyPr>
          <a:lstStyle>
            <a:lvl1pPr lvl="0" algn="l">
              <a:lnSpc>
                <a:spcPct val="90000"/>
              </a:lnSpc>
              <a:spcBef>
                <a:spcPts val="0"/>
              </a:spcBef>
              <a:spcAft>
                <a:spcPts val="0"/>
              </a:spcAft>
              <a:buClr>
                <a:schemeClr val="dk2"/>
              </a:buClr>
              <a:buSzPts val="1100"/>
              <a:buFont typeface="Arial Black"/>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1" name="Google Shape;301;p143"/>
          <p:cNvSpPr txBox="1">
            <a:spLocks noGrp="1"/>
          </p:cNvSpPr>
          <p:nvPr>
            <p:ph type="body" idx="1"/>
          </p:nvPr>
        </p:nvSpPr>
        <p:spPr>
          <a:xfrm>
            <a:off x="342900" y="1007269"/>
            <a:ext cx="2502694" cy="3483769"/>
          </a:xfrm>
          <a:prstGeom prst="rect">
            <a:avLst/>
          </a:prstGeom>
          <a:noFill/>
          <a:ln>
            <a:noFill/>
          </a:ln>
        </p:spPr>
        <p:txBody>
          <a:bodyPr spcFirstLastPara="1" wrap="square" lIns="67200" tIns="33600" rIns="67200" bIns="3360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0"/>
              </a:spcBef>
              <a:spcAft>
                <a:spcPts val="0"/>
              </a:spcAft>
              <a:buClr>
                <a:schemeClr val="dk2"/>
              </a:buClr>
              <a:buSzPts val="1200"/>
              <a:buFont typeface="Arial"/>
              <a:buChar char="▪"/>
              <a:defRPr sz="1200"/>
            </a:lvl2pPr>
            <a:lvl3pPr marL="1371600" lvl="2" indent="-304800" algn="l">
              <a:lnSpc>
                <a:spcPct val="100000"/>
              </a:lnSpc>
              <a:spcBef>
                <a:spcPts val="0"/>
              </a:spcBef>
              <a:spcAft>
                <a:spcPts val="0"/>
              </a:spcAft>
              <a:buClr>
                <a:schemeClr val="dk1"/>
              </a:buClr>
              <a:buSzPts val="1200"/>
              <a:buFont typeface="Arial"/>
              <a:buChar char="–"/>
              <a:defRPr sz="1200"/>
            </a:lvl3pPr>
            <a:lvl4pPr marL="1828800" lvl="3" indent="-304800" algn="l">
              <a:lnSpc>
                <a:spcPct val="100000"/>
              </a:lnSpc>
              <a:spcBef>
                <a:spcPts val="0"/>
              </a:spcBef>
              <a:spcAft>
                <a:spcPts val="0"/>
              </a:spcAft>
              <a:buClr>
                <a:schemeClr val="dk1"/>
              </a:buClr>
              <a:buSzPts val="1200"/>
              <a:buFont typeface="Arial"/>
              <a:buChar char="▪"/>
              <a:defRPr sz="1200"/>
            </a:lvl4pPr>
            <a:lvl5pPr marL="2286000" lvl="4" indent="-304800" algn="l">
              <a:lnSpc>
                <a:spcPct val="100000"/>
              </a:lnSpc>
              <a:spcBef>
                <a:spcPts val="0"/>
              </a:spcBef>
              <a:spcAft>
                <a:spcPts val="0"/>
              </a:spcAft>
              <a:buClr>
                <a:schemeClr val="dk1"/>
              </a:buClr>
              <a:buSzPts val="1200"/>
              <a:buFont typeface="Arial"/>
              <a:buChar char="–"/>
              <a:defRPr sz="1200"/>
            </a:lvl5pPr>
            <a:lvl6pPr marL="2743200" lvl="5" indent="-317500" algn="l">
              <a:lnSpc>
                <a:spcPct val="90000"/>
              </a:lnSpc>
              <a:spcBef>
                <a:spcPts val="0"/>
              </a:spcBef>
              <a:spcAft>
                <a:spcPts val="0"/>
              </a:spcAft>
              <a:buClr>
                <a:schemeClr val="dk1"/>
              </a:buClr>
              <a:buSzPts val="1400"/>
              <a:buChar char="•"/>
              <a:defRPr/>
            </a:lvl6pPr>
            <a:lvl7pPr marL="3200400" lvl="6" indent="-317500" algn="l">
              <a:lnSpc>
                <a:spcPct val="90000"/>
              </a:lnSpc>
              <a:spcBef>
                <a:spcPts val="0"/>
              </a:spcBef>
              <a:spcAft>
                <a:spcPts val="0"/>
              </a:spcAft>
              <a:buClr>
                <a:schemeClr val="dk1"/>
              </a:buClr>
              <a:buSzPts val="1400"/>
              <a:buChar char="•"/>
              <a:defRPr/>
            </a:lvl7pPr>
            <a:lvl8pPr marL="3657600" lvl="7" indent="-317500" algn="l">
              <a:lnSpc>
                <a:spcPct val="90000"/>
              </a:lnSpc>
              <a:spcBef>
                <a:spcPts val="0"/>
              </a:spcBef>
              <a:spcAft>
                <a:spcPts val="0"/>
              </a:spcAft>
              <a:buClr>
                <a:schemeClr val="dk1"/>
              </a:buClr>
              <a:buSzPts val="1400"/>
              <a:buChar char="•"/>
              <a:defRPr/>
            </a:lvl8pPr>
            <a:lvl9pPr marL="4114800" lvl="8" indent="-317500" algn="l">
              <a:lnSpc>
                <a:spcPct val="90000"/>
              </a:lnSpc>
              <a:spcBef>
                <a:spcPts val="0"/>
              </a:spcBef>
              <a:spcAft>
                <a:spcPts val="0"/>
              </a:spcAft>
              <a:buClr>
                <a:schemeClr val="dk1"/>
              </a:buClr>
              <a:buSzPts val="1400"/>
              <a:buChar char="•"/>
              <a:defRPr/>
            </a:lvl9pPr>
          </a:lstStyle>
          <a:p>
            <a:endParaRPr/>
          </a:p>
        </p:txBody>
      </p:sp>
      <p:sp>
        <p:nvSpPr>
          <p:cNvPr id="302" name="Google Shape;302;p143"/>
          <p:cNvSpPr txBox="1">
            <a:spLocks noGrp="1"/>
          </p:cNvSpPr>
          <p:nvPr>
            <p:ph type="body" idx="2"/>
          </p:nvPr>
        </p:nvSpPr>
        <p:spPr>
          <a:xfrm>
            <a:off x="3320058" y="1007268"/>
            <a:ext cx="2502694" cy="3483769"/>
          </a:xfrm>
          <a:prstGeom prst="rect">
            <a:avLst/>
          </a:prstGeom>
          <a:noFill/>
          <a:ln>
            <a:noFill/>
          </a:ln>
        </p:spPr>
        <p:txBody>
          <a:bodyPr spcFirstLastPara="1" wrap="square" lIns="67200" tIns="33600" rIns="67200" bIns="3360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0"/>
              </a:spcBef>
              <a:spcAft>
                <a:spcPts val="0"/>
              </a:spcAft>
              <a:buClr>
                <a:schemeClr val="dk2"/>
              </a:buClr>
              <a:buSzPts val="1200"/>
              <a:buFont typeface="Arial"/>
              <a:buChar char="▪"/>
              <a:defRPr sz="1200"/>
            </a:lvl2pPr>
            <a:lvl3pPr marL="1371600" lvl="2" indent="-304800" algn="l">
              <a:lnSpc>
                <a:spcPct val="100000"/>
              </a:lnSpc>
              <a:spcBef>
                <a:spcPts val="0"/>
              </a:spcBef>
              <a:spcAft>
                <a:spcPts val="0"/>
              </a:spcAft>
              <a:buClr>
                <a:schemeClr val="dk1"/>
              </a:buClr>
              <a:buSzPts val="1200"/>
              <a:buFont typeface="Arial"/>
              <a:buChar char="–"/>
              <a:defRPr sz="1200"/>
            </a:lvl3pPr>
            <a:lvl4pPr marL="1828800" lvl="3" indent="-304800" algn="l">
              <a:lnSpc>
                <a:spcPct val="100000"/>
              </a:lnSpc>
              <a:spcBef>
                <a:spcPts val="0"/>
              </a:spcBef>
              <a:spcAft>
                <a:spcPts val="0"/>
              </a:spcAft>
              <a:buClr>
                <a:schemeClr val="dk1"/>
              </a:buClr>
              <a:buSzPts val="1200"/>
              <a:buFont typeface="Arial"/>
              <a:buChar char="▪"/>
              <a:defRPr sz="1200"/>
            </a:lvl4pPr>
            <a:lvl5pPr marL="2286000" lvl="4" indent="-304800" algn="l">
              <a:lnSpc>
                <a:spcPct val="100000"/>
              </a:lnSpc>
              <a:spcBef>
                <a:spcPts val="0"/>
              </a:spcBef>
              <a:spcAft>
                <a:spcPts val="0"/>
              </a:spcAft>
              <a:buClr>
                <a:schemeClr val="dk1"/>
              </a:buClr>
              <a:buSzPts val="1200"/>
              <a:buFont typeface="Arial"/>
              <a:buChar char="–"/>
              <a:defRPr sz="1200"/>
            </a:lvl5pPr>
            <a:lvl6pPr marL="2743200" lvl="5" indent="-317500" algn="l">
              <a:lnSpc>
                <a:spcPct val="90000"/>
              </a:lnSpc>
              <a:spcBef>
                <a:spcPts val="0"/>
              </a:spcBef>
              <a:spcAft>
                <a:spcPts val="0"/>
              </a:spcAft>
              <a:buClr>
                <a:schemeClr val="dk1"/>
              </a:buClr>
              <a:buSzPts val="1400"/>
              <a:buChar char="•"/>
              <a:defRPr/>
            </a:lvl6pPr>
            <a:lvl7pPr marL="3200400" lvl="6" indent="-317500" algn="l">
              <a:lnSpc>
                <a:spcPct val="90000"/>
              </a:lnSpc>
              <a:spcBef>
                <a:spcPts val="0"/>
              </a:spcBef>
              <a:spcAft>
                <a:spcPts val="0"/>
              </a:spcAft>
              <a:buClr>
                <a:schemeClr val="dk1"/>
              </a:buClr>
              <a:buSzPts val="1400"/>
              <a:buChar char="•"/>
              <a:defRPr/>
            </a:lvl7pPr>
            <a:lvl8pPr marL="3657600" lvl="7" indent="-317500" algn="l">
              <a:lnSpc>
                <a:spcPct val="90000"/>
              </a:lnSpc>
              <a:spcBef>
                <a:spcPts val="0"/>
              </a:spcBef>
              <a:spcAft>
                <a:spcPts val="0"/>
              </a:spcAft>
              <a:buClr>
                <a:schemeClr val="dk1"/>
              </a:buClr>
              <a:buSzPts val="1400"/>
              <a:buChar char="•"/>
              <a:defRPr/>
            </a:lvl8pPr>
            <a:lvl9pPr marL="4114800" lvl="8" indent="-317500" algn="l">
              <a:lnSpc>
                <a:spcPct val="90000"/>
              </a:lnSpc>
              <a:spcBef>
                <a:spcPts val="0"/>
              </a:spcBef>
              <a:spcAft>
                <a:spcPts val="0"/>
              </a:spcAft>
              <a:buClr>
                <a:schemeClr val="dk1"/>
              </a:buClr>
              <a:buSzPts val="1400"/>
              <a:buChar char="•"/>
              <a:defRPr/>
            </a:lvl9pPr>
          </a:lstStyle>
          <a:p>
            <a:endParaRPr/>
          </a:p>
        </p:txBody>
      </p:sp>
      <p:sp>
        <p:nvSpPr>
          <p:cNvPr id="303" name="Google Shape;303;p143"/>
          <p:cNvSpPr txBox="1">
            <a:spLocks noGrp="1"/>
          </p:cNvSpPr>
          <p:nvPr>
            <p:ph type="body" idx="3"/>
          </p:nvPr>
        </p:nvSpPr>
        <p:spPr>
          <a:xfrm>
            <a:off x="6297216" y="1007267"/>
            <a:ext cx="2502694" cy="3483769"/>
          </a:xfrm>
          <a:prstGeom prst="rect">
            <a:avLst/>
          </a:prstGeom>
          <a:noFill/>
          <a:ln>
            <a:noFill/>
          </a:ln>
        </p:spPr>
        <p:txBody>
          <a:bodyPr spcFirstLastPara="1" wrap="square" lIns="67200" tIns="33600" rIns="67200" bIns="3360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0"/>
              </a:spcBef>
              <a:spcAft>
                <a:spcPts val="0"/>
              </a:spcAft>
              <a:buClr>
                <a:schemeClr val="dk2"/>
              </a:buClr>
              <a:buSzPts val="1200"/>
              <a:buFont typeface="Arial"/>
              <a:buChar char="▪"/>
              <a:defRPr sz="1200"/>
            </a:lvl2pPr>
            <a:lvl3pPr marL="1371600" lvl="2" indent="-304800" algn="l">
              <a:lnSpc>
                <a:spcPct val="100000"/>
              </a:lnSpc>
              <a:spcBef>
                <a:spcPts val="0"/>
              </a:spcBef>
              <a:spcAft>
                <a:spcPts val="0"/>
              </a:spcAft>
              <a:buClr>
                <a:schemeClr val="dk1"/>
              </a:buClr>
              <a:buSzPts val="1200"/>
              <a:buFont typeface="Arial"/>
              <a:buChar char="–"/>
              <a:defRPr sz="1200"/>
            </a:lvl3pPr>
            <a:lvl4pPr marL="1828800" lvl="3" indent="-304800" algn="l">
              <a:lnSpc>
                <a:spcPct val="100000"/>
              </a:lnSpc>
              <a:spcBef>
                <a:spcPts val="0"/>
              </a:spcBef>
              <a:spcAft>
                <a:spcPts val="0"/>
              </a:spcAft>
              <a:buClr>
                <a:schemeClr val="dk1"/>
              </a:buClr>
              <a:buSzPts val="1200"/>
              <a:buFont typeface="Arial"/>
              <a:buChar char="▪"/>
              <a:defRPr sz="1200"/>
            </a:lvl4pPr>
            <a:lvl5pPr marL="2286000" lvl="4" indent="-304800" algn="l">
              <a:lnSpc>
                <a:spcPct val="100000"/>
              </a:lnSpc>
              <a:spcBef>
                <a:spcPts val="0"/>
              </a:spcBef>
              <a:spcAft>
                <a:spcPts val="0"/>
              </a:spcAft>
              <a:buClr>
                <a:schemeClr val="dk1"/>
              </a:buClr>
              <a:buSzPts val="1200"/>
              <a:buFont typeface="Arial"/>
              <a:buChar char="–"/>
              <a:defRPr sz="1200"/>
            </a:lvl5pPr>
            <a:lvl6pPr marL="2743200" lvl="5" indent="-317500" algn="l">
              <a:lnSpc>
                <a:spcPct val="90000"/>
              </a:lnSpc>
              <a:spcBef>
                <a:spcPts val="0"/>
              </a:spcBef>
              <a:spcAft>
                <a:spcPts val="0"/>
              </a:spcAft>
              <a:buClr>
                <a:schemeClr val="dk1"/>
              </a:buClr>
              <a:buSzPts val="1400"/>
              <a:buChar char="•"/>
              <a:defRPr/>
            </a:lvl6pPr>
            <a:lvl7pPr marL="3200400" lvl="6" indent="-317500" algn="l">
              <a:lnSpc>
                <a:spcPct val="90000"/>
              </a:lnSpc>
              <a:spcBef>
                <a:spcPts val="0"/>
              </a:spcBef>
              <a:spcAft>
                <a:spcPts val="0"/>
              </a:spcAft>
              <a:buClr>
                <a:schemeClr val="dk1"/>
              </a:buClr>
              <a:buSzPts val="1400"/>
              <a:buChar char="•"/>
              <a:defRPr/>
            </a:lvl7pPr>
            <a:lvl8pPr marL="3657600" lvl="7" indent="-317500" algn="l">
              <a:lnSpc>
                <a:spcPct val="90000"/>
              </a:lnSpc>
              <a:spcBef>
                <a:spcPts val="0"/>
              </a:spcBef>
              <a:spcAft>
                <a:spcPts val="0"/>
              </a:spcAft>
              <a:buClr>
                <a:schemeClr val="dk1"/>
              </a:buClr>
              <a:buSzPts val="1400"/>
              <a:buChar char="•"/>
              <a:defRPr/>
            </a:lvl8pPr>
            <a:lvl9pPr marL="4114800" lvl="8" indent="-317500" algn="l">
              <a:lnSpc>
                <a:spcPct val="90000"/>
              </a:lnSpc>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304"/>
        <p:cNvGrpSpPr/>
        <p:nvPr/>
      </p:nvGrpSpPr>
      <p:grpSpPr>
        <a:xfrm>
          <a:off x="0" y="0"/>
          <a:ext cx="0" cy="0"/>
          <a:chOff x="0" y="0"/>
          <a:chExt cx="0" cy="0"/>
        </a:xfrm>
      </p:grpSpPr>
      <p:sp>
        <p:nvSpPr>
          <p:cNvPr id="305" name="Google Shape;305;p144"/>
          <p:cNvSpPr txBox="1">
            <a:spLocks noGrp="1"/>
          </p:cNvSpPr>
          <p:nvPr>
            <p:ph type="title"/>
          </p:nvPr>
        </p:nvSpPr>
        <p:spPr>
          <a:xfrm>
            <a:off x="144780" y="762000"/>
            <a:ext cx="8694420" cy="506016"/>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rgbClr val="846300"/>
              </a:buClr>
              <a:buSzPts val="3300"/>
              <a:buFont typeface="Georgia"/>
              <a:buNone/>
              <a:defRPr sz="3300">
                <a:solidFill>
                  <a:srgbClr val="846300"/>
                </a:solidFill>
                <a:latin typeface="Georgia"/>
                <a:ea typeface="Georgia"/>
                <a:cs typeface="Georgia"/>
                <a:sym typeface="Georgia"/>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6" name="Google Shape;306;p144"/>
          <p:cNvSpPr txBox="1">
            <a:spLocks noGrp="1"/>
          </p:cNvSpPr>
          <p:nvPr>
            <p:ph type="body" idx="1"/>
          </p:nvPr>
        </p:nvSpPr>
        <p:spPr>
          <a:xfrm>
            <a:off x="137160" y="1369218"/>
            <a:ext cx="8717280" cy="3487942"/>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Char char="▪"/>
              <a:defRPr>
                <a:solidFill>
                  <a:srgbClr val="846300"/>
                </a:solidFill>
                <a:latin typeface="Arial"/>
                <a:ea typeface="Arial"/>
                <a:cs typeface="Arial"/>
                <a:sym typeface="Arial"/>
              </a:defRPr>
            </a:lvl1pPr>
            <a:lvl2pPr marL="914400" lvl="1" indent="-304800" algn="l">
              <a:lnSpc>
                <a:spcPct val="100000"/>
              </a:lnSpc>
              <a:spcBef>
                <a:spcPts val="900"/>
              </a:spcBef>
              <a:spcAft>
                <a:spcPts val="0"/>
              </a:spcAft>
              <a:buClr>
                <a:srgbClr val="846300"/>
              </a:buClr>
              <a:buSzPts val="1200"/>
              <a:buChar char="–"/>
              <a:defRPr>
                <a:solidFill>
                  <a:srgbClr val="846300"/>
                </a:solidFill>
                <a:latin typeface="Arial"/>
                <a:ea typeface="Arial"/>
                <a:cs typeface="Arial"/>
                <a:sym typeface="Arial"/>
              </a:defRPr>
            </a:lvl2pPr>
            <a:lvl3pPr marL="1371600" lvl="2" indent="-304800" algn="l">
              <a:lnSpc>
                <a:spcPct val="100000"/>
              </a:lnSpc>
              <a:spcBef>
                <a:spcPts val="900"/>
              </a:spcBef>
              <a:spcAft>
                <a:spcPts val="0"/>
              </a:spcAft>
              <a:buClr>
                <a:srgbClr val="846300"/>
              </a:buClr>
              <a:buSzPts val="1200"/>
              <a:buChar char="▪"/>
              <a:defRPr>
                <a:solidFill>
                  <a:srgbClr val="846300"/>
                </a:solidFill>
                <a:latin typeface="Arial"/>
                <a:ea typeface="Arial"/>
                <a:cs typeface="Arial"/>
                <a:sym typeface="Arial"/>
              </a:defRPr>
            </a:lvl3pPr>
            <a:lvl4pPr marL="1828800" lvl="3" indent="-304800" algn="l">
              <a:lnSpc>
                <a:spcPct val="100000"/>
              </a:lnSpc>
              <a:spcBef>
                <a:spcPts val="900"/>
              </a:spcBef>
              <a:spcAft>
                <a:spcPts val="0"/>
              </a:spcAft>
              <a:buClr>
                <a:srgbClr val="846300"/>
              </a:buClr>
              <a:buSzPts val="1200"/>
              <a:buChar char="–"/>
              <a:defRPr>
                <a:solidFill>
                  <a:srgbClr val="846300"/>
                </a:solidFill>
                <a:latin typeface="Arial"/>
                <a:ea typeface="Arial"/>
                <a:cs typeface="Arial"/>
                <a:sym typeface="Arial"/>
              </a:defRPr>
            </a:lvl4pPr>
            <a:lvl5pPr marL="2286000" lvl="4" indent="-304800" algn="l">
              <a:lnSpc>
                <a:spcPct val="100000"/>
              </a:lnSpc>
              <a:spcBef>
                <a:spcPts val="900"/>
              </a:spcBef>
              <a:spcAft>
                <a:spcPts val="0"/>
              </a:spcAft>
              <a:buClr>
                <a:srgbClr val="846300"/>
              </a:buClr>
              <a:buSzPts val="1200"/>
              <a:buChar char="▪"/>
              <a:defRPr>
                <a:solidFill>
                  <a:srgbClr val="846300"/>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pic>
        <p:nvPicPr>
          <p:cNvPr id="307" name="Google Shape;307;p144" descr="Text&#10;&#10;Description automatically generated"/>
          <p:cNvPicPr preferRelativeResize="0"/>
          <p:nvPr/>
        </p:nvPicPr>
        <p:blipFill rotWithShape="1">
          <a:blip r:embed="rId2">
            <a:alphaModFix/>
          </a:blip>
          <a:srcRect/>
          <a:stretch/>
        </p:blipFill>
        <p:spPr>
          <a:xfrm>
            <a:off x="255014" y="265461"/>
            <a:ext cx="1137422" cy="1917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3"/>
        <p:cNvGrpSpPr/>
        <p:nvPr/>
      </p:nvGrpSpPr>
      <p:grpSpPr>
        <a:xfrm>
          <a:off x="0" y="0"/>
          <a:ext cx="0" cy="0"/>
          <a:chOff x="0" y="0"/>
          <a:chExt cx="0" cy="0"/>
        </a:xfrm>
      </p:grpSpPr>
      <p:sp>
        <p:nvSpPr>
          <p:cNvPr id="314" name="Google Shape;314;p224"/>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5"/>
        <p:cNvGrpSpPr/>
        <p:nvPr/>
      </p:nvGrpSpPr>
      <p:grpSpPr>
        <a:xfrm>
          <a:off x="0" y="0"/>
          <a:ext cx="0" cy="0"/>
          <a:chOff x="0" y="0"/>
          <a:chExt cx="0" cy="0"/>
        </a:xfrm>
      </p:grpSpPr>
      <p:sp>
        <p:nvSpPr>
          <p:cNvPr id="316" name="Google Shape;316;p225"/>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7" name="Google Shape;317;p225"/>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Key Issue - Takeaway2">
  <p:cSld name="Key Issue - Takeaway2">
    <p:spTree>
      <p:nvGrpSpPr>
        <p:cNvPr id="1" name="Shape 318"/>
        <p:cNvGrpSpPr/>
        <p:nvPr/>
      </p:nvGrpSpPr>
      <p:grpSpPr>
        <a:xfrm>
          <a:off x="0" y="0"/>
          <a:ext cx="0" cy="0"/>
          <a:chOff x="0" y="0"/>
          <a:chExt cx="0" cy="0"/>
        </a:xfrm>
      </p:grpSpPr>
      <p:sp>
        <p:nvSpPr>
          <p:cNvPr id="319" name="Google Shape;319;p337"/>
          <p:cNvSpPr txBox="1">
            <a:spLocks noGrp="1"/>
          </p:cNvSpPr>
          <p:nvPr>
            <p:ph type="title"/>
          </p:nvPr>
        </p:nvSpPr>
        <p:spPr>
          <a:xfrm>
            <a:off x="1495665" y="1881702"/>
            <a:ext cx="6333886"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2700"/>
              <a:buFont typeface="Arial Black"/>
              <a:buNone/>
              <a:defRPr sz="27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0" name="Google Shape;320;p337"/>
          <p:cNvSpPr/>
          <p:nvPr/>
        </p:nvSpPr>
        <p:spPr>
          <a:xfrm>
            <a:off x="825267" y="1814052"/>
            <a:ext cx="467700" cy="467700"/>
          </a:xfrm>
          <a:custGeom>
            <a:avLst/>
            <a:gdLst/>
            <a:ahLst/>
            <a:cxnLst/>
            <a:rect l="l" t="t" r="r" b="b"/>
            <a:pathLst>
              <a:path w="533400" h="533400" extrusionOk="0">
                <a:moveTo>
                  <a:pt x="266700" y="0"/>
                </a:moveTo>
                <a:cubicBezTo>
                  <a:pt x="119405" y="0"/>
                  <a:pt x="0" y="119405"/>
                  <a:pt x="0" y="266700"/>
                </a:cubicBezTo>
                <a:cubicBezTo>
                  <a:pt x="0" y="413995"/>
                  <a:pt x="119405" y="533400"/>
                  <a:pt x="266700" y="533400"/>
                </a:cubicBezTo>
                <a:cubicBezTo>
                  <a:pt x="413995" y="533400"/>
                  <a:pt x="533400" y="413995"/>
                  <a:pt x="533400" y="266700"/>
                </a:cubicBezTo>
                <a:cubicBezTo>
                  <a:pt x="533400" y="119405"/>
                  <a:pt x="413995" y="0"/>
                  <a:pt x="266700" y="0"/>
                </a:cubicBezTo>
                <a:close/>
                <a:moveTo>
                  <a:pt x="266700" y="495300"/>
                </a:moveTo>
                <a:cubicBezTo>
                  <a:pt x="140646" y="495300"/>
                  <a:pt x="38100" y="392754"/>
                  <a:pt x="38100" y="266700"/>
                </a:cubicBezTo>
                <a:cubicBezTo>
                  <a:pt x="38100" y="140646"/>
                  <a:pt x="140646" y="38100"/>
                  <a:pt x="266700" y="38100"/>
                </a:cubicBezTo>
                <a:cubicBezTo>
                  <a:pt x="392754" y="38100"/>
                  <a:pt x="495300" y="140646"/>
                  <a:pt x="495300" y="266700"/>
                </a:cubicBezTo>
                <a:cubicBezTo>
                  <a:pt x="495300" y="392754"/>
                  <a:pt x="392754" y="495300"/>
                  <a:pt x="266700" y="495300"/>
                </a:cubicBezTo>
                <a:close/>
                <a:moveTo>
                  <a:pt x="285750" y="100013"/>
                </a:moveTo>
                <a:lnTo>
                  <a:pt x="247650" y="100013"/>
                </a:lnTo>
                <a:lnTo>
                  <a:pt x="247650" y="61913"/>
                </a:lnTo>
                <a:lnTo>
                  <a:pt x="285750" y="61913"/>
                </a:lnTo>
                <a:lnTo>
                  <a:pt x="285750" y="100013"/>
                </a:lnTo>
                <a:close/>
                <a:moveTo>
                  <a:pt x="247650" y="433388"/>
                </a:moveTo>
                <a:lnTo>
                  <a:pt x="285750" y="433388"/>
                </a:lnTo>
                <a:lnTo>
                  <a:pt x="285750" y="471488"/>
                </a:lnTo>
                <a:lnTo>
                  <a:pt x="247650" y="471488"/>
                </a:lnTo>
                <a:lnTo>
                  <a:pt x="247650" y="433388"/>
                </a:lnTo>
                <a:close/>
                <a:moveTo>
                  <a:pt x="61913" y="247650"/>
                </a:moveTo>
                <a:lnTo>
                  <a:pt x="100013" y="247650"/>
                </a:lnTo>
                <a:lnTo>
                  <a:pt x="100013" y="285750"/>
                </a:lnTo>
                <a:lnTo>
                  <a:pt x="61913" y="285750"/>
                </a:lnTo>
                <a:lnTo>
                  <a:pt x="61913" y="247650"/>
                </a:lnTo>
                <a:close/>
                <a:moveTo>
                  <a:pt x="471488" y="247650"/>
                </a:moveTo>
                <a:lnTo>
                  <a:pt x="471488" y="285750"/>
                </a:lnTo>
                <a:lnTo>
                  <a:pt x="433388" y="285750"/>
                </a:lnTo>
                <a:lnTo>
                  <a:pt x="433388" y="247650"/>
                </a:lnTo>
                <a:lnTo>
                  <a:pt x="471488" y="247650"/>
                </a:lnTo>
                <a:close/>
                <a:moveTo>
                  <a:pt x="138113" y="390525"/>
                </a:moveTo>
                <a:lnTo>
                  <a:pt x="319088" y="314325"/>
                </a:lnTo>
                <a:lnTo>
                  <a:pt x="395288" y="133350"/>
                </a:lnTo>
                <a:lnTo>
                  <a:pt x="214313" y="209550"/>
                </a:lnTo>
                <a:lnTo>
                  <a:pt x="138113" y="390525"/>
                </a:lnTo>
                <a:close/>
                <a:moveTo>
                  <a:pt x="323879" y="204759"/>
                </a:moveTo>
                <a:lnTo>
                  <a:pt x="289989" y="285236"/>
                </a:lnTo>
                <a:lnTo>
                  <a:pt x="209512" y="319126"/>
                </a:lnTo>
                <a:lnTo>
                  <a:pt x="243402" y="238649"/>
                </a:lnTo>
                <a:lnTo>
                  <a:pt x="323879" y="204759"/>
                </a:lnTo>
                <a:close/>
              </a:path>
            </a:pathLst>
          </a:custGeom>
          <a:solidFill>
            <a:srgbClr val="FF540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SummitCode_Title Slide">
  <p:cSld name="SummitCode_Title Slide">
    <p:bg>
      <p:bgPr>
        <a:solidFill>
          <a:schemeClr val="dk2"/>
        </a:solidFill>
        <a:effectLst/>
      </p:bgPr>
    </p:bg>
    <p:spTree>
      <p:nvGrpSpPr>
        <p:cNvPr id="1" name="Shape 321"/>
        <p:cNvGrpSpPr/>
        <p:nvPr/>
      </p:nvGrpSpPr>
      <p:grpSpPr>
        <a:xfrm>
          <a:off x="0" y="0"/>
          <a:ext cx="0" cy="0"/>
          <a:chOff x="0" y="0"/>
          <a:chExt cx="0" cy="0"/>
        </a:xfrm>
      </p:grpSpPr>
      <p:pic>
        <p:nvPicPr>
          <p:cNvPr id="322" name="Google Shape;322;p226"/>
          <p:cNvPicPr preferRelativeResize="0"/>
          <p:nvPr/>
        </p:nvPicPr>
        <p:blipFill rotWithShape="1">
          <a:blip r:embed="rId2">
            <a:alphaModFix/>
          </a:blip>
          <a:srcRect/>
          <a:stretch/>
        </p:blipFill>
        <p:spPr>
          <a:xfrm>
            <a:off x="7266194" y="4481653"/>
            <a:ext cx="1539912" cy="351613"/>
          </a:xfrm>
          <a:prstGeom prst="rect">
            <a:avLst/>
          </a:prstGeom>
          <a:noFill/>
          <a:ln>
            <a:noFill/>
          </a:ln>
        </p:spPr>
      </p:pic>
      <p:sp>
        <p:nvSpPr>
          <p:cNvPr id="323" name="Google Shape;323;p226"/>
          <p:cNvSpPr txBox="1">
            <a:spLocks noGrp="1"/>
          </p:cNvSpPr>
          <p:nvPr>
            <p:ph type="subTitle" idx="1"/>
          </p:nvPr>
        </p:nvSpPr>
        <p:spPr>
          <a:xfrm>
            <a:off x="740597" y="3140660"/>
            <a:ext cx="5474465" cy="20774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1350"/>
              <a:buFont typeface="Times"/>
              <a:buNone/>
              <a:defRPr sz="1350">
                <a:solidFill>
                  <a:srgbClr val="FFFFFF"/>
                </a:solidFill>
                <a:latin typeface="Arial"/>
                <a:ea typeface="Arial"/>
                <a:cs typeface="Arial"/>
                <a:sym typeface="Arial"/>
              </a:defRPr>
            </a:lvl1pPr>
            <a:lvl2pPr lvl="1" algn="l">
              <a:lnSpc>
                <a:spcPct val="90000"/>
              </a:lnSpc>
              <a:spcBef>
                <a:spcPts val="900"/>
              </a:spcBef>
              <a:spcAft>
                <a:spcPts val="0"/>
              </a:spcAft>
              <a:buClr>
                <a:schemeClr val="lt1"/>
              </a:buClr>
              <a:buSzPts val="1800"/>
              <a:buChar char="–"/>
              <a:defRPr/>
            </a:lvl2pPr>
            <a:lvl3pPr lvl="2" algn="l">
              <a:lnSpc>
                <a:spcPct val="90000"/>
              </a:lnSpc>
              <a:spcBef>
                <a:spcPts val="900"/>
              </a:spcBef>
              <a:spcAft>
                <a:spcPts val="0"/>
              </a:spcAft>
              <a:buClr>
                <a:schemeClr val="lt1"/>
              </a:buClr>
              <a:buSzPts val="1800"/>
              <a:buChar char="•"/>
              <a:defRPr/>
            </a:lvl3pPr>
            <a:lvl4pPr lvl="3" algn="l">
              <a:lnSpc>
                <a:spcPct val="90000"/>
              </a:lnSpc>
              <a:spcBef>
                <a:spcPts val="900"/>
              </a:spcBef>
              <a:spcAft>
                <a:spcPts val="0"/>
              </a:spcAft>
              <a:buClr>
                <a:schemeClr val="lt1"/>
              </a:buClr>
              <a:buSzPts val="1800"/>
              <a:buChar char="–"/>
              <a:defRPr/>
            </a:lvl4pPr>
            <a:lvl5pPr lvl="4" algn="l">
              <a:lnSpc>
                <a:spcPct val="90000"/>
              </a:lnSpc>
              <a:spcBef>
                <a:spcPts val="900"/>
              </a:spcBef>
              <a:spcAft>
                <a:spcPts val="0"/>
              </a:spcAft>
              <a:buClr>
                <a:schemeClr val="lt1"/>
              </a:buClr>
              <a:buSzPts val="1800"/>
              <a:buChar char="•"/>
              <a:defRPr/>
            </a:lvl5pPr>
            <a:lvl6pPr lvl="5" algn="l">
              <a:lnSpc>
                <a:spcPct val="90000"/>
              </a:lnSpc>
              <a:spcBef>
                <a:spcPts val="375"/>
              </a:spcBef>
              <a:spcAft>
                <a:spcPts val="0"/>
              </a:spcAft>
              <a:buClr>
                <a:schemeClr val="lt1"/>
              </a:buClr>
              <a:buSzPts val="1800"/>
              <a:buChar char="•"/>
              <a:defRPr/>
            </a:lvl6pPr>
            <a:lvl7pPr lvl="6" algn="l">
              <a:lnSpc>
                <a:spcPct val="90000"/>
              </a:lnSpc>
              <a:spcBef>
                <a:spcPts val="375"/>
              </a:spcBef>
              <a:spcAft>
                <a:spcPts val="0"/>
              </a:spcAft>
              <a:buClr>
                <a:schemeClr val="lt1"/>
              </a:buClr>
              <a:buSzPts val="1800"/>
              <a:buChar char="•"/>
              <a:defRPr/>
            </a:lvl7pPr>
            <a:lvl8pPr lvl="7" algn="l">
              <a:lnSpc>
                <a:spcPct val="90000"/>
              </a:lnSpc>
              <a:spcBef>
                <a:spcPts val="375"/>
              </a:spcBef>
              <a:spcAft>
                <a:spcPts val="0"/>
              </a:spcAft>
              <a:buClr>
                <a:schemeClr val="lt1"/>
              </a:buClr>
              <a:buSzPts val="1800"/>
              <a:buChar char="•"/>
              <a:defRPr/>
            </a:lvl8pPr>
            <a:lvl9pPr lvl="8" algn="l">
              <a:lnSpc>
                <a:spcPct val="90000"/>
              </a:lnSpc>
              <a:spcBef>
                <a:spcPts val="375"/>
              </a:spcBef>
              <a:spcAft>
                <a:spcPts val="0"/>
              </a:spcAft>
              <a:buClr>
                <a:schemeClr val="lt1"/>
              </a:buClr>
              <a:buSzPts val="1800"/>
              <a:buChar char="•"/>
              <a:defRPr/>
            </a:lvl9pPr>
          </a:lstStyle>
          <a:p>
            <a:endParaRPr/>
          </a:p>
        </p:txBody>
      </p:sp>
      <p:sp>
        <p:nvSpPr>
          <p:cNvPr id="324" name="Google Shape;324;p226"/>
          <p:cNvSpPr txBox="1">
            <a:spLocks noGrp="1"/>
          </p:cNvSpPr>
          <p:nvPr>
            <p:ph type="ctrTitle"/>
          </p:nvPr>
        </p:nvSpPr>
        <p:spPr>
          <a:xfrm>
            <a:off x="740598" y="1553061"/>
            <a:ext cx="5474465" cy="1495794"/>
          </a:xfrm>
          <a:prstGeom prst="rect">
            <a:avLst/>
          </a:prstGeom>
          <a:noFill/>
          <a:ln>
            <a:noFill/>
          </a:ln>
        </p:spPr>
        <p:txBody>
          <a:bodyPr spcFirstLastPara="1" wrap="square" lIns="0" tIns="0" rIns="0" bIns="0" anchor="ctr" anchorCtr="0">
            <a:noAutofit/>
          </a:bodyPr>
          <a:lstStyle>
            <a:lvl1pPr lvl="0" algn="l">
              <a:lnSpc>
                <a:spcPct val="90000"/>
              </a:lnSpc>
              <a:spcBef>
                <a:spcPts val="750"/>
              </a:spcBef>
              <a:spcAft>
                <a:spcPts val="0"/>
              </a:spcAft>
              <a:buClr>
                <a:srgbClr val="FFFFFF"/>
              </a:buClr>
              <a:buSzPts val="2700"/>
              <a:buFont typeface="Arial Black"/>
              <a:buNone/>
              <a:defRPr sz="2700" b="0">
                <a:solidFill>
                  <a:srgbClr val="FFFFFF"/>
                </a:solidFill>
                <a:latin typeface="Arial Black"/>
                <a:ea typeface="Arial Black"/>
                <a:cs typeface="Arial Black"/>
                <a:sym typeface="Arial Black"/>
              </a:defRPr>
            </a:lvl1pPr>
            <a:lvl2pPr lvl="1" algn="l">
              <a:lnSpc>
                <a:spcPct val="100000"/>
              </a:lnSpc>
              <a:spcBef>
                <a:spcPts val="225"/>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5" name="Google Shape;325;p226"/>
          <p:cNvSpPr txBox="1">
            <a:spLocks noGrp="1"/>
          </p:cNvSpPr>
          <p:nvPr>
            <p:ph type="body" idx="2"/>
          </p:nvPr>
        </p:nvSpPr>
        <p:spPr>
          <a:xfrm>
            <a:off x="345192" y="261241"/>
            <a:ext cx="6879653" cy="207749"/>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rgbClr val="FFFFFF"/>
              </a:buClr>
              <a:buSzPts val="1500"/>
              <a:buFont typeface="Arial"/>
              <a:buNone/>
              <a:defRPr sz="1500" b="1">
                <a:solidFill>
                  <a:srgbClr val="FFFFFF"/>
                </a:solidFill>
                <a:latin typeface="Arial"/>
                <a:ea typeface="Arial"/>
                <a:cs typeface="Arial"/>
                <a:sym typeface="Arial"/>
              </a:defRPr>
            </a:lvl1pPr>
            <a:lvl2pPr marL="914400" lvl="1" indent="-228600" algn="l">
              <a:lnSpc>
                <a:spcPct val="90000"/>
              </a:lnSpc>
              <a:spcBef>
                <a:spcPts val="450"/>
              </a:spcBef>
              <a:spcAft>
                <a:spcPts val="0"/>
              </a:spcAft>
              <a:buClr>
                <a:schemeClr val="lt1"/>
              </a:buClr>
              <a:buSzPts val="900"/>
              <a:buFont typeface="Arial"/>
              <a:buNone/>
              <a:defRPr sz="900" b="1">
                <a:solidFill>
                  <a:schemeClr val="lt1"/>
                </a:solidFill>
                <a:latin typeface="Arial"/>
                <a:ea typeface="Arial"/>
                <a:cs typeface="Arial"/>
                <a:sym typeface="Arial"/>
              </a:defRPr>
            </a:lvl2pPr>
            <a:lvl3pPr marL="1371600" lvl="2" indent="-228600" algn="l">
              <a:lnSpc>
                <a:spcPct val="90000"/>
              </a:lnSpc>
              <a:spcBef>
                <a:spcPts val="900"/>
              </a:spcBef>
              <a:spcAft>
                <a:spcPts val="0"/>
              </a:spcAft>
              <a:buClr>
                <a:schemeClr val="lt1"/>
              </a:buClr>
              <a:buSzPts val="1800"/>
              <a:buFont typeface="Arial"/>
              <a:buNone/>
              <a:defRPr/>
            </a:lvl3pPr>
            <a:lvl4pPr marL="1828800" lvl="3" indent="-228600" algn="l">
              <a:lnSpc>
                <a:spcPct val="90000"/>
              </a:lnSpc>
              <a:spcBef>
                <a:spcPts val="900"/>
              </a:spcBef>
              <a:spcAft>
                <a:spcPts val="0"/>
              </a:spcAft>
              <a:buClr>
                <a:schemeClr val="lt1"/>
              </a:buClr>
              <a:buSzPts val="1800"/>
              <a:buFont typeface="Arial"/>
              <a:buNone/>
              <a:defRPr/>
            </a:lvl4pPr>
            <a:lvl5pPr marL="2286000" lvl="4" indent="-228600" algn="l">
              <a:lnSpc>
                <a:spcPct val="90000"/>
              </a:lnSpc>
              <a:spcBef>
                <a:spcPts val="900"/>
              </a:spcBef>
              <a:spcAft>
                <a:spcPts val="0"/>
              </a:spcAft>
              <a:buClr>
                <a:schemeClr val="lt1"/>
              </a:buClr>
              <a:buSzPts val="1800"/>
              <a:buFont typeface="Arial"/>
              <a:buNone/>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a:endParaRPr/>
          </a:p>
        </p:txBody>
      </p:sp>
      <p:sp>
        <p:nvSpPr>
          <p:cNvPr id="326" name="Google Shape;326;p226"/>
          <p:cNvSpPr txBox="1">
            <a:spLocks noGrp="1"/>
          </p:cNvSpPr>
          <p:nvPr>
            <p:ph type="body" idx="3"/>
          </p:nvPr>
        </p:nvSpPr>
        <p:spPr>
          <a:xfrm>
            <a:off x="345192" y="514929"/>
            <a:ext cx="6879653" cy="124649"/>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rgbClr val="BDBDBD"/>
              </a:buClr>
              <a:buSzPts val="900"/>
              <a:buFont typeface="Arial Black"/>
              <a:buNone/>
              <a:defRPr sz="900" b="1">
                <a:solidFill>
                  <a:srgbClr val="BDBDBD"/>
                </a:solidFill>
                <a:latin typeface="Arial Black"/>
                <a:ea typeface="Arial Black"/>
                <a:cs typeface="Arial Black"/>
                <a:sym typeface="Arial Black"/>
              </a:defRPr>
            </a:lvl1pPr>
            <a:lvl2pPr marL="914400" lvl="1" indent="-228600" algn="l">
              <a:lnSpc>
                <a:spcPct val="90000"/>
              </a:lnSpc>
              <a:spcBef>
                <a:spcPts val="450"/>
              </a:spcBef>
              <a:spcAft>
                <a:spcPts val="0"/>
              </a:spcAft>
              <a:buClr>
                <a:srgbClr val="B2B2B2"/>
              </a:buClr>
              <a:buSzPts val="900"/>
              <a:buFont typeface="Arial"/>
              <a:buNone/>
              <a:defRPr sz="900" b="1">
                <a:solidFill>
                  <a:srgbClr val="B2B2B2"/>
                </a:solidFill>
                <a:latin typeface="Arial"/>
                <a:ea typeface="Arial"/>
                <a:cs typeface="Arial"/>
                <a:sym typeface="Arial"/>
              </a:defRPr>
            </a:lvl2pPr>
            <a:lvl3pPr marL="1371600" lvl="2" indent="-228600" algn="l">
              <a:lnSpc>
                <a:spcPct val="90000"/>
              </a:lnSpc>
              <a:spcBef>
                <a:spcPts val="900"/>
              </a:spcBef>
              <a:spcAft>
                <a:spcPts val="0"/>
              </a:spcAft>
              <a:buClr>
                <a:schemeClr val="lt1"/>
              </a:buClr>
              <a:buSzPts val="1800"/>
              <a:buFont typeface="Arial"/>
              <a:buNone/>
              <a:defRPr/>
            </a:lvl3pPr>
            <a:lvl4pPr marL="1828800" lvl="3" indent="-228600" algn="l">
              <a:lnSpc>
                <a:spcPct val="90000"/>
              </a:lnSpc>
              <a:spcBef>
                <a:spcPts val="900"/>
              </a:spcBef>
              <a:spcAft>
                <a:spcPts val="0"/>
              </a:spcAft>
              <a:buClr>
                <a:schemeClr val="lt1"/>
              </a:buClr>
              <a:buSzPts val="1800"/>
              <a:buFont typeface="Arial"/>
              <a:buNone/>
              <a:defRPr/>
            </a:lvl4pPr>
            <a:lvl5pPr marL="2286000" lvl="4" indent="-228600" algn="l">
              <a:lnSpc>
                <a:spcPct val="90000"/>
              </a:lnSpc>
              <a:spcBef>
                <a:spcPts val="900"/>
              </a:spcBef>
              <a:spcAft>
                <a:spcPts val="0"/>
              </a:spcAft>
              <a:buClr>
                <a:schemeClr val="lt1"/>
              </a:buClr>
              <a:buSzPts val="1800"/>
              <a:buFont typeface="Arial"/>
              <a:buNone/>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a:endParaRPr/>
          </a:p>
        </p:txBody>
      </p:sp>
      <p:sp>
        <p:nvSpPr>
          <p:cNvPr id="327" name="Google Shape;327;p226"/>
          <p:cNvSpPr/>
          <p:nvPr/>
        </p:nvSpPr>
        <p:spPr>
          <a:xfrm>
            <a:off x="6401667" y="1215020"/>
            <a:ext cx="120325" cy="246888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rgbClr val="000000"/>
              </a:solidFill>
              <a:latin typeface="Arial"/>
              <a:ea typeface="Arial"/>
              <a:cs typeface="Arial"/>
              <a:sym typeface="Arial"/>
            </a:endParaRPr>
          </a:p>
        </p:txBody>
      </p:sp>
      <p:sp>
        <p:nvSpPr>
          <p:cNvPr id="328" name="Google Shape;328;p226"/>
          <p:cNvSpPr/>
          <p:nvPr/>
        </p:nvSpPr>
        <p:spPr>
          <a:xfrm>
            <a:off x="345192" y="1215020"/>
            <a:ext cx="120325" cy="246888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rgbClr val="000000"/>
              </a:solidFill>
              <a:latin typeface="Arial"/>
              <a:ea typeface="Arial"/>
              <a:cs typeface="Arial"/>
              <a:sym typeface="Arial"/>
            </a:endParaRPr>
          </a:p>
        </p:txBody>
      </p:sp>
      <p:sp>
        <p:nvSpPr>
          <p:cNvPr id="329" name="Google Shape;329;p226"/>
          <p:cNvSpPr txBox="1"/>
          <p:nvPr/>
        </p:nvSpPr>
        <p:spPr>
          <a:xfrm>
            <a:off x="345192" y="4365287"/>
            <a:ext cx="5816559" cy="484748"/>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25"/>
              <a:buFont typeface="Arial"/>
              <a:buNone/>
            </a:pPr>
            <a:r>
              <a:rPr lang="en" sz="525" b="0" i="0" u="none" strike="noStrike" cap="none" dirty="0">
                <a:solidFill>
                  <a:srgbClr val="BDBDBD"/>
                </a:solidFill>
                <a:latin typeface="Arial"/>
                <a:ea typeface="Arial"/>
                <a:cs typeface="Arial"/>
                <a:sym typeface="Arial"/>
              </a:rPr>
              <a:t>© 2026 Gartner, Inc. and/or its affiliates. All rights reserved. Gartner is a registered trademark of Gartner, Inc. and its affiliates. This publication may not be reproduced or distributed in any form without Gartner's prior written permission. It consists of the opinions of Gartner's research organization, which should not be construed as statements of fact. While the information contained in this publication has been obtained from sources believed to be reliable, Gartner disclaims all warranties as to the accuracy, completeness or adequacy of such information. Although Gartner research may address legal and financial issues, Gartner does not provide legal or investment advice and its research should not be construed or used as such. Your access and use of this publication are governed by </a:t>
            </a:r>
            <a:r>
              <a:rPr lang="en" sz="525" b="0" i="0" u="sng" strike="noStrike" cap="none" dirty="0">
                <a:solidFill>
                  <a:srgbClr val="BDBDBD"/>
                </a:solidFill>
                <a:latin typeface="Arial"/>
                <a:ea typeface="Arial"/>
                <a:cs typeface="Arial"/>
                <a:sym typeface="Arial"/>
                <a:hlinkClick r:id="rId3">
                  <a:extLst>
                    <a:ext uri="{A12FA001-AC4F-418D-AE19-62706E023703}">
                      <ahyp:hlinkClr xmlns:ahyp="http://schemas.microsoft.com/office/drawing/2018/hyperlinkcolor" val="tx"/>
                    </a:ext>
                  </a:extLst>
                </a:hlinkClick>
              </a:rPr>
              <a:t>Gartner’s Usage Policy</a:t>
            </a:r>
            <a:r>
              <a:rPr lang="en" sz="525" b="0" i="0" u="none" strike="noStrike" cap="none" dirty="0">
                <a:solidFill>
                  <a:srgbClr val="BDBDBD"/>
                </a:solidFill>
                <a:latin typeface="Arial"/>
                <a:ea typeface="Arial"/>
                <a:cs typeface="Arial"/>
                <a:sym typeface="Arial"/>
              </a:rPr>
              <a:t>. Gartner prides itself on its reputation for independence and objectivity. Its research is produced independently by its research organization without input or influence from any third party. For further information, see "</a:t>
            </a:r>
            <a:r>
              <a:rPr lang="en" sz="525" b="0" i="0" u="sng" strike="noStrike" cap="none" dirty="0">
                <a:solidFill>
                  <a:srgbClr val="BDBDBD"/>
                </a:solidFill>
                <a:latin typeface="Arial"/>
                <a:ea typeface="Arial"/>
                <a:cs typeface="Arial"/>
                <a:sym typeface="Arial"/>
                <a:hlinkClick r:id="rId4">
                  <a:extLst>
                    <a:ext uri="{A12FA001-AC4F-418D-AE19-62706E023703}">
                      <ahyp:hlinkClr xmlns:ahyp="http://schemas.microsoft.com/office/drawing/2018/hyperlinkcolor" val="tx"/>
                    </a:ext>
                  </a:extLst>
                </a:hlinkClick>
              </a:rPr>
              <a:t>Guiding Principles on Independence and Objectivity</a:t>
            </a:r>
            <a:r>
              <a:rPr lang="en" sz="525" b="0" i="0" u="none" strike="noStrike" cap="none" dirty="0">
                <a:solidFill>
                  <a:srgbClr val="BDBDBD"/>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0"/>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Key Issues">
  <p:cSld name="Key Issues">
    <p:spTree>
      <p:nvGrpSpPr>
        <p:cNvPr id="1" name="Shape 331"/>
        <p:cNvGrpSpPr/>
        <p:nvPr/>
      </p:nvGrpSpPr>
      <p:grpSpPr>
        <a:xfrm>
          <a:off x="0" y="0"/>
          <a:ext cx="0" cy="0"/>
          <a:chOff x="0" y="0"/>
          <a:chExt cx="0" cy="0"/>
        </a:xfrm>
      </p:grpSpPr>
      <p:sp>
        <p:nvSpPr>
          <p:cNvPr id="332" name="Google Shape;332;p229"/>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3" name="Google Shape;333;p229"/>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900"/>
              </a:spcBef>
              <a:spcAft>
                <a:spcPts val="0"/>
              </a:spcAft>
              <a:buClr>
                <a:schemeClr val="dk1"/>
              </a:buClr>
              <a:buSzPts val="2100"/>
              <a:buFont typeface="Arial Black"/>
              <a:buAutoNum type="arabicPeriod"/>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Key Issues - Grey">
  <p:cSld name="Key Issues - Grey">
    <p:spTree>
      <p:nvGrpSpPr>
        <p:cNvPr id="1" name="Shape 334"/>
        <p:cNvGrpSpPr/>
        <p:nvPr/>
      </p:nvGrpSpPr>
      <p:grpSpPr>
        <a:xfrm>
          <a:off x="0" y="0"/>
          <a:ext cx="0" cy="0"/>
          <a:chOff x="0" y="0"/>
          <a:chExt cx="0" cy="0"/>
        </a:xfrm>
      </p:grpSpPr>
      <p:sp>
        <p:nvSpPr>
          <p:cNvPr id="335" name="Google Shape;335;p230"/>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6" name="Google Shape;336;p230"/>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900"/>
              </a:spcBef>
              <a:spcAft>
                <a:spcPts val="0"/>
              </a:spcAft>
              <a:buClr>
                <a:srgbClr val="979D9D"/>
              </a:buClr>
              <a:buSzPts val="2100"/>
              <a:buFont typeface="Arial Black"/>
              <a:buAutoNum type="arabicPeriod"/>
              <a:defRPr>
                <a:solidFill>
                  <a:srgbClr val="979D9D"/>
                </a:solidFill>
              </a:defRPr>
            </a:lvl1pPr>
            <a:lvl2pPr marL="914400" lvl="1" indent="-342900" algn="l">
              <a:lnSpc>
                <a:spcPct val="90000"/>
              </a:lnSpc>
              <a:spcBef>
                <a:spcPts val="900"/>
              </a:spcBef>
              <a:spcAft>
                <a:spcPts val="0"/>
              </a:spcAft>
              <a:buClr>
                <a:srgbClr val="979D9D"/>
              </a:buClr>
              <a:buSzPts val="1800"/>
              <a:buChar char="–"/>
              <a:defRPr>
                <a:solidFill>
                  <a:srgbClr val="979D9D"/>
                </a:solidFill>
              </a:defRPr>
            </a:lvl2pPr>
            <a:lvl3pPr marL="1371600" lvl="2" indent="-342900" algn="l">
              <a:lnSpc>
                <a:spcPct val="90000"/>
              </a:lnSpc>
              <a:spcBef>
                <a:spcPts val="900"/>
              </a:spcBef>
              <a:spcAft>
                <a:spcPts val="0"/>
              </a:spcAft>
              <a:buClr>
                <a:srgbClr val="979D9D"/>
              </a:buClr>
              <a:buSzPts val="1800"/>
              <a:buChar char="•"/>
              <a:defRPr>
                <a:solidFill>
                  <a:srgbClr val="979D9D"/>
                </a:solidFill>
              </a:defRPr>
            </a:lvl3pPr>
            <a:lvl4pPr marL="1828800" lvl="3" indent="-342900" algn="l">
              <a:lnSpc>
                <a:spcPct val="90000"/>
              </a:lnSpc>
              <a:spcBef>
                <a:spcPts val="900"/>
              </a:spcBef>
              <a:spcAft>
                <a:spcPts val="0"/>
              </a:spcAft>
              <a:buClr>
                <a:srgbClr val="979D9D"/>
              </a:buClr>
              <a:buSzPts val="1800"/>
              <a:buChar char="–"/>
              <a:defRPr>
                <a:solidFill>
                  <a:srgbClr val="979D9D"/>
                </a:solidFill>
              </a:defRPr>
            </a:lvl4pPr>
            <a:lvl5pPr marL="2286000" lvl="4" indent="-342900" algn="l">
              <a:lnSpc>
                <a:spcPct val="90000"/>
              </a:lnSpc>
              <a:spcBef>
                <a:spcPts val="900"/>
              </a:spcBef>
              <a:spcAft>
                <a:spcPts val="0"/>
              </a:spcAft>
              <a:buClr>
                <a:srgbClr val="979D9D"/>
              </a:buClr>
              <a:buSzPts val="1800"/>
              <a:buChar char="•"/>
              <a:defRPr>
                <a:solidFill>
                  <a:srgbClr val="979D9D"/>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337"/>
        <p:cNvGrpSpPr/>
        <p:nvPr/>
      </p:nvGrpSpPr>
      <p:grpSpPr>
        <a:xfrm>
          <a:off x="0" y="0"/>
          <a:ext cx="0" cy="0"/>
          <a:chOff x="0" y="0"/>
          <a:chExt cx="0" cy="0"/>
        </a:xfrm>
      </p:grpSpPr>
      <p:sp>
        <p:nvSpPr>
          <p:cNvPr id="338" name="Google Shape;338;p231"/>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9" name="Google Shape;339;p231"/>
          <p:cNvSpPr txBox="1">
            <a:spLocks noGrp="1"/>
          </p:cNvSpPr>
          <p:nvPr>
            <p:ph type="body" idx="1"/>
          </p:nvPr>
        </p:nvSpPr>
        <p:spPr>
          <a:xfrm>
            <a:off x="342900" y="1145382"/>
            <a:ext cx="4124325" cy="3345656"/>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340"/>
        <p:cNvGrpSpPr/>
        <p:nvPr/>
      </p:nvGrpSpPr>
      <p:grpSpPr>
        <a:xfrm>
          <a:off x="0" y="0"/>
          <a:ext cx="0" cy="0"/>
          <a:chOff x="0" y="0"/>
          <a:chExt cx="0" cy="0"/>
        </a:xfrm>
      </p:grpSpPr>
      <p:sp>
        <p:nvSpPr>
          <p:cNvPr id="341" name="Google Shape;341;p232"/>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2" name="Google Shape;342;p232"/>
          <p:cNvSpPr txBox="1">
            <a:spLocks noGrp="1"/>
          </p:cNvSpPr>
          <p:nvPr>
            <p:ph type="body" idx="1"/>
          </p:nvPr>
        </p:nvSpPr>
        <p:spPr>
          <a:xfrm>
            <a:off x="342900" y="1145382"/>
            <a:ext cx="4124325" cy="3345656"/>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43" name="Google Shape;343;p232"/>
          <p:cNvSpPr txBox="1">
            <a:spLocks noGrp="1"/>
          </p:cNvSpPr>
          <p:nvPr>
            <p:ph type="body" idx="2"/>
          </p:nvPr>
        </p:nvSpPr>
        <p:spPr>
          <a:xfrm>
            <a:off x="4675585" y="1145382"/>
            <a:ext cx="4124325" cy="3345656"/>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900"/>
              </a:spcBef>
              <a:spcAft>
                <a:spcPts val="0"/>
              </a:spcAft>
              <a:buClr>
                <a:schemeClr val="dk1"/>
              </a:buClr>
              <a:buSzPts val="21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PA Band">
  <p:cSld name="SPA Band">
    <p:spTree>
      <p:nvGrpSpPr>
        <p:cNvPr id="1" name="Shape 344"/>
        <p:cNvGrpSpPr/>
        <p:nvPr/>
      </p:nvGrpSpPr>
      <p:grpSpPr>
        <a:xfrm>
          <a:off x="0" y="0"/>
          <a:ext cx="0" cy="0"/>
          <a:chOff x="0" y="0"/>
          <a:chExt cx="0" cy="0"/>
        </a:xfrm>
      </p:grpSpPr>
      <p:sp>
        <p:nvSpPr>
          <p:cNvPr id="345" name="Google Shape;345;p233"/>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6" name="Google Shape;346;p233"/>
          <p:cNvSpPr txBox="1">
            <a:spLocks noGrp="1"/>
          </p:cNvSpPr>
          <p:nvPr>
            <p:ph type="body" idx="1"/>
          </p:nvPr>
        </p:nvSpPr>
        <p:spPr>
          <a:xfrm>
            <a:off x="342901" y="1644968"/>
            <a:ext cx="4124325" cy="284607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800"/>
              <a:buNone/>
              <a:defRPr sz="1800" b="1"/>
            </a:lvl1pPr>
            <a:lvl2pPr marL="914400" lvl="1" indent="-342900" algn="l">
              <a:lnSpc>
                <a:spcPct val="90000"/>
              </a:lnSpc>
              <a:spcBef>
                <a:spcPts val="900"/>
              </a:spcBef>
              <a:spcAft>
                <a:spcPts val="0"/>
              </a:spcAft>
              <a:buClr>
                <a:schemeClr val="dk1"/>
              </a:buClr>
              <a:buSzPts val="1800"/>
              <a:buFont typeface="Arial"/>
              <a:buChar char="•"/>
              <a:defRPr sz="1800"/>
            </a:lvl2pPr>
            <a:lvl3pPr marL="1371600" lvl="2" indent="-342900" algn="l">
              <a:lnSpc>
                <a:spcPct val="90000"/>
              </a:lnSpc>
              <a:spcBef>
                <a:spcPts val="900"/>
              </a:spcBef>
              <a:spcAft>
                <a:spcPts val="0"/>
              </a:spcAft>
              <a:buClr>
                <a:schemeClr val="dk1"/>
              </a:buClr>
              <a:buSzPts val="1800"/>
              <a:buFont typeface="Arial"/>
              <a:buChar char="–"/>
              <a:defRPr sz="1800"/>
            </a:lvl3pPr>
            <a:lvl4pPr marL="1828800" lvl="3" indent="-342900" algn="l">
              <a:lnSpc>
                <a:spcPct val="90000"/>
              </a:lnSpc>
              <a:spcBef>
                <a:spcPts val="900"/>
              </a:spcBef>
              <a:spcAft>
                <a:spcPts val="0"/>
              </a:spcAft>
              <a:buClr>
                <a:schemeClr val="dk1"/>
              </a:buClr>
              <a:buSzPts val="1800"/>
              <a:buFont typeface="Arial"/>
              <a:buChar char="•"/>
              <a:defRPr sz="1800"/>
            </a:lvl4pPr>
            <a:lvl5pPr marL="2286000" lvl="4" indent="-342900" algn="l">
              <a:lnSpc>
                <a:spcPct val="90000"/>
              </a:lnSpc>
              <a:spcBef>
                <a:spcPts val="900"/>
              </a:spcBef>
              <a:spcAft>
                <a:spcPts val="0"/>
              </a:spcAft>
              <a:buClr>
                <a:schemeClr val="dk1"/>
              </a:buClr>
              <a:buSzPts val="1800"/>
              <a:buFont typeface="Arial"/>
              <a:buChar char="–"/>
              <a:defRPr sz="1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47" name="Google Shape;347;p233"/>
          <p:cNvSpPr txBox="1">
            <a:spLocks noGrp="1"/>
          </p:cNvSpPr>
          <p:nvPr>
            <p:ph type="body" idx="2"/>
          </p:nvPr>
        </p:nvSpPr>
        <p:spPr>
          <a:xfrm>
            <a:off x="342900" y="732235"/>
            <a:ext cx="8457010" cy="785813"/>
          </a:xfrm>
          <a:prstGeom prst="rect">
            <a:avLst/>
          </a:prstGeom>
          <a:solidFill>
            <a:srgbClr val="002856"/>
          </a:solidFill>
          <a:ln>
            <a:noFill/>
          </a:ln>
        </p:spPr>
        <p:txBody>
          <a:bodyPr spcFirstLastPara="1" wrap="square" lIns="137150" tIns="0" rIns="91425" bIns="0" anchor="ctr" anchorCtr="0">
            <a:noAutofit/>
          </a:bodyPr>
          <a:lstStyle>
            <a:lvl1pPr marL="457200" lvl="0" indent="-228600" algn="l">
              <a:lnSpc>
                <a:spcPct val="90000"/>
              </a:lnSpc>
              <a:spcBef>
                <a:spcPts val="450"/>
              </a:spcBef>
              <a:spcAft>
                <a:spcPts val="0"/>
              </a:spcAft>
              <a:buClr>
                <a:srgbClr val="FFFFFF"/>
              </a:buClr>
              <a:buSzPts val="1800"/>
              <a:buNone/>
              <a:defRPr sz="1800">
                <a:solidFill>
                  <a:srgbClr val="FFFFFF"/>
                </a:solidFill>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48" name="Google Shape;348;p233"/>
          <p:cNvSpPr txBox="1">
            <a:spLocks noGrp="1"/>
          </p:cNvSpPr>
          <p:nvPr>
            <p:ph type="body" idx="3"/>
          </p:nvPr>
        </p:nvSpPr>
        <p:spPr>
          <a:xfrm>
            <a:off x="4675585" y="1644968"/>
            <a:ext cx="4124325" cy="284607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800"/>
              <a:buNone/>
              <a:defRPr sz="1800" b="1"/>
            </a:lvl1pPr>
            <a:lvl2pPr marL="914400" lvl="1" indent="-342900" algn="l">
              <a:lnSpc>
                <a:spcPct val="90000"/>
              </a:lnSpc>
              <a:spcBef>
                <a:spcPts val="900"/>
              </a:spcBef>
              <a:spcAft>
                <a:spcPts val="0"/>
              </a:spcAft>
              <a:buClr>
                <a:schemeClr val="dk1"/>
              </a:buClr>
              <a:buSzPts val="1800"/>
              <a:buFont typeface="Arial"/>
              <a:buChar char="•"/>
              <a:defRPr sz="1800"/>
            </a:lvl2pPr>
            <a:lvl3pPr marL="1371600" lvl="2" indent="-342900" algn="l">
              <a:lnSpc>
                <a:spcPct val="90000"/>
              </a:lnSpc>
              <a:spcBef>
                <a:spcPts val="900"/>
              </a:spcBef>
              <a:spcAft>
                <a:spcPts val="0"/>
              </a:spcAft>
              <a:buClr>
                <a:schemeClr val="dk1"/>
              </a:buClr>
              <a:buSzPts val="1800"/>
              <a:buFont typeface="Arial"/>
              <a:buChar char="–"/>
              <a:defRPr sz="1800"/>
            </a:lvl3pPr>
            <a:lvl4pPr marL="1828800" lvl="3" indent="-342900" algn="l">
              <a:lnSpc>
                <a:spcPct val="90000"/>
              </a:lnSpc>
              <a:spcBef>
                <a:spcPts val="900"/>
              </a:spcBef>
              <a:spcAft>
                <a:spcPts val="0"/>
              </a:spcAft>
              <a:buClr>
                <a:schemeClr val="dk1"/>
              </a:buClr>
              <a:buSzPts val="1800"/>
              <a:buFont typeface="Arial"/>
              <a:buChar char="•"/>
              <a:defRPr sz="1800"/>
            </a:lvl4pPr>
            <a:lvl5pPr marL="2286000" lvl="4" indent="-342900" algn="l">
              <a:lnSpc>
                <a:spcPct val="90000"/>
              </a:lnSpc>
              <a:spcBef>
                <a:spcPts val="900"/>
              </a:spcBef>
              <a:spcAft>
                <a:spcPts val="0"/>
              </a:spcAft>
              <a:buClr>
                <a:schemeClr val="dk1"/>
              </a:buClr>
              <a:buSzPts val="1800"/>
              <a:buFont typeface="Arial"/>
              <a:buChar char="–"/>
              <a:defRPr sz="1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Recommendations">
  <p:cSld name="Recommendations">
    <p:spTree>
      <p:nvGrpSpPr>
        <p:cNvPr id="1" name="Shape 349"/>
        <p:cNvGrpSpPr/>
        <p:nvPr/>
      </p:nvGrpSpPr>
      <p:grpSpPr>
        <a:xfrm>
          <a:off x="0" y="0"/>
          <a:ext cx="0" cy="0"/>
          <a:chOff x="0" y="0"/>
          <a:chExt cx="0" cy="0"/>
        </a:xfrm>
      </p:grpSpPr>
      <p:sp>
        <p:nvSpPr>
          <p:cNvPr id="350" name="Google Shape;350;p234"/>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1" name="Google Shape;351;p234"/>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401955" algn="l">
              <a:lnSpc>
                <a:spcPct val="90000"/>
              </a:lnSpc>
              <a:spcBef>
                <a:spcPts val="900"/>
              </a:spcBef>
              <a:spcAft>
                <a:spcPts val="0"/>
              </a:spcAft>
              <a:buClr>
                <a:schemeClr val="dk1"/>
              </a:buClr>
              <a:buSzPts val="2730"/>
              <a:buFont typeface="Arial"/>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Action Plan">
  <p:cSld name="Action Plan">
    <p:spTree>
      <p:nvGrpSpPr>
        <p:cNvPr id="1" name="Shape 352"/>
        <p:cNvGrpSpPr/>
        <p:nvPr/>
      </p:nvGrpSpPr>
      <p:grpSpPr>
        <a:xfrm>
          <a:off x="0" y="0"/>
          <a:ext cx="0" cy="0"/>
          <a:chOff x="0" y="0"/>
          <a:chExt cx="0" cy="0"/>
        </a:xfrm>
      </p:grpSpPr>
      <p:sp>
        <p:nvSpPr>
          <p:cNvPr id="353" name="Google Shape;353;p235"/>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4" name="Google Shape;354;p235"/>
          <p:cNvSpPr txBox="1">
            <a:spLocks noGrp="1"/>
          </p:cNvSpPr>
          <p:nvPr>
            <p:ph type="body" idx="1"/>
          </p:nvPr>
        </p:nvSpPr>
        <p:spPr>
          <a:xfrm>
            <a:off x="342901" y="1145382"/>
            <a:ext cx="8457009" cy="3345656"/>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2100"/>
              <a:buNone/>
              <a:defRPr sz="2100" b="1"/>
            </a:lvl1pPr>
            <a:lvl2pPr marL="914400" lvl="1" indent="-342900" algn="l">
              <a:lnSpc>
                <a:spcPct val="90000"/>
              </a:lnSpc>
              <a:spcBef>
                <a:spcPts val="900"/>
              </a:spcBef>
              <a:spcAft>
                <a:spcPts val="0"/>
              </a:spcAft>
              <a:buClr>
                <a:schemeClr val="dk1"/>
              </a:buClr>
              <a:buSzPts val="1800"/>
              <a:buFont typeface="Arial"/>
              <a:buChar char="•"/>
              <a:defRPr sz="1800"/>
            </a:lvl2pPr>
            <a:lvl3pPr marL="1371600" lvl="2" indent="-342900" algn="l">
              <a:lnSpc>
                <a:spcPct val="90000"/>
              </a:lnSpc>
              <a:spcBef>
                <a:spcPts val="900"/>
              </a:spcBef>
              <a:spcAft>
                <a:spcPts val="0"/>
              </a:spcAft>
              <a:buClr>
                <a:schemeClr val="dk1"/>
              </a:buClr>
              <a:buSzPts val="1800"/>
              <a:buFont typeface="Arial"/>
              <a:buChar char="–"/>
              <a:defRPr sz="1800"/>
            </a:lvl3pPr>
            <a:lvl4pPr marL="1828800" lvl="3" indent="-342900" algn="l">
              <a:lnSpc>
                <a:spcPct val="90000"/>
              </a:lnSpc>
              <a:spcBef>
                <a:spcPts val="900"/>
              </a:spcBef>
              <a:spcAft>
                <a:spcPts val="0"/>
              </a:spcAft>
              <a:buClr>
                <a:schemeClr val="dk1"/>
              </a:buClr>
              <a:buSzPts val="1800"/>
              <a:buFont typeface="Arial"/>
              <a:buChar char="•"/>
              <a:defRPr sz="1800"/>
            </a:lvl4pPr>
            <a:lvl5pPr marL="2286000" lvl="4" indent="-342900" algn="l">
              <a:lnSpc>
                <a:spcPct val="90000"/>
              </a:lnSpc>
              <a:spcBef>
                <a:spcPts val="900"/>
              </a:spcBef>
              <a:spcAft>
                <a:spcPts val="0"/>
              </a:spcAft>
              <a:buClr>
                <a:schemeClr val="dk1"/>
              </a:buClr>
              <a:buSzPts val="1800"/>
              <a:buFont typeface="Arial"/>
              <a:buChar char="–"/>
              <a:defRPr sz="1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Recommended Research">
  <p:cSld name="Recommended Research">
    <p:spTree>
      <p:nvGrpSpPr>
        <p:cNvPr id="1" name="Shape 355"/>
        <p:cNvGrpSpPr/>
        <p:nvPr/>
      </p:nvGrpSpPr>
      <p:grpSpPr>
        <a:xfrm>
          <a:off x="0" y="0"/>
          <a:ext cx="0" cy="0"/>
          <a:chOff x="0" y="0"/>
          <a:chExt cx="0" cy="0"/>
        </a:xfrm>
      </p:grpSpPr>
      <p:sp>
        <p:nvSpPr>
          <p:cNvPr id="356" name="Google Shape;356;p236"/>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236"/>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lvl="0" indent="-401955" algn="l">
              <a:lnSpc>
                <a:spcPct val="90000"/>
              </a:lnSpc>
              <a:spcBef>
                <a:spcPts val="900"/>
              </a:spcBef>
              <a:spcAft>
                <a:spcPts val="0"/>
              </a:spcAft>
              <a:buClr>
                <a:schemeClr val="dk2"/>
              </a:buClr>
              <a:buSzPts val="2730"/>
              <a:buFont typeface="Arial"/>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58" name="Google Shape;358;p236"/>
          <p:cNvSpPr txBox="1"/>
          <p:nvPr/>
        </p:nvSpPr>
        <p:spPr>
          <a:xfrm>
            <a:off x="342900" y="4672549"/>
            <a:ext cx="4672255" cy="92333"/>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6F7878"/>
                </a:solidFill>
                <a:latin typeface="Arial"/>
                <a:ea typeface="Arial"/>
                <a:cs typeface="Arial"/>
                <a:sym typeface="Arial"/>
              </a:rPr>
              <a:t>Access to Gartner research is subject to entitlement. For information, please contact your Gartner representative.</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Action Item">
  <p:cSld name="Action Item">
    <p:spTree>
      <p:nvGrpSpPr>
        <p:cNvPr id="1" name="Shape 359"/>
        <p:cNvGrpSpPr/>
        <p:nvPr/>
      </p:nvGrpSpPr>
      <p:grpSpPr>
        <a:xfrm>
          <a:off x="0" y="0"/>
          <a:ext cx="0" cy="0"/>
          <a:chOff x="0" y="0"/>
          <a:chExt cx="0" cy="0"/>
        </a:xfrm>
      </p:grpSpPr>
      <p:sp>
        <p:nvSpPr>
          <p:cNvPr id="360" name="Google Shape;360;p237"/>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1" name="Google Shape;361;p237"/>
          <p:cNvSpPr txBox="1">
            <a:spLocks noGrp="1"/>
          </p:cNvSpPr>
          <p:nvPr>
            <p:ph type="body" idx="1"/>
          </p:nvPr>
        </p:nvSpPr>
        <p:spPr>
          <a:xfrm>
            <a:off x="342900" y="1145381"/>
            <a:ext cx="8457010" cy="243840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62" name="Google Shape;362;p237"/>
          <p:cNvSpPr txBox="1">
            <a:spLocks noGrp="1"/>
          </p:cNvSpPr>
          <p:nvPr>
            <p:ph type="body" idx="2"/>
          </p:nvPr>
        </p:nvSpPr>
        <p:spPr>
          <a:xfrm>
            <a:off x="342900" y="3583782"/>
            <a:ext cx="8457010" cy="907256"/>
          </a:xfrm>
          <a:prstGeom prst="rect">
            <a:avLst/>
          </a:prstGeom>
          <a:solidFill>
            <a:srgbClr val="002856"/>
          </a:solidFill>
          <a:ln>
            <a:noFill/>
          </a:ln>
        </p:spPr>
        <p:txBody>
          <a:bodyPr spcFirstLastPara="1" wrap="square" lIns="137150" tIns="91425" rIns="91425" bIns="91425" anchor="ctr" anchorCtr="0">
            <a:noAutofit/>
          </a:bodyPr>
          <a:lstStyle>
            <a:lvl1pPr marL="457200" lvl="0" indent="-228600" algn="l">
              <a:lnSpc>
                <a:spcPct val="90000"/>
              </a:lnSpc>
              <a:spcBef>
                <a:spcPts val="450"/>
              </a:spcBef>
              <a:spcAft>
                <a:spcPts val="0"/>
              </a:spcAft>
              <a:buClr>
                <a:srgbClr val="FFFFFF"/>
              </a:buClr>
              <a:buSzPts val="2100"/>
              <a:buNone/>
              <a:defRPr>
                <a:solidFill>
                  <a:srgbClr val="FFFFFF"/>
                </a:solidFill>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363"/>
        <p:cNvGrpSpPr/>
        <p:nvPr/>
      </p:nvGrpSpPr>
      <p:grpSpPr>
        <a:xfrm>
          <a:off x="0" y="0"/>
          <a:ext cx="0" cy="0"/>
          <a:chOff x="0" y="0"/>
          <a:chExt cx="0" cy="0"/>
        </a:xfrm>
      </p:grpSpPr>
      <p:sp>
        <p:nvSpPr>
          <p:cNvPr id="364" name="Google Shape;364;p238"/>
          <p:cNvSpPr txBox="1">
            <a:spLocks noGrp="1"/>
          </p:cNvSpPr>
          <p:nvPr>
            <p:ph type="body" idx="1"/>
          </p:nvPr>
        </p:nvSpPr>
        <p:spPr>
          <a:xfrm>
            <a:off x="3318145" y="1145382"/>
            <a:ext cx="2502694" cy="3345656"/>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65" name="Google Shape;365;p238"/>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6" name="Google Shape;366;p238"/>
          <p:cNvSpPr txBox="1">
            <a:spLocks noGrp="1"/>
          </p:cNvSpPr>
          <p:nvPr>
            <p:ph type="body" idx="2"/>
          </p:nvPr>
        </p:nvSpPr>
        <p:spPr>
          <a:xfrm>
            <a:off x="342900" y="1145382"/>
            <a:ext cx="2502694" cy="3345656"/>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500"/>
              <a:buNone/>
              <a:defRPr sz="1500" b="1"/>
            </a:lvl1pPr>
            <a:lvl2pPr marL="914400" lvl="1" indent="-323850" algn="l">
              <a:lnSpc>
                <a:spcPct val="90000"/>
              </a:lnSpc>
              <a:spcBef>
                <a:spcPts val="900"/>
              </a:spcBef>
              <a:spcAft>
                <a:spcPts val="0"/>
              </a:spcAft>
              <a:buClr>
                <a:schemeClr val="dk1"/>
              </a:buClr>
              <a:buSzPts val="1500"/>
              <a:buFont typeface="Arial"/>
              <a:buChar char="•"/>
              <a:defRPr sz="1500"/>
            </a:lvl2pPr>
            <a:lvl3pPr marL="1371600" lvl="2" indent="-323850" algn="l">
              <a:lnSpc>
                <a:spcPct val="90000"/>
              </a:lnSpc>
              <a:spcBef>
                <a:spcPts val="900"/>
              </a:spcBef>
              <a:spcAft>
                <a:spcPts val="0"/>
              </a:spcAft>
              <a:buClr>
                <a:schemeClr val="dk1"/>
              </a:buClr>
              <a:buSzPts val="1500"/>
              <a:buFont typeface="Arial"/>
              <a:buChar char="–"/>
              <a:defRPr sz="1500"/>
            </a:lvl3pPr>
            <a:lvl4pPr marL="1828800" lvl="3" indent="-323850" algn="l">
              <a:lnSpc>
                <a:spcPct val="90000"/>
              </a:lnSpc>
              <a:spcBef>
                <a:spcPts val="900"/>
              </a:spcBef>
              <a:spcAft>
                <a:spcPts val="0"/>
              </a:spcAft>
              <a:buClr>
                <a:schemeClr val="dk1"/>
              </a:buClr>
              <a:buSzPts val="1500"/>
              <a:buFont typeface="Arial"/>
              <a:buChar char="•"/>
              <a:defRPr sz="1500"/>
            </a:lvl4pPr>
            <a:lvl5pPr marL="2286000" lvl="4" indent="-323850" algn="l">
              <a:lnSpc>
                <a:spcPct val="90000"/>
              </a:lnSpc>
              <a:spcBef>
                <a:spcPts val="900"/>
              </a:spcBef>
              <a:spcAft>
                <a:spcPts val="0"/>
              </a:spcAft>
              <a:buClr>
                <a:schemeClr val="dk1"/>
              </a:buClr>
              <a:buSzPts val="1500"/>
              <a:buFont typeface="Arial"/>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67" name="Google Shape;367;p238"/>
          <p:cNvSpPr txBox="1">
            <a:spLocks noGrp="1"/>
          </p:cNvSpPr>
          <p:nvPr>
            <p:ph type="body" idx="3"/>
          </p:nvPr>
        </p:nvSpPr>
        <p:spPr>
          <a:xfrm>
            <a:off x="6297216" y="1145382"/>
            <a:ext cx="2502694" cy="3345656"/>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368"/>
        <p:cNvGrpSpPr/>
        <p:nvPr/>
      </p:nvGrpSpPr>
      <p:grpSpPr>
        <a:xfrm>
          <a:off x="0" y="0"/>
          <a:ext cx="0" cy="0"/>
          <a:chOff x="0" y="0"/>
          <a:chExt cx="0" cy="0"/>
        </a:xfrm>
      </p:grpSpPr>
      <p:sp>
        <p:nvSpPr>
          <p:cNvPr id="369" name="Google Shape;369;p239"/>
          <p:cNvSpPr txBox="1">
            <a:spLocks noGrp="1"/>
          </p:cNvSpPr>
          <p:nvPr>
            <p:ph type="body" idx="1"/>
          </p:nvPr>
        </p:nvSpPr>
        <p:spPr>
          <a:xfrm>
            <a:off x="3318145" y="1145382"/>
            <a:ext cx="2502694" cy="3345656"/>
          </a:xfrm>
          <a:prstGeom prst="rect">
            <a:avLst/>
          </a:prstGeom>
          <a:solidFill>
            <a:srgbClr val="D3D3D3"/>
          </a:solidFill>
          <a:ln>
            <a:noFill/>
          </a:ln>
        </p:spPr>
        <p:txBody>
          <a:bodyPr spcFirstLastPara="1" wrap="square" lIns="182875" tIns="182875" rIns="91425" bIns="182875"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70" name="Google Shape;370;p239"/>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1" name="Google Shape;371;p239"/>
          <p:cNvSpPr txBox="1">
            <a:spLocks noGrp="1"/>
          </p:cNvSpPr>
          <p:nvPr>
            <p:ph type="body" idx="2"/>
          </p:nvPr>
        </p:nvSpPr>
        <p:spPr>
          <a:xfrm>
            <a:off x="342900" y="1145382"/>
            <a:ext cx="2502694" cy="3345656"/>
          </a:xfrm>
          <a:prstGeom prst="rect">
            <a:avLst/>
          </a:prstGeom>
          <a:solidFill>
            <a:srgbClr val="D3D3D3"/>
          </a:solidFill>
          <a:ln>
            <a:noFill/>
          </a:ln>
        </p:spPr>
        <p:txBody>
          <a:bodyPr spcFirstLastPara="1" wrap="square" lIns="182875" tIns="182875" rIns="91425" bIns="182875" anchor="t" anchorCtr="0">
            <a:noAutofit/>
          </a:bodyPr>
          <a:lstStyle>
            <a:lvl1pPr marL="457200" lvl="0" indent="-228600" algn="l">
              <a:lnSpc>
                <a:spcPct val="90000"/>
              </a:lnSpc>
              <a:spcBef>
                <a:spcPts val="900"/>
              </a:spcBef>
              <a:spcAft>
                <a:spcPts val="0"/>
              </a:spcAft>
              <a:buClr>
                <a:schemeClr val="dk1"/>
              </a:buClr>
              <a:buSzPts val="1500"/>
              <a:buNone/>
              <a:defRPr sz="1500" b="1"/>
            </a:lvl1pPr>
            <a:lvl2pPr marL="914400" lvl="1" indent="-323850" algn="l">
              <a:lnSpc>
                <a:spcPct val="90000"/>
              </a:lnSpc>
              <a:spcBef>
                <a:spcPts val="900"/>
              </a:spcBef>
              <a:spcAft>
                <a:spcPts val="0"/>
              </a:spcAft>
              <a:buClr>
                <a:schemeClr val="dk1"/>
              </a:buClr>
              <a:buSzPts val="1500"/>
              <a:buFont typeface="Arial"/>
              <a:buChar char="•"/>
              <a:defRPr sz="1500"/>
            </a:lvl2pPr>
            <a:lvl3pPr marL="1371600" lvl="2" indent="-323850" algn="l">
              <a:lnSpc>
                <a:spcPct val="90000"/>
              </a:lnSpc>
              <a:spcBef>
                <a:spcPts val="900"/>
              </a:spcBef>
              <a:spcAft>
                <a:spcPts val="0"/>
              </a:spcAft>
              <a:buClr>
                <a:schemeClr val="dk1"/>
              </a:buClr>
              <a:buSzPts val="1500"/>
              <a:buFont typeface="Arial"/>
              <a:buChar char="–"/>
              <a:defRPr sz="1500"/>
            </a:lvl3pPr>
            <a:lvl4pPr marL="1828800" lvl="3" indent="-323850" algn="l">
              <a:lnSpc>
                <a:spcPct val="90000"/>
              </a:lnSpc>
              <a:spcBef>
                <a:spcPts val="900"/>
              </a:spcBef>
              <a:spcAft>
                <a:spcPts val="0"/>
              </a:spcAft>
              <a:buClr>
                <a:schemeClr val="dk1"/>
              </a:buClr>
              <a:buSzPts val="1500"/>
              <a:buFont typeface="Arial"/>
              <a:buChar char="•"/>
              <a:defRPr sz="1500"/>
            </a:lvl4pPr>
            <a:lvl5pPr marL="2286000" lvl="4" indent="-323850" algn="l">
              <a:lnSpc>
                <a:spcPct val="90000"/>
              </a:lnSpc>
              <a:spcBef>
                <a:spcPts val="900"/>
              </a:spcBef>
              <a:spcAft>
                <a:spcPts val="0"/>
              </a:spcAft>
              <a:buClr>
                <a:schemeClr val="dk1"/>
              </a:buClr>
              <a:buSzPts val="1500"/>
              <a:buFont typeface="Arial"/>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72" name="Google Shape;372;p239"/>
          <p:cNvSpPr txBox="1">
            <a:spLocks noGrp="1"/>
          </p:cNvSpPr>
          <p:nvPr>
            <p:ph type="body" idx="3"/>
          </p:nvPr>
        </p:nvSpPr>
        <p:spPr>
          <a:xfrm>
            <a:off x="6297216" y="1145382"/>
            <a:ext cx="2502694" cy="3345656"/>
          </a:xfrm>
          <a:prstGeom prst="rect">
            <a:avLst/>
          </a:prstGeom>
          <a:solidFill>
            <a:srgbClr val="D3D3D3"/>
          </a:solidFill>
          <a:ln>
            <a:noFill/>
          </a:ln>
        </p:spPr>
        <p:txBody>
          <a:bodyPr spcFirstLastPara="1" wrap="square" lIns="182875" tIns="182875" rIns="91425" bIns="182875" anchor="t" anchorCtr="0">
            <a:noAutofit/>
          </a:bodyPr>
          <a:lstStyle>
            <a:lvl1pPr marL="457200" lvl="0" indent="-323850" algn="l">
              <a:lnSpc>
                <a:spcPct val="90000"/>
              </a:lnSpc>
              <a:spcBef>
                <a:spcPts val="900"/>
              </a:spcBef>
              <a:spcAft>
                <a:spcPts val="0"/>
              </a:spcAft>
              <a:buClr>
                <a:schemeClr val="dk1"/>
              </a:buClr>
              <a:buSzPts val="1500"/>
              <a:buChar char="•"/>
              <a:defRPr sz="1500" b="1"/>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Center">
  <p:cSld name="Title Center">
    <p:spTree>
      <p:nvGrpSpPr>
        <p:cNvPr id="1" name="Shape 373"/>
        <p:cNvGrpSpPr/>
        <p:nvPr/>
      </p:nvGrpSpPr>
      <p:grpSpPr>
        <a:xfrm>
          <a:off x="0" y="0"/>
          <a:ext cx="0" cy="0"/>
          <a:chOff x="0" y="0"/>
          <a:chExt cx="0" cy="0"/>
        </a:xfrm>
      </p:grpSpPr>
      <p:sp>
        <p:nvSpPr>
          <p:cNvPr id="374" name="Google Shape;374;p240"/>
          <p:cNvSpPr txBox="1">
            <a:spLocks noGrp="1"/>
          </p:cNvSpPr>
          <p:nvPr>
            <p:ph type="title"/>
          </p:nvPr>
        </p:nvSpPr>
        <p:spPr>
          <a:xfrm>
            <a:off x="342900" y="2239351"/>
            <a:ext cx="8457010" cy="332399"/>
          </a:xfrm>
          <a:prstGeom prst="rect">
            <a:avLst/>
          </a:prstGeom>
          <a:noFill/>
          <a:ln>
            <a:noFill/>
          </a:ln>
        </p:spPr>
        <p:txBody>
          <a:bodyPr spcFirstLastPara="1" wrap="square" lIns="0" tIns="0" rIns="0" bIns="0" anchor="ctr" anchorCtr="0">
            <a:noAutofit/>
          </a:bodyPr>
          <a:lstStyle>
            <a:lvl1pPr lvl="0" algn="ctr">
              <a:lnSpc>
                <a:spcPct val="90000"/>
              </a:lnSpc>
              <a:spcBef>
                <a:spcPts val="900"/>
              </a:spcBef>
              <a:spcAft>
                <a:spcPts val="0"/>
              </a:spcAft>
              <a:buClr>
                <a:schemeClr val="dk2"/>
              </a:buClr>
              <a:buSzPts val="3000"/>
              <a:buFont typeface="Arial Black"/>
              <a:buNone/>
              <a:defRPr sz="3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Top w Center Text">
  <p:cSld name="Title Top w Center Text">
    <p:spTree>
      <p:nvGrpSpPr>
        <p:cNvPr id="1" name="Shape 375"/>
        <p:cNvGrpSpPr/>
        <p:nvPr/>
      </p:nvGrpSpPr>
      <p:grpSpPr>
        <a:xfrm>
          <a:off x="0" y="0"/>
          <a:ext cx="0" cy="0"/>
          <a:chOff x="0" y="0"/>
          <a:chExt cx="0" cy="0"/>
        </a:xfrm>
      </p:grpSpPr>
      <p:sp>
        <p:nvSpPr>
          <p:cNvPr id="376" name="Google Shape;376;p241"/>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7" name="Google Shape;377;p241"/>
          <p:cNvSpPr txBox="1">
            <a:spLocks noGrp="1"/>
          </p:cNvSpPr>
          <p:nvPr>
            <p:ph type="body" idx="1"/>
          </p:nvPr>
        </p:nvSpPr>
        <p:spPr>
          <a:xfrm>
            <a:off x="342900" y="2364001"/>
            <a:ext cx="8457010" cy="415499"/>
          </a:xfrm>
          <a:prstGeom prst="rect">
            <a:avLst/>
          </a:prstGeom>
          <a:noFill/>
          <a:ln>
            <a:noFill/>
          </a:ln>
        </p:spPr>
        <p:txBody>
          <a:bodyPr spcFirstLastPara="1" wrap="square" lIns="0" tIns="0" rIns="0" bIns="0" anchor="ctr" anchorCtr="0">
            <a:spAutoFit/>
          </a:bodyPr>
          <a:lstStyle>
            <a:lvl1pPr marL="457200" lvl="0" indent="-419100" algn="ctr">
              <a:lnSpc>
                <a:spcPct val="90000"/>
              </a:lnSpc>
              <a:spcBef>
                <a:spcPts val="900"/>
              </a:spcBef>
              <a:spcAft>
                <a:spcPts val="0"/>
              </a:spcAft>
              <a:buClr>
                <a:schemeClr val="dk2"/>
              </a:buClr>
              <a:buSzPts val="3000"/>
              <a:buFont typeface="Arial"/>
              <a:buChar char="​"/>
              <a:defRPr sz="3000">
                <a:solidFill>
                  <a:schemeClr val="dk2"/>
                </a:solidFill>
                <a:latin typeface="Arial Black"/>
                <a:ea typeface="Arial Black"/>
                <a:cs typeface="Arial Black"/>
                <a:sym typeface="Arial Black"/>
              </a:defRPr>
            </a:lvl1pPr>
            <a:lvl2pPr marL="914400" lvl="1" indent="-342900" algn="ctr">
              <a:lnSpc>
                <a:spcPct val="90000"/>
              </a:lnSpc>
              <a:spcBef>
                <a:spcPts val="900"/>
              </a:spcBef>
              <a:spcAft>
                <a:spcPts val="0"/>
              </a:spcAft>
              <a:buClr>
                <a:schemeClr val="dk1"/>
              </a:buClr>
              <a:buSzPts val="1800"/>
              <a:buFont typeface="Arial"/>
              <a:buChar char="​"/>
              <a:defRPr/>
            </a:lvl2pPr>
            <a:lvl3pPr marL="1371600" lvl="2" indent="-342900" algn="ctr">
              <a:lnSpc>
                <a:spcPct val="90000"/>
              </a:lnSpc>
              <a:spcBef>
                <a:spcPts val="900"/>
              </a:spcBef>
              <a:spcAft>
                <a:spcPts val="0"/>
              </a:spcAft>
              <a:buClr>
                <a:schemeClr val="dk1"/>
              </a:buClr>
              <a:buSzPts val="1800"/>
              <a:buFont typeface="Arial"/>
              <a:buChar char="​"/>
              <a:defRPr/>
            </a:lvl3pPr>
            <a:lvl4pPr marL="1828800" lvl="3" indent="-342900" algn="ctr">
              <a:lnSpc>
                <a:spcPct val="90000"/>
              </a:lnSpc>
              <a:spcBef>
                <a:spcPts val="900"/>
              </a:spcBef>
              <a:spcAft>
                <a:spcPts val="0"/>
              </a:spcAft>
              <a:buClr>
                <a:schemeClr val="dk1"/>
              </a:buClr>
              <a:buSzPts val="1800"/>
              <a:buFont typeface="Arial"/>
              <a:buChar char="​"/>
              <a:defRPr/>
            </a:lvl4pPr>
            <a:lvl5pPr marL="2286000" lvl="4" indent="-342900" algn="ctr">
              <a:lnSpc>
                <a:spcPct val="90000"/>
              </a:lnSpc>
              <a:spcBef>
                <a:spcPts val="900"/>
              </a:spcBef>
              <a:spcAft>
                <a:spcPts val="0"/>
              </a:spcAft>
              <a:buClr>
                <a:schemeClr val="dk1"/>
              </a:buClr>
              <a:buSzPts val="1800"/>
              <a:buFont typeface="Arial"/>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378"/>
        <p:cNvGrpSpPr/>
        <p:nvPr/>
      </p:nvGrpSpPr>
      <p:grpSpPr>
        <a:xfrm>
          <a:off x="0" y="0"/>
          <a:ext cx="0" cy="0"/>
          <a:chOff x="0" y="0"/>
          <a:chExt cx="0" cy="0"/>
        </a:xfrm>
      </p:grpSpPr>
      <p:sp>
        <p:nvSpPr>
          <p:cNvPr id="379" name="Google Shape;379;p242"/>
          <p:cNvSpPr/>
          <p:nvPr/>
        </p:nvSpPr>
        <p:spPr>
          <a:xfrm>
            <a:off x="5355674" y="1015529"/>
            <a:ext cx="3788325" cy="2465195"/>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80" name="Google Shape;380;p242"/>
          <p:cNvSpPr txBox="1">
            <a:spLocks noGrp="1"/>
          </p:cNvSpPr>
          <p:nvPr>
            <p:ph type="title"/>
          </p:nvPr>
        </p:nvSpPr>
        <p:spPr>
          <a:xfrm>
            <a:off x="1541436" y="1145382"/>
            <a:ext cx="3680074" cy="22029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2160"/>
              <a:buFont typeface="Noto Sans Symbols"/>
              <a:buNone/>
              <a:defRPr sz="2400" b="1">
                <a:solidFill>
                  <a:schemeClr val="dk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1" name="Google Shape;381;p242"/>
          <p:cNvSpPr/>
          <p:nvPr/>
        </p:nvSpPr>
        <p:spPr>
          <a:xfrm>
            <a:off x="-2" y="1015529"/>
            <a:ext cx="1315466" cy="2465195"/>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Divider_Sky">
  <p:cSld name="Divider_Sky">
    <p:spTree>
      <p:nvGrpSpPr>
        <p:cNvPr id="1" name="Shape 382"/>
        <p:cNvGrpSpPr/>
        <p:nvPr/>
      </p:nvGrpSpPr>
      <p:grpSpPr>
        <a:xfrm>
          <a:off x="0" y="0"/>
          <a:ext cx="0" cy="0"/>
          <a:chOff x="0" y="0"/>
          <a:chExt cx="0" cy="0"/>
        </a:xfrm>
      </p:grpSpPr>
      <p:sp>
        <p:nvSpPr>
          <p:cNvPr id="383" name="Google Shape;383;p243"/>
          <p:cNvSpPr/>
          <p:nvPr/>
        </p:nvSpPr>
        <p:spPr>
          <a:xfrm>
            <a:off x="5355674" y="1015529"/>
            <a:ext cx="3788325"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84" name="Google Shape;384;p243"/>
          <p:cNvSpPr/>
          <p:nvPr/>
        </p:nvSpPr>
        <p:spPr>
          <a:xfrm>
            <a:off x="-2" y="1015529"/>
            <a:ext cx="1315466"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85" name="Google Shape;385;p243"/>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Divider_Tangerine">
  <p:cSld name="Divider_Tangerine">
    <p:spTree>
      <p:nvGrpSpPr>
        <p:cNvPr id="1" name="Shape 386"/>
        <p:cNvGrpSpPr/>
        <p:nvPr/>
      </p:nvGrpSpPr>
      <p:grpSpPr>
        <a:xfrm>
          <a:off x="0" y="0"/>
          <a:ext cx="0" cy="0"/>
          <a:chOff x="0" y="0"/>
          <a:chExt cx="0" cy="0"/>
        </a:xfrm>
      </p:grpSpPr>
      <p:sp>
        <p:nvSpPr>
          <p:cNvPr id="387" name="Google Shape;387;p244"/>
          <p:cNvSpPr/>
          <p:nvPr/>
        </p:nvSpPr>
        <p:spPr>
          <a:xfrm>
            <a:off x="5355674" y="1015529"/>
            <a:ext cx="3788325" cy="2465195"/>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88" name="Google Shape;388;p244"/>
          <p:cNvSpPr/>
          <p:nvPr/>
        </p:nvSpPr>
        <p:spPr>
          <a:xfrm>
            <a:off x="-2" y="1015529"/>
            <a:ext cx="1315466" cy="2465195"/>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89" name="Google Shape;389;p244"/>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Divider_Lemon">
  <p:cSld name="Divider_Lemon">
    <p:spTree>
      <p:nvGrpSpPr>
        <p:cNvPr id="1" name="Shape 390"/>
        <p:cNvGrpSpPr/>
        <p:nvPr/>
      </p:nvGrpSpPr>
      <p:grpSpPr>
        <a:xfrm>
          <a:off x="0" y="0"/>
          <a:ext cx="0" cy="0"/>
          <a:chOff x="0" y="0"/>
          <a:chExt cx="0" cy="0"/>
        </a:xfrm>
      </p:grpSpPr>
      <p:sp>
        <p:nvSpPr>
          <p:cNvPr id="391" name="Google Shape;391;p245"/>
          <p:cNvSpPr/>
          <p:nvPr/>
        </p:nvSpPr>
        <p:spPr>
          <a:xfrm>
            <a:off x="5355674" y="1015529"/>
            <a:ext cx="3788325" cy="2465195"/>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92" name="Google Shape;392;p245"/>
          <p:cNvSpPr/>
          <p:nvPr/>
        </p:nvSpPr>
        <p:spPr>
          <a:xfrm>
            <a:off x="-2" y="1015529"/>
            <a:ext cx="1315466" cy="2465195"/>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93" name="Google Shape;393;p245"/>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Divider_Rose">
  <p:cSld name="Divider_Rose">
    <p:spTree>
      <p:nvGrpSpPr>
        <p:cNvPr id="1" name="Shape 394"/>
        <p:cNvGrpSpPr/>
        <p:nvPr/>
      </p:nvGrpSpPr>
      <p:grpSpPr>
        <a:xfrm>
          <a:off x="0" y="0"/>
          <a:ext cx="0" cy="0"/>
          <a:chOff x="0" y="0"/>
          <a:chExt cx="0" cy="0"/>
        </a:xfrm>
      </p:grpSpPr>
      <p:sp>
        <p:nvSpPr>
          <p:cNvPr id="395" name="Google Shape;395;p246"/>
          <p:cNvSpPr/>
          <p:nvPr/>
        </p:nvSpPr>
        <p:spPr>
          <a:xfrm>
            <a:off x="5355674" y="1015529"/>
            <a:ext cx="3788325" cy="2465195"/>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96" name="Google Shape;396;p246"/>
          <p:cNvSpPr/>
          <p:nvPr/>
        </p:nvSpPr>
        <p:spPr>
          <a:xfrm>
            <a:off x="-2" y="1015529"/>
            <a:ext cx="1315466" cy="2465195"/>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397" name="Google Shape;397;p246"/>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ivider_Surf">
  <p:cSld name="Divider_Surf">
    <p:spTree>
      <p:nvGrpSpPr>
        <p:cNvPr id="1" name="Shape 398"/>
        <p:cNvGrpSpPr/>
        <p:nvPr/>
      </p:nvGrpSpPr>
      <p:grpSpPr>
        <a:xfrm>
          <a:off x="0" y="0"/>
          <a:ext cx="0" cy="0"/>
          <a:chOff x="0" y="0"/>
          <a:chExt cx="0" cy="0"/>
        </a:xfrm>
      </p:grpSpPr>
      <p:sp>
        <p:nvSpPr>
          <p:cNvPr id="399" name="Google Shape;399;p247"/>
          <p:cNvSpPr/>
          <p:nvPr/>
        </p:nvSpPr>
        <p:spPr>
          <a:xfrm>
            <a:off x="5355674" y="1015529"/>
            <a:ext cx="3788325" cy="2465195"/>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00" name="Google Shape;400;p247"/>
          <p:cNvSpPr/>
          <p:nvPr/>
        </p:nvSpPr>
        <p:spPr>
          <a:xfrm>
            <a:off x="-2" y="1015529"/>
            <a:ext cx="1315466" cy="2465195"/>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01" name="Google Shape;401;p247"/>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02"/>
        <p:cNvGrpSpPr/>
        <p:nvPr/>
      </p:nvGrpSpPr>
      <p:grpSpPr>
        <a:xfrm>
          <a:off x="0" y="0"/>
          <a:ext cx="0" cy="0"/>
          <a:chOff x="0" y="0"/>
          <a:chExt cx="0" cy="0"/>
        </a:xfrm>
      </p:grpSpPr>
      <p:sp>
        <p:nvSpPr>
          <p:cNvPr id="403" name="Google Shape;403;p248"/>
          <p:cNvSpPr txBox="1">
            <a:spLocks noGrp="1"/>
          </p:cNvSpPr>
          <p:nvPr>
            <p:ph type="title"/>
          </p:nvPr>
        </p:nvSpPr>
        <p:spPr>
          <a:xfrm>
            <a:off x="342900" y="756952"/>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4" name="Google Shape;404;p248"/>
          <p:cNvSpPr txBox="1">
            <a:spLocks noGrp="1"/>
          </p:cNvSpPr>
          <p:nvPr>
            <p:ph type="body" idx="1"/>
          </p:nvPr>
        </p:nvSpPr>
        <p:spPr>
          <a:xfrm>
            <a:off x="342900"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050"/>
              <a:buNone/>
              <a:defRPr sz="1050"/>
            </a:lvl1pPr>
            <a:lvl2pPr marL="914400" lvl="1" indent="-228600" algn="l">
              <a:lnSpc>
                <a:spcPct val="90000"/>
              </a:lnSpc>
              <a:spcBef>
                <a:spcPts val="900"/>
              </a:spcBef>
              <a:spcAft>
                <a:spcPts val="0"/>
              </a:spcAft>
              <a:buClr>
                <a:schemeClr val="dk1"/>
              </a:buClr>
              <a:buSzPts val="1050"/>
              <a:buNone/>
              <a:defRPr sz="1050"/>
            </a:lvl2pPr>
            <a:lvl3pPr marL="1371600" lvl="2" indent="-228600" algn="l">
              <a:lnSpc>
                <a:spcPct val="90000"/>
              </a:lnSpc>
              <a:spcBef>
                <a:spcPts val="900"/>
              </a:spcBef>
              <a:spcAft>
                <a:spcPts val="0"/>
              </a:spcAft>
              <a:buClr>
                <a:schemeClr val="dk1"/>
              </a:buClr>
              <a:buSzPts val="1050"/>
              <a:buNone/>
              <a:defRPr sz="1050"/>
            </a:lvl3pPr>
            <a:lvl4pPr marL="1828800" lvl="3" indent="-228600" algn="l">
              <a:lnSpc>
                <a:spcPct val="90000"/>
              </a:lnSpc>
              <a:spcBef>
                <a:spcPts val="900"/>
              </a:spcBef>
              <a:spcAft>
                <a:spcPts val="0"/>
              </a:spcAft>
              <a:buClr>
                <a:schemeClr val="dk1"/>
              </a:buClr>
              <a:buSzPts val="1050"/>
              <a:buNone/>
              <a:defRPr sz="1050"/>
            </a:lvl4pPr>
            <a:lvl5pPr marL="2286000" lvl="4" indent="-228600" algn="l">
              <a:lnSpc>
                <a:spcPct val="90000"/>
              </a:lnSpc>
              <a:spcBef>
                <a:spcPts val="900"/>
              </a:spcBef>
              <a:spcAft>
                <a:spcPts val="0"/>
              </a:spcAft>
              <a:buClr>
                <a:schemeClr val="dk1"/>
              </a:buClr>
              <a:buSzPts val="1050"/>
              <a:buNone/>
              <a:defRPr sz="105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Quote_large">
  <p:cSld name="Quote_large">
    <p:spTree>
      <p:nvGrpSpPr>
        <p:cNvPr id="1" name="Shape 405"/>
        <p:cNvGrpSpPr/>
        <p:nvPr/>
      </p:nvGrpSpPr>
      <p:grpSpPr>
        <a:xfrm>
          <a:off x="0" y="0"/>
          <a:ext cx="0" cy="0"/>
          <a:chOff x="0" y="0"/>
          <a:chExt cx="0" cy="0"/>
        </a:xfrm>
      </p:grpSpPr>
      <p:sp>
        <p:nvSpPr>
          <p:cNvPr id="406" name="Google Shape;406;p249"/>
          <p:cNvSpPr txBox="1">
            <a:spLocks noGrp="1"/>
          </p:cNvSpPr>
          <p:nvPr>
            <p:ph type="title"/>
          </p:nvPr>
        </p:nvSpPr>
        <p:spPr>
          <a:xfrm>
            <a:off x="342900" y="756952"/>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7" name="Google Shape;407;p249"/>
          <p:cNvSpPr txBox="1">
            <a:spLocks noGrp="1"/>
          </p:cNvSpPr>
          <p:nvPr>
            <p:ph type="body" idx="1"/>
          </p:nvPr>
        </p:nvSpPr>
        <p:spPr>
          <a:xfrm>
            <a:off x="342900"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050"/>
              <a:buNone/>
              <a:defRPr sz="1050"/>
            </a:lvl1pPr>
            <a:lvl2pPr marL="914400" lvl="1" indent="-228600" algn="l">
              <a:lnSpc>
                <a:spcPct val="90000"/>
              </a:lnSpc>
              <a:spcBef>
                <a:spcPts val="900"/>
              </a:spcBef>
              <a:spcAft>
                <a:spcPts val="0"/>
              </a:spcAft>
              <a:buClr>
                <a:schemeClr val="dk1"/>
              </a:buClr>
              <a:buSzPts val="1050"/>
              <a:buNone/>
              <a:defRPr sz="1050"/>
            </a:lvl2pPr>
            <a:lvl3pPr marL="1371600" lvl="2" indent="-228600" algn="l">
              <a:lnSpc>
                <a:spcPct val="90000"/>
              </a:lnSpc>
              <a:spcBef>
                <a:spcPts val="900"/>
              </a:spcBef>
              <a:spcAft>
                <a:spcPts val="0"/>
              </a:spcAft>
              <a:buClr>
                <a:schemeClr val="dk1"/>
              </a:buClr>
              <a:buSzPts val="1050"/>
              <a:buNone/>
              <a:defRPr sz="1050"/>
            </a:lvl3pPr>
            <a:lvl4pPr marL="1828800" lvl="3" indent="-228600" algn="l">
              <a:lnSpc>
                <a:spcPct val="90000"/>
              </a:lnSpc>
              <a:spcBef>
                <a:spcPts val="900"/>
              </a:spcBef>
              <a:spcAft>
                <a:spcPts val="0"/>
              </a:spcAft>
              <a:buClr>
                <a:schemeClr val="dk1"/>
              </a:buClr>
              <a:buSzPts val="1050"/>
              <a:buNone/>
              <a:defRPr sz="1050"/>
            </a:lvl4pPr>
            <a:lvl5pPr marL="2286000" lvl="4" indent="-228600" algn="l">
              <a:lnSpc>
                <a:spcPct val="90000"/>
              </a:lnSpc>
              <a:spcBef>
                <a:spcPts val="900"/>
              </a:spcBef>
              <a:spcAft>
                <a:spcPts val="0"/>
              </a:spcAft>
              <a:buClr>
                <a:schemeClr val="dk1"/>
              </a:buClr>
              <a:buSzPts val="1050"/>
              <a:buNone/>
              <a:defRPr sz="105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A_Quote_Sky">
  <p:cSld name="A_Quote_Sky">
    <p:spTree>
      <p:nvGrpSpPr>
        <p:cNvPr id="1" name="Shape 408"/>
        <p:cNvGrpSpPr/>
        <p:nvPr/>
      </p:nvGrpSpPr>
      <p:grpSpPr>
        <a:xfrm>
          <a:off x="0" y="0"/>
          <a:ext cx="0" cy="0"/>
          <a:chOff x="0" y="0"/>
          <a:chExt cx="0" cy="0"/>
        </a:xfrm>
      </p:grpSpPr>
      <p:sp>
        <p:nvSpPr>
          <p:cNvPr id="409" name="Google Shape;409;p250"/>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0" name="Google Shape;410;p250"/>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1" name="Google Shape;411;p250"/>
          <p:cNvSpPr/>
          <p:nvPr/>
        </p:nvSpPr>
        <p:spPr>
          <a:xfrm>
            <a:off x="0" y="1007269"/>
            <a:ext cx="380519" cy="3128963"/>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12" name="Google Shape;412;p250"/>
          <p:cNvSpPr/>
          <p:nvPr/>
        </p:nvSpPr>
        <p:spPr>
          <a:xfrm>
            <a:off x="8763481" y="1007269"/>
            <a:ext cx="380519" cy="3128963"/>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A_Quote_Lemon">
  <p:cSld name="A_Quote_Lemon">
    <p:spTree>
      <p:nvGrpSpPr>
        <p:cNvPr id="1" name="Shape 413"/>
        <p:cNvGrpSpPr/>
        <p:nvPr/>
      </p:nvGrpSpPr>
      <p:grpSpPr>
        <a:xfrm>
          <a:off x="0" y="0"/>
          <a:ext cx="0" cy="0"/>
          <a:chOff x="0" y="0"/>
          <a:chExt cx="0" cy="0"/>
        </a:xfrm>
      </p:grpSpPr>
      <p:sp>
        <p:nvSpPr>
          <p:cNvPr id="414" name="Google Shape;414;p251"/>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5" name="Google Shape;415;p251"/>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6" name="Google Shape;416;p251"/>
          <p:cNvSpPr/>
          <p:nvPr/>
        </p:nvSpPr>
        <p:spPr>
          <a:xfrm>
            <a:off x="0" y="1007269"/>
            <a:ext cx="380519" cy="3128963"/>
          </a:xfrm>
          <a:prstGeom prst="rect">
            <a:avLst/>
          </a:prstGeom>
          <a:solidFill>
            <a:srgbClr val="FEC10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17" name="Google Shape;417;p251"/>
          <p:cNvSpPr/>
          <p:nvPr/>
        </p:nvSpPr>
        <p:spPr>
          <a:xfrm>
            <a:off x="8763481" y="1007269"/>
            <a:ext cx="380519" cy="3128963"/>
          </a:xfrm>
          <a:prstGeom prst="rect">
            <a:avLst/>
          </a:prstGeom>
          <a:solidFill>
            <a:srgbClr val="FEC10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A_Quote_Tangerine">
  <p:cSld name="A_Quote_Tangerine">
    <p:spTree>
      <p:nvGrpSpPr>
        <p:cNvPr id="1" name="Shape 418"/>
        <p:cNvGrpSpPr/>
        <p:nvPr/>
      </p:nvGrpSpPr>
      <p:grpSpPr>
        <a:xfrm>
          <a:off x="0" y="0"/>
          <a:ext cx="0" cy="0"/>
          <a:chOff x="0" y="0"/>
          <a:chExt cx="0" cy="0"/>
        </a:xfrm>
      </p:grpSpPr>
      <p:sp>
        <p:nvSpPr>
          <p:cNvPr id="419" name="Google Shape;419;p252"/>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0" name="Google Shape;420;p252"/>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1" name="Google Shape;421;p252"/>
          <p:cNvSpPr/>
          <p:nvPr/>
        </p:nvSpPr>
        <p:spPr>
          <a:xfrm>
            <a:off x="0" y="1007269"/>
            <a:ext cx="380519" cy="3128963"/>
          </a:xfrm>
          <a:prstGeom prst="rect">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22" name="Google Shape;422;p252"/>
          <p:cNvSpPr/>
          <p:nvPr/>
        </p:nvSpPr>
        <p:spPr>
          <a:xfrm>
            <a:off x="8763481" y="1007269"/>
            <a:ext cx="380519" cy="3128963"/>
          </a:xfrm>
          <a:prstGeom prst="rect">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A_Quote_Rose">
  <p:cSld name="A_Quote_Rose">
    <p:spTree>
      <p:nvGrpSpPr>
        <p:cNvPr id="1" name="Shape 423"/>
        <p:cNvGrpSpPr/>
        <p:nvPr/>
      </p:nvGrpSpPr>
      <p:grpSpPr>
        <a:xfrm>
          <a:off x="0" y="0"/>
          <a:ext cx="0" cy="0"/>
          <a:chOff x="0" y="0"/>
          <a:chExt cx="0" cy="0"/>
        </a:xfrm>
      </p:grpSpPr>
      <p:sp>
        <p:nvSpPr>
          <p:cNvPr id="424" name="Google Shape;424;p253"/>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5" name="Google Shape;425;p253"/>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6" name="Google Shape;426;p253"/>
          <p:cNvSpPr/>
          <p:nvPr/>
        </p:nvSpPr>
        <p:spPr>
          <a:xfrm>
            <a:off x="0" y="1007269"/>
            <a:ext cx="380519" cy="3128963"/>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27" name="Google Shape;427;p253"/>
          <p:cNvSpPr/>
          <p:nvPr/>
        </p:nvSpPr>
        <p:spPr>
          <a:xfrm>
            <a:off x="8763481" y="1007269"/>
            <a:ext cx="380519" cy="3128963"/>
          </a:xfrm>
          <a:prstGeom prst="rect">
            <a:avLst/>
          </a:prstGeom>
          <a:solidFill>
            <a:srgbClr val="E811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A_Quote_Surf">
  <p:cSld name="A_Quote_Surf">
    <p:spTree>
      <p:nvGrpSpPr>
        <p:cNvPr id="1" name="Shape 428"/>
        <p:cNvGrpSpPr/>
        <p:nvPr/>
      </p:nvGrpSpPr>
      <p:grpSpPr>
        <a:xfrm>
          <a:off x="0" y="0"/>
          <a:ext cx="0" cy="0"/>
          <a:chOff x="0" y="0"/>
          <a:chExt cx="0" cy="0"/>
        </a:xfrm>
      </p:grpSpPr>
      <p:sp>
        <p:nvSpPr>
          <p:cNvPr id="429" name="Google Shape;429;p336"/>
          <p:cNvSpPr txBox="1">
            <a:spLocks noGrp="1"/>
          </p:cNvSpPr>
          <p:nvPr>
            <p:ph type="title"/>
          </p:nvPr>
        </p:nvSpPr>
        <p:spPr>
          <a:xfrm>
            <a:off x="761038" y="1588117"/>
            <a:ext cx="7619771" cy="1661993"/>
          </a:xfrm>
          <a:prstGeom prst="rect">
            <a:avLst/>
          </a:prstGeom>
          <a:noFill/>
          <a:ln>
            <a:noFill/>
          </a:ln>
        </p:spPr>
        <p:txBody>
          <a:bodyPr spcFirstLastPara="1" wrap="square" lIns="0" tIns="0" rIns="0" bIns="0" anchor="ctr" anchorCtr="0">
            <a:noAutofit/>
          </a:bodyPr>
          <a:lstStyle>
            <a:lvl1pPr lvl="0" algn="l">
              <a:lnSpc>
                <a:spcPct val="100000"/>
              </a:lnSpc>
              <a:spcBef>
                <a:spcPts val="900"/>
              </a:spcBef>
              <a:spcAft>
                <a:spcPts val="0"/>
              </a:spcAft>
              <a:buClr>
                <a:schemeClr val="dk2"/>
              </a:buClr>
              <a:buSzPts val="2700"/>
              <a:buFont typeface="Arial Black"/>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0" name="Google Shape;430;p336"/>
          <p:cNvSpPr txBox="1">
            <a:spLocks noGrp="1"/>
          </p:cNvSpPr>
          <p:nvPr>
            <p:ph type="body" idx="1"/>
          </p:nvPr>
        </p:nvSpPr>
        <p:spPr>
          <a:xfrm>
            <a:off x="761038" y="3317174"/>
            <a:ext cx="7618809" cy="32316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200"/>
              <a:buNone/>
              <a:defRPr sz="1200"/>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1" name="Google Shape;431;p336"/>
          <p:cNvSpPr/>
          <p:nvPr/>
        </p:nvSpPr>
        <p:spPr>
          <a:xfrm>
            <a:off x="0" y="1007269"/>
            <a:ext cx="380519" cy="3128963"/>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432" name="Google Shape;432;p336"/>
          <p:cNvSpPr/>
          <p:nvPr/>
        </p:nvSpPr>
        <p:spPr>
          <a:xfrm>
            <a:off x="8763481" y="1007269"/>
            <a:ext cx="380519" cy="3128963"/>
          </a:xfrm>
          <a:prstGeom prst="rect">
            <a:avLst/>
          </a:prstGeom>
          <a:solidFill>
            <a:srgbClr val="06C4B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433"/>
        <p:cNvGrpSpPr/>
        <p:nvPr/>
      </p:nvGrpSpPr>
      <p:grpSpPr>
        <a:xfrm>
          <a:off x="0" y="0"/>
          <a:ext cx="0" cy="0"/>
          <a:chOff x="0" y="0"/>
          <a:chExt cx="0" cy="0"/>
        </a:xfrm>
      </p:grpSpPr>
      <p:sp>
        <p:nvSpPr>
          <p:cNvPr id="434" name="Google Shape;434;p338"/>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Font typeface="Arial Black"/>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5" name="Google Shape;435;p338"/>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GARTNER_MASTER_SLIDE">
  <p:cSld name="GARTNER_MASTER_SLIDE">
    <p:spTree>
      <p:nvGrpSpPr>
        <p:cNvPr id="1" name="Shape 436"/>
        <p:cNvGrpSpPr/>
        <p:nvPr/>
      </p:nvGrpSpPr>
      <p:grpSpPr>
        <a:xfrm>
          <a:off x="0" y="0"/>
          <a:ext cx="0" cy="0"/>
          <a:chOff x="0" y="0"/>
          <a:chExt cx="0" cy="0"/>
        </a:xfrm>
      </p:grpSpPr>
      <p:pic>
        <p:nvPicPr>
          <p:cNvPr id="437" name="Google Shape;437;p339" descr="preencoded.png"/>
          <p:cNvPicPr preferRelativeResize="0"/>
          <p:nvPr/>
        </p:nvPicPr>
        <p:blipFill rotWithShape="1">
          <a:blip r:embed="rId2">
            <a:alphaModFix/>
          </a:blip>
          <a:srcRect/>
          <a:stretch/>
        </p:blipFill>
        <p:spPr>
          <a:xfrm>
            <a:off x="8549640" y="219456"/>
            <a:ext cx="310896" cy="310896"/>
          </a:xfrm>
          <a:prstGeom prst="rect">
            <a:avLst/>
          </a:prstGeom>
          <a:noFill/>
          <a:ln>
            <a:noFill/>
          </a:ln>
        </p:spPr>
      </p:pic>
      <p:sp>
        <p:nvSpPr>
          <p:cNvPr id="438" name="Google Shape;438;p339"/>
          <p:cNvSpPr/>
          <p:nvPr/>
        </p:nvSpPr>
        <p:spPr>
          <a:xfrm>
            <a:off x="457200" y="4419911"/>
            <a:ext cx="5029200" cy="685800"/>
          </a:xfrm>
          <a:prstGeom prst="rect">
            <a:avLst/>
          </a:prstGeom>
          <a:no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933"/>
              <a:buFont typeface="Arial"/>
              <a:buNone/>
            </a:pPr>
            <a:r>
              <a:rPr lang="en" sz="700" b="1" i="0" u="none" strike="noStrike" cap="none" dirty="0">
                <a:solidFill>
                  <a:srgbClr val="000000"/>
                </a:solidFill>
                <a:latin typeface="Arial"/>
                <a:ea typeface="Arial"/>
                <a:cs typeface="Arial"/>
                <a:sym typeface="Arial"/>
              </a:rPr>
              <a:t>RESTRICTED DISTRIBUTION</a:t>
            </a:r>
            <a:endParaRPr sz="700" b="0" i="0" u="none" strike="noStrike" cap="none" dirty="0">
              <a:solidFill>
                <a:schemeClr val="dk1"/>
              </a:solidFill>
              <a:latin typeface="Arial"/>
              <a:ea typeface="Arial"/>
              <a:cs typeface="Arial"/>
              <a:sym typeface="Arial"/>
            </a:endParaRPr>
          </a:p>
        </p:txBody>
      </p:sp>
      <p:pic>
        <p:nvPicPr>
          <p:cNvPr id="440" name="Google Shape;440;p339" descr="preencoded.png"/>
          <p:cNvPicPr preferRelativeResize="0"/>
          <p:nvPr/>
        </p:nvPicPr>
        <p:blipFill rotWithShape="1">
          <a:blip r:embed="rId3">
            <a:alphaModFix/>
          </a:blip>
          <a:srcRect/>
          <a:stretch/>
        </p:blipFill>
        <p:spPr>
          <a:xfrm>
            <a:off x="7726680" y="4663440"/>
            <a:ext cx="1097280" cy="228600"/>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41"/>
        <p:cNvGrpSpPr/>
        <p:nvPr/>
      </p:nvGrpSpPr>
      <p:grpSpPr>
        <a:xfrm>
          <a:off x="0" y="0"/>
          <a:ext cx="0" cy="0"/>
          <a:chOff x="0" y="0"/>
          <a:chExt cx="0" cy="0"/>
        </a:xfrm>
      </p:grpSpPr>
      <p:sp>
        <p:nvSpPr>
          <p:cNvPr id="442" name="Google Shape;442;p340"/>
          <p:cNvSpPr txBox="1">
            <a:spLocks noGrp="1"/>
          </p:cNvSpPr>
          <p:nvPr>
            <p:ph type="title"/>
          </p:nvPr>
        </p:nvSpPr>
        <p:spPr>
          <a:xfrm>
            <a:off x="342904" y="275035"/>
            <a:ext cx="8457027" cy="332325"/>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500"/>
              <a:buFont typeface="Arial Black"/>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3" name="Google Shape;443;p340"/>
          <p:cNvSpPr txBox="1">
            <a:spLocks noGrp="1"/>
          </p:cNvSpPr>
          <p:nvPr>
            <p:ph type="body" idx="1"/>
          </p:nvPr>
        </p:nvSpPr>
        <p:spPr>
          <a:xfrm>
            <a:off x="342904" y="1145381"/>
            <a:ext cx="8457027" cy="334597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chemeClr val="dk1"/>
              </a:buClr>
              <a:buSzPts val="1200"/>
              <a:buChar char="▪"/>
              <a:defRPr/>
            </a:lvl1pPr>
            <a:lvl2pPr marL="914400" lvl="1" indent="-304800" algn="l">
              <a:lnSpc>
                <a:spcPct val="100000"/>
              </a:lnSpc>
              <a:spcBef>
                <a:spcPts val="900"/>
              </a:spcBef>
              <a:spcAft>
                <a:spcPts val="0"/>
              </a:spcAft>
              <a:buClr>
                <a:schemeClr val="dk1"/>
              </a:buClr>
              <a:buSzPts val="1200"/>
              <a:buChar char="–"/>
              <a:defRPr/>
            </a:lvl2pPr>
            <a:lvl3pPr marL="1371600" lvl="2" indent="-304800" algn="l">
              <a:lnSpc>
                <a:spcPct val="100000"/>
              </a:lnSpc>
              <a:spcBef>
                <a:spcPts val="900"/>
              </a:spcBef>
              <a:spcAft>
                <a:spcPts val="0"/>
              </a:spcAft>
              <a:buClr>
                <a:schemeClr val="dk1"/>
              </a:buClr>
              <a:buSzPts val="1200"/>
              <a:buChar char="▪"/>
              <a:defRPr/>
            </a:lvl3pPr>
            <a:lvl4pPr marL="1828800" lvl="3" indent="-304800" algn="l">
              <a:lnSpc>
                <a:spcPct val="100000"/>
              </a:lnSpc>
              <a:spcBef>
                <a:spcPts val="900"/>
              </a:spcBef>
              <a:spcAft>
                <a:spcPts val="0"/>
              </a:spcAft>
              <a:buClr>
                <a:schemeClr val="dk1"/>
              </a:buClr>
              <a:buSzPts val="1200"/>
              <a:buChar char="–"/>
              <a:defRPr/>
            </a:lvl4pPr>
            <a:lvl5pPr marL="2286000" lvl="4" indent="-304800" algn="l">
              <a:lnSpc>
                <a:spcPct val="100000"/>
              </a:lnSpc>
              <a:spcBef>
                <a:spcPts val="900"/>
              </a:spcBef>
              <a:spcAft>
                <a:spcPts val="0"/>
              </a:spcAft>
              <a:buClr>
                <a:schemeClr val="dk1"/>
              </a:buClr>
              <a:buSzPts val="1200"/>
              <a:buChar char="▪"/>
              <a:defRPr/>
            </a:lvl5pPr>
            <a:lvl6pPr marL="2743200" lvl="5" indent="-323850" algn="l">
              <a:lnSpc>
                <a:spcPct val="90000"/>
              </a:lnSpc>
              <a:spcBef>
                <a:spcPts val="900"/>
              </a:spcBef>
              <a:spcAft>
                <a:spcPts val="0"/>
              </a:spcAft>
              <a:buClr>
                <a:schemeClr val="dk1"/>
              </a:buClr>
              <a:buSzPts val="1500"/>
              <a:buChar char="•"/>
              <a:defRPr/>
            </a:lvl6pPr>
            <a:lvl7pPr marL="3200400" lvl="6" indent="-323850" algn="l">
              <a:lnSpc>
                <a:spcPct val="90000"/>
              </a:lnSpc>
              <a:spcBef>
                <a:spcPts val="375"/>
              </a:spcBef>
              <a:spcAft>
                <a:spcPts val="0"/>
              </a:spcAft>
              <a:buClr>
                <a:schemeClr val="dk1"/>
              </a:buClr>
              <a:buSzPts val="1500"/>
              <a:buChar char="•"/>
              <a:defRPr/>
            </a:lvl7pPr>
            <a:lvl8pPr marL="3657600" lvl="7" indent="-323850" algn="l">
              <a:lnSpc>
                <a:spcPct val="90000"/>
              </a:lnSpc>
              <a:spcBef>
                <a:spcPts val="375"/>
              </a:spcBef>
              <a:spcAft>
                <a:spcPts val="0"/>
              </a:spcAft>
              <a:buClr>
                <a:schemeClr val="dk1"/>
              </a:buClr>
              <a:buSzPts val="1500"/>
              <a:buChar char="•"/>
              <a:defRPr/>
            </a:lvl8pPr>
            <a:lvl9pPr marL="4114800" lvl="8" indent="-323850" algn="l">
              <a:lnSpc>
                <a:spcPct val="90000"/>
              </a:lnSpc>
              <a:spcBef>
                <a:spcPts val="375"/>
              </a:spcBef>
              <a:spcAft>
                <a:spcPts val="0"/>
              </a:spcAft>
              <a:buClr>
                <a:schemeClr val="dk1"/>
              </a:buClr>
              <a:buSzPts val="1500"/>
              <a:buChar char="•"/>
              <a:defRPr/>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449"/>
        <p:cNvGrpSpPr/>
        <p:nvPr/>
      </p:nvGrpSpPr>
      <p:grpSpPr>
        <a:xfrm>
          <a:off x="0" y="0"/>
          <a:ext cx="0" cy="0"/>
          <a:chOff x="0" y="0"/>
          <a:chExt cx="0" cy="0"/>
        </a:xfrm>
      </p:grpSpPr>
      <p:sp>
        <p:nvSpPr>
          <p:cNvPr id="450" name="Google Shape;450;p59"/>
          <p:cNvSpPr txBox="1">
            <a:spLocks noGrp="1"/>
          </p:cNvSpPr>
          <p:nvPr>
            <p:ph type="title"/>
          </p:nvPr>
        </p:nvSpPr>
        <p:spPr>
          <a:xfrm>
            <a:off x="309601" y="205979"/>
            <a:ext cx="8415338" cy="383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51" name="Google Shape;451;p59"/>
          <p:cNvSpPr txBox="1">
            <a:spLocks noGrp="1"/>
          </p:cNvSpPr>
          <p:nvPr>
            <p:ph type="body" idx="1"/>
          </p:nvPr>
        </p:nvSpPr>
        <p:spPr>
          <a:xfrm>
            <a:off x="309601" y="588601"/>
            <a:ext cx="8416800" cy="3834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accent2"/>
              </a:buClr>
              <a:buSzPts val="2100"/>
              <a:buNone/>
              <a:defRPr sz="2100" b="1">
                <a:solidFill>
                  <a:schemeClr val="accent2"/>
                </a:solidFill>
                <a:latin typeface="Arial"/>
                <a:ea typeface="Arial"/>
                <a:cs typeface="Arial"/>
                <a:sym typeface="Arial"/>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52" name="Google Shape;452;p59"/>
          <p:cNvSpPr txBox="1">
            <a:spLocks noGrp="1"/>
          </p:cNvSpPr>
          <p:nvPr>
            <p:ph type="sldNum" idx="12"/>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dirty="0"/>
          </a:p>
        </p:txBody>
      </p:sp>
      <p:sp>
        <p:nvSpPr>
          <p:cNvPr id="453" name="Google Shape;453;p59"/>
          <p:cNvSpPr txBox="1">
            <a:spLocks noGrp="1"/>
          </p:cNvSpPr>
          <p:nvPr>
            <p:ph type="dt" idx="10"/>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dirty="0"/>
          </a:p>
        </p:txBody>
      </p:sp>
      <p:sp>
        <p:nvSpPr>
          <p:cNvPr id="454" name="Google Shape;454;p59"/>
          <p:cNvSpPr txBox="1">
            <a:spLocks noGrp="1"/>
          </p:cNvSpPr>
          <p:nvPr>
            <p:ph type="ftr" idx="11"/>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Divider W1_Sky">
  <p:cSld name="Divider W1_Sky">
    <p:spTree>
      <p:nvGrpSpPr>
        <p:cNvPr id="1" name="Shape 455"/>
        <p:cNvGrpSpPr/>
        <p:nvPr/>
      </p:nvGrpSpPr>
      <p:grpSpPr>
        <a:xfrm>
          <a:off x="0" y="0"/>
          <a:ext cx="0" cy="0"/>
          <a:chOff x="0" y="0"/>
          <a:chExt cx="0" cy="0"/>
        </a:xfrm>
      </p:grpSpPr>
      <p:sp>
        <p:nvSpPr>
          <p:cNvPr id="456" name="Google Shape;456;p145"/>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57" name="Google Shape;457;p145"/>
          <p:cNvSpPr/>
          <p:nvPr/>
        </p:nvSpPr>
        <p:spPr>
          <a:xfrm>
            <a:off x="0" y="1014984"/>
            <a:ext cx="1316736"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458" name="Google Shape;458;p145"/>
          <p:cNvSpPr/>
          <p:nvPr/>
        </p:nvSpPr>
        <p:spPr>
          <a:xfrm>
            <a:off x="5356098" y="1014984"/>
            <a:ext cx="3785616"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459"/>
        <p:cNvGrpSpPr/>
        <p:nvPr/>
      </p:nvGrpSpPr>
      <p:grpSpPr>
        <a:xfrm>
          <a:off x="0" y="0"/>
          <a:ext cx="0" cy="0"/>
          <a:chOff x="0" y="0"/>
          <a:chExt cx="0" cy="0"/>
        </a:xfrm>
      </p:grpSpPr>
      <p:sp>
        <p:nvSpPr>
          <p:cNvPr id="460" name="Google Shape;460;p146"/>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1" name="Google Shape;461;p146"/>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62" name="Google Shape;462;p146"/>
          <p:cNvSpPr txBox="1">
            <a:spLocks noGrp="1"/>
          </p:cNvSpPr>
          <p:nvPr>
            <p:ph type="body" idx="2"/>
          </p:nvPr>
        </p:nvSpPr>
        <p:spPr>
          <a:xfrm>
            <a:off x="4677156"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matchingName="Title Slide 2" type="title">
  <p:cSld name="TITLE">
    <p:bg>
      <p:bgPr>
        <a:solidFill>
          <a:schemeClr val="lt1"/>
        </a:solidFill>
        <a:effectLst/>
      </p:bgPr>
    </p:bg>
    <p:spTree>
      <p:nvGrpSpPr>
        <p:cNvPr id="1" name="Shape 463"/>
        <p:cNvGrpSpPr/>
        <p:nvPr/>
      </p:nvGrpSpPr>
      <p:grpSpPr>
        <a:xfrm>
          <a:off x="0" y="0"/>
          <a:ext cx="0" cy="0"/>
          <a:chOff x="0" y="0"/>
          <a:chExt cx="0" cy="0"/>
        </a:xfrm>
      </p:grpSpPr>
      <p:sp>
        <p:nvSpPr>
          <p:cNvPr id="464" name="Google Shape;464;p147"/>
          <p:cNvSpPr txBox="1">
            <a:spLocks noGrp="1"/>
          </p:cNvSpPr>
          <p:nvPr>
            <p:ph type="ctrTitle"/>
          </p:nvPr>
        </p:nvSpPr>
        <p:spPr>
          <a:xfrm>
            <a:off x="1625346" y="1361599"/>
            <a:ext cx="3408426" cy="149504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5" name="Google Shape;465;p147"/>
          <p:cNvSpPr txBox="1">
            <a:spLocks noGrp="1"/>
          </p:cNvSpPr>
          <p:nvPr>
            <p:ph type="subTitle" idx="1"/>
          </p:nvPr>
        </p:nvSpPr>
        <p:spPr>
          <a:xfrm>
            <a:off x="1625346" y="2945797"/>
            <a:ext cx="3408426" cy="207749"/>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dk1"/>
              </a:buClr>
              <a:buSzPts val="1400"/>
              <a:buFont typeface="Arial"/>
              <a:buNone/>
              <a:defRPr sz="1400"/>
            </a:lvl1pPr>
            <a:lvl2pPr lvl="1" algn="ctr">
              <a:lnSpc>
                <a:spcPct val="90000"/>
              </a:lnSpc>
              <a:spcBef>
                <a:spcPts val="900"/>
              </a:spcBef>
              <a:spcAft>
                <a:spcPts val="0"/>
              </a:spcAft>
              <a:buClr>
                <a:schemeClr val="dk1"/>
              </a:buClr>
              <a:buSzPts val="1500"/>
              <a:buNone/>
              <a:defRPr sz="1500"/>
            </a:lvl2pPr>
            <a:lvl3pPr lvl="2" algn="ctr">
              <a:lnSpc>
                <a:spcPct val="90000"/>
              </a:lnSpc>
              <a:spcBef>
                <a:spcPts val="900"/>
              </a:spcBef>
              <a:spcAft>
                <a:spcPts val="0"/>
              </a:spcAft>
              <a:buClr>
                <a:schemeClr val="dk1"/>
              </a:buClr>
              <a:buSzPts val="1400"/>
              <a:buNone/>
              <a:defRPr sz="1400"/>
            </a:lvl3pPr>
            <a:lvl4pPr lvl="3" algn="ctr">
              <a:lnSpc>
                <a:spcPct val="90000"/>
              </a:lnSpc>
              <a:spcBef>
                <a:spcPts val="900"/>
              </a:spcBef>
              <a:spcAft>
                <a:spcPts val="0"/>
              </a:spcAft>
              <a:buClr>
                <a:schemeClr val="dk1"/>
              </a:buClr>
              <a:buSzPts val="1200"/>
              <a:buNone/>
              <a:defRPr sz="1200"/>
            </a:lvl4pPr>
            <a:lvl5pPr lvl="4" algn="ctr">
              <a:lnSpc>
                <a:spcPct val="90000"/>
              </a:lnSpc>
              <a:spcBef>
                <a:spcPts val="9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466" name="Google Shape;466;p147"/>
          <p:cNvSpPr txBox="1"/>
          <p:nvPr/>
        </p:nvSpPr>
        <p:spPr>
          <a:xfrm>
            <a:off x="342900" y="4661266"/>
            <a:ext cx="5321808" cy="2308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dk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00" b="0" i="0" u="none" strike="noStrike" cap="none" dirty="0">
                <a:solidFill>
                  <a:schemeClr val="dk1"/>
                </a:solidFill>
                <a:latin typeface="Arial"/>
                <a:ea typeface="Arial"/>
                <a:cs typeface="Arial"/>
                <a:sym typeface="Arial"/>
              </a:rPr>
            </a:br>
            <a:r>
              <a:rPr lang="en" sz="500" b="0" i="0" u="none" strike="noStrike" cap="none" dirty="0">
                <a:solidFill>
                  <a:schemeClr val="dk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467" name="Google Shape;467;p147"/>
          <p:cNvSpPr/>
          <p:nvPr/>
        </p:nvSpPr>
        <p:spPr>
          <a:xfrm>
            <a:off x="1193292"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468" name="Google Shape;468;p147"/>
          <p:cNvSpPr/>
          <p:nvPr/>
        </p:nvSpPr>
        <p:spPr>
          <a:xfrm>
            <a:off x="5294376"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469" name="Google Shape;469;p147"/>
          <p:cNvPicPr preferRelativeResize="0"/>
          <p:nvPr/>
        </p:nvPicPr>
        <p:blipFill rotWithShape="1">
          <a:blip r:embed="rId2">
            <a:alphaModFix/>
          </a:blip>
          <a:srcRect/>
          <a:stretch/>
        </p:blipFill>
        <p:spPr>
          <a:xfrm>
            <a:off x="7264625" y="4542264"/>
            <a:ext cx="1543050" cy="351204"/>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470"/>
        <p:cNvGrpSpPr/>
        <p:nvPr/>
      </p:nvGrpSpPr>
      <p:grpSpPr>
        <a:xfrm>
          <a:off x="0" y="0"/>
          <a:ext cx="0" cy="0"/>
          <a:chOff x="0" y="0"/>
          <a:chExt cx="0" cy="0"/>
        </a:xfrm>
      </p:grpSpPr>
      <p:sp>
        <p:nvSpPr>
          <p:cNvPr id="471" name="Google Shape;471;p148"/>
          <p:cNvSpPr txBox="1">
            <a:spLocks noGrp="1"/>
          </p:cNvSpPr>
          <p:nvPr>
            <p:ph type="ctrTitle"/>
          </p:nvPr>
        </p:nvSpPr>
        <p:spPr>
          <a:xfrm>
            <a:off x="1625346" y="1361599"/>
            <a:ext cx="3408426" cy="149504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2" name="Google Shape;472;p148"/>
          <p:cNvSpPr txBox="1">
            <a:spLocks noGrp="1"/>
          </p:cNvSpPr>
          <p:nvPr>
            <p:ph type="subTitle" idx="1"/>
          </p:nvPr>
        </p:nvSpPr>
        <p:spPr>
          <a:xfrm>
            <a:off x="1625346" y="2945797"/>
            <a:ext cx="3408426" cy="207749"/>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lt1"/>
              </a:buClr>
              <a:buSzPts val="1400"/>
              <a:buFont typeface="Arial"/>
              <a:buNone/>
              <a:defRPr sz="1400"/>
            </a:lvl1pPr>
            <a:lvl2pPr lvl="1" algn="ctr">
              <a:lnSpc>
                <a:spcPct val="90000"/>
              </a:lnSpc>
              <a:spcBef>
                <a:spcPts val="900"/>
              </a:spcBef>
              <a:spcAft>
                <a:spcPts val="0"/>
              </a:spcAft>
              <a:buClr>
                <a:schemeClr val="lt1"/>
              </a:buClr>
              <a:buSzPts val="1500"/>
              <a:buNone/>
              <a:defRPr sz="1500"/>
            </a:lvl2pPr>
            <a:lvl3pPr lvl="2" algn="ctr">
              <a:lnSpc>
                <a:spcPct val="90000"/>
              </a:lnSpc>
              <a:spcBef>
                <a:spcPts val="900"/>
              </a:spcBef>
              <a:spcAft>
                <a:spcPts val="0"/>
              </a:spcAft>
              <a:buClr>
                <a:schemeClr val="lt1"/>
              </a:buClr>
              <a:buSzPts val="1400"/>
              <a:buNone/>
              <a:defRPr sz="1400"/>
            </a:lvl3pPr>
            <a:lvl4pPr lvl="3" algn="ctr">
              <a:lnSpc>
                <a:spcPct val="90000"/>
              </a:lnSpc>
              <a:spcBef>
                <a:spcPts val="900"/>
              </a:spcBef>
              <a:spcAft>
                <a:spcPts val="0"/>
              </a:spcAft>
              <a:buClr>
                <a:schemeClr val="lt1"/>
              </a:buClr>
              <a:buSzPts val="1200"/>
              <a:buNone/>
              <a:defRPr sz="1200"/>
            </a:lvl4pPr>
            <a:lvl5pPr lvl="4" algn="ctr">
              <a:lnSpc>
                <a:spcPct val="90000"/>
              </a:lnSpc>
              <a:spcBef>
                <a:spcPts val="9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473" name="Google Shape;473;p148"/>
          <p:cNvSpPr txBox="1"/>
          <p:nvPr/>
        </p:nvSpPr>
        <p:spPr>
          <a:xfrm>
            <a:off x="342900" y="4661266"/>
            <a:ext cx="5321808" cy="2308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00" b="0" i="0" u="none" strike="noStrike" cap="none" dirty="0">
                <a:solidFill>
                  <a:schemeClr val="lt1"/>
                </a:solidFill>
                <a:latin typeface="Arial"/>
                <a:ea typeface="Arial"/>
                <a:cs typeface="Arial"/>
                <a:sym typeface="Arial"/>
              </a:rPr>
            </a:br>
            <a:r>
              <a:rPr lang="en" sz="500" b="0" i="0" u="none" strike="noStrike" cap="none" dirty="0">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474" name="Google Shape;474;p148"/>
          <p:cNvSpPr/>
          <p:nvPr/>
        </p:nvSpPr>
        <p:spPr>
          <a:xfrm>
            <a:off x="1193292"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475" name="Google Shape;475;p148"/>
          <p:cNvSpPr/>
          <p:nvPr/>
        </p:nvSpPr>
        <p:spPr>
          <a:xfrm>
            <a:off x="5294376"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476" name="Google Shape;476;p148"/>
          <p:cNvPicPr preferRelativeResize="0"/>
          <p:nvPr/>
        </p:nvPicPr>
        <p:blipFill rotWithShape="1">
          <a:blip r:embed="rId2">
            <a:alphaModFix/>
          </a:blip>
          <a:srcRect/>
          <a:stretch/>
        </p:blipFill>
        <p:spPr>
          <a:xfrm>
            <a:off x="7264625" y="4542264"/>
            <a:ext cx="1543050" cy="351205"/>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7"/>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78"/>
        <p:cNvGrpSpPr/>
        <p:nvPr/>
      </p:nvGrpSpPr>
      <p:grpSpPr>
        <a:xfrm>
          <a:off x="0" y="0"/>
          <a:ext cx="0" cy="0"/>
          <a:chOff x="0" y="0"/>
          <a:chExt cx="0" cy="0"/>
        </a:xfrm>
      </p:grpSpPr>
      <p:sp>
        <p:nvSpPr>
          <p:cNvPr id="479" name="Google Shape;479;p150"/>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80"/>
        <p:cNvGrpSpPr/>
        <p:nvPr/>
      </p:nvGrpSpPr>
      <p:grpSpPr>
        <a:xfrm>
          <a:off x="0" y="0"/>
          <a:ext cx="0" cy="0"/>
          <a:chOff x="0" y="0"/>
          <a:chExt cx="0" cy="0"/>
        </a:xfrm>
      </p:grpSpPr>
      <p:sp>
        <p:nvSpPr>
          <p:cNvPr id="481" name="Google Shape;481;p151"/>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2" name="Google Shape;482;p151"/>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483"/>
        <p:cNvGrpSpPr/>
        <p:nvPr/>
      </p:nvGrpSpPr>
      <p:grpSpPr>
        <a:xfrm>
          <a:off x="0" y="0"/>
          <a:ext cx="0" cy="0"/>
          <a:chOff x="0" y="0"/>
          <a:chExt cx="0" cy="0"/>
        </a:xfrm>
      </p:grpSpPr>
      <p:sp>
        <p:nvSpPr>
          <p:cNvPr id="484" name="Google Shape;484;p152"/>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5" name="Google Shape;485;p152"/>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486"/>
        <p:cNvGrpSpPr/>
        <p:nvPr/>
      </p:nvGrpSpPr>
      <p:grpSpPr>
        <a:xfrm>
          <a:off x="0" y="0"/>
          <a:ext cx="0" cy="0"/>
          <a:chOff x="0" y="0"/>
          <a:chExt cx="0" cy="0"/>
        </a:xfrm>
      </p:grpSpPr>
      <p:sp>
        <p:nvSpPr>
          <p:cNvPr id="487" name="Google Shape;487;p153"/>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8" name="Google Shape;488;p153"/>
          <p:cNvSpPr txBox="1">
            <a:spLocks noGrp="1"/>
          </p:cNvSpPr>
          <p:nvPr>
            <p:ph type="body" idx="1"/>
          </p:nvPr>
        </p:nvSpPr>
        <p:spPr>
          <a:xfrm>
            <a:off x="342900" y="1145286"/>
            <a:ext cx="250317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89" name="Google Shape;489;p153"/>
          <p:cNvSpPr txBox="1">
            <a:spLocks noGrp="1"/>
          </p:cNvSpPr>
          <p:nvPr>
            <p:ph type="body" idx="2"/>
          </p:nvPr>
        </p:nvSpPr>
        <p:spPr>
          <a:xfrm>
            <a:off x="3319272" y="1145286"/>
            <a:ext cx="250317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90" name="Google Shape;490;p153"/>
          <p:cNvSpPr txBox="1">
            <a:spLocks noGrp="1"/>
          </p:cNvSpPr>
          <p:nvPr>
            <p:ph type="body" idx="3"/>
          </p:nvPr>
        </p:nvSpPr>
        <p:spPr>
          <a:xfrm>
            <a:off x="6295644" y="1145286"/>
            <a:ext cx="250317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491"/>
        <p:cNvGrpSpPr/>
        <p:nvPr/>
      </p:nvGrpSpPr>
      <p:grpSpPr>
        <a:xfrm>
          <a:off x="0" y="0"/>
          <a:ext cx="0" cy="0"/>
          <a:chOff x="0" y="0"/>
          <a:chExt cx="0" cy="0"/>
        </a:xfrm>
      </p:grpSpPr>
      <p:sp>
        <p:nvSpPr>
          <p:cNvPr id="492" name="Google Shape;492;p154"/>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3" name="Google Shape;493;p154"/>
          <p:cNvSpPr txBox="1">
            <a:spLocks noGrp="1"/>
          </p:cNvSpPr>
          <p:nvPr>
            <p:ph type="body" idx="1"/>
          </p:nvPr>
        </p:nvSpPr>
        <p:spPr>
          <a:xfrm>
            <a:off x="342900"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94" name="Google Shape;494;p154"/>
          <p:cNvSpPr txBox="1">
            <a:spLocks noGrp="1"/>
          </p:cNvSpPr>
          <p:nvPr>
            <p:ph type="body" idx="2"/>
          </p:nvPr>
        </p:nvSpPr>
        <p:spPr>
          <a:xfrm>
            <a:off x="3319272"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95" name="Google Shape;495;p154"/>
          <p:cNvSpPr txBox="1">
            <a:spLocks noGrp="1"/>
          </p:cNvSpPr>
          <p:nvPr>
            <p:ph type="body" idx="3"/>
          </p:nvPr>
        </p:nvSpPr>
        <p:spPr>
          <a:xfrm>
            <a:off x="6295644"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Four column">
  <p:cSld name="Four column">
    <p:spTree>
      <p:nvGrpSpPr>
        <p:cNvPr id="1" name="Shape 496"/>
        <p:cNvGrpSpPr/>
        <p:nvPr/>
      </p:nvGrpSpPr>
      <p:grpSpPr>
        <a:xfrm>
          <a:off x="0" y="0"/>
          <a:ext cx="0" cy="0"/>
          <a:chOff x="0" y="0"/>
          <a:chExt cx="0" cy="0"/>
        </a:xfrm>
      </p:grpSpPr>
      <p:sp>
        <p:nvSpPr>
          <p:cNvPr id="497" name="Google Shape;497;p155"/>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8" name="Google Shape;498;p155"/>
          <p:cNvSpPr txBox="1">
            <a:spLocks noGrp="1"/>
          </p:cNvSpPr>
          <p:nvPr>
            <p:ph type="body" idx="1"/>
          </p:nvPr>
        </p:nvSpPr>
        <p:spPr>
          <a:xfrm>
            <a:off x="342900"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99" name="Google Shape;499;p155"/>
          <p:cNvSpPr txBox="1">
            <a:spLocks noGrp="1"/>
          </p:cNvSpPr>
          <p:nvPr>
            <p:ph type="body" idx="2"/>
          </p:nvPr>
        </p:nvSpPr>
        <p:spPr>
          <a:xfrm>
            <a:off x="2511361"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00" name="Google Shape;500;p155"/>
          <p:cNvSpPr txBox="1">
            <a:spLocks noGrp="1"/>
          </p:cNvSpPr>
          <p:nvPr>
            <p:ph type="body" idx="3"/>
          </p:nvPr>
        </p:nvSpPr>
        <p:spPr>
          <a:xfrm>
            <a:off x="4679823"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01" name="Google Shape;501;p155"/>
          <p:cNvSpPr txBox="1">
            <a:spLocks noGrp="1"/>
          </p:cNvSpPr>
          <p:nvPr>
            <p:ph type="body" idx="4"/>
          </p:nvPr>
        </p:nvSpPr>
        <p:spPr>
          <a:xfrm>
            <a:off x="6848285"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Four column shaded">
  <p:cSld name="Four column shaded">
    <p:spTree>
      <p:nvGrpSpPr>
        <p:cNvPr id="1" name="Shape 502"/>
        <p:cNvGrpSpPr/>
        <p:nvPr/>
      </p:nvGrpSpPr>
      <p:grpSpPr>
        <a:xfrm>
          <a:off x="0" y="0"/>
          <a:ext cx="0" cy="0"/>
          <a:chOff x="0" y="0"/>
          <a:chExt cx="0" cy="0"/>
        </a:xfrm>
      </p:grpSpPr>
      <p:sp>
        <p:nvSpPr>
          <p:cNvPr id="503" name="Google Shape;503;p156"/>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04" name="Google Shape;504;p156"/>
          <p:cNvSpPr txBox="1">
            <a:spLocks noGrp="1"/>
          </p:cNvSpPr>
          <p:nvPr>
            <p:ph type="body" idx="1"/>
          </p:nvPr>
        </p:nvSpPr>
        <p:spPr>
          <a:xfrm>
            <a:off x="342900"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05" name="Google Shape;505;p156"/>
          <p:cNvSpPr txBox="1">
            <a:spLocks noGrp="1"/>
          </p:cNvSpPr>
          <p:nvPr>
            <p:ph type="body" idx="2"/>
          </p:nvPr>
        </p:nvSpPr>
        <p:spPr>
          <a:xfrm>
            <a:off x="2511361"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06" name="Google Shape;506;p156"/>
          <p:cNvSpPr txBox="1">
            <a:spLocks noGrp="1"/>
          </p:cNvSpPr>
          <p:nvPr>
            <p:ph type="body" idx="3"/>
          </p:nvPr>
        </p:nvSpPr>
        <p:spPr>
          <a:xfrm>
            <a:off x="4679823"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07" name="Google Shape;507;p156"/>
          <p:cNvSpPr txBox="1">
            <a:spLocks noGrp="1"/>
          </p:cNvSpPr>
          <p:nvPr>
            <p:ph type="body" idx="4"/>
          </p:nvPr>
        </p:nvSpPr>
        <p:spPr>
          <a:xfrm>
            <a:off x="6848285"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508"/>
        <p:cNvGrpSpPr/>
        <p:nvPr/>
      </p:nvGrpSpPr>
      <p:grpSpPr>
        <a:xfrm>
          <a:off x="0" y="0"/>
          <a:ext cx="0" cy="0"/>
          <a:chOff x="0" y="0"/>
          <a:chExt cx="0" cy="0"/>
        </a:xfrm>
      </p:grpSpPr>
      <p:sp>
        <p:nvSpPr>
          <p:cNvPr id="509" name="Google Shape;509;p157"/>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0" name="Google Shape;510;p157"/>
          <p:cNvSpPr/>
          <p:nvPr/>
        </p:nvSpPr>
        <p:spPr>
          <a:xfrm>
            <a:off x="0" y="1014984"/>
            <a:ext cx="1316736" cy="246888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11" name="Google Shape;511;p157"/>
          <p:cNvSpPr/>
          <p:nvPr/>
        </p:nvSpPr>
        <p:spPr>
          <a:xfrm>
            <a:off x="5356098" y="1014984"/>
            <a:ext cx="3785616" cy="246888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Quote with photo">
  <p:cSld name="Quote with photo">
    <p:spTree>
      <p:nvGrpSpPr>
        <p:cNvPr id="1" name="Shape 512"/>
        <p:cNvGrpSpPr/>
        <p:nvPr/>
      </p:nvGrpSpPr>
      <p:grpSpPr>
        <a:xfrm>
          <a:off x="0" y="0"/>
          <a:ext cx="0" cy="0"/>
          <a:chOff x="0" y="0"/>
          <a:chExt cx="0" cy="0"/>
        </a:xfrm>
      </p:grpSpPr>
      <p:sp>
        <p:nvSpPr>
          <p:cNvPr id="513" name="Google Shape;513;p158"/>
          <p:cNvSpPr txBox="1">
            <a:spLocks noGrp="1"/>
          </p:cNvSpPr>
          <p:nvPr>
            <p:ph type="title"/>
          </p:nvPr>
        </p:nvSpPr>
        <p:spPr>
          <a:xfrm>
            <a:off x="342899" y="756951"/>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4" name="Google Shape;514;p158"/>
          <p:cNvSpPr txBox="1">
            <a:spLocks noGrp="1"/>
          </p:cNvSpPr>
          <p:nvPr>
            <p:ph type="body" idx="1"/>
          </p:nvPr>
        </p:nvSpPr>
        <p:spPr>
          <a:xfrm>
            <a:off x="342899"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solidFill>
                  <a:schemeClr val="dk1"/>
                </a:solidFill>
              </a:defRPr>
            </a:lvl1pPr>
            <a:lvl2pPr marL="914400" lvl="1" indent="-228600" algn="l">
              <a:lnSpc>
                <a:spcPct val="90000"/>
              </a:lnSpc>
              <a:spcBef>
                <a:spcPts val="900"/>
              </a:spcBef>
              <a:spcAft>
                <a:spcPts val="0"/>
              </a:spcAft>
              <a:buClr>
                <a:srgbClr val="888888"/>
              </a:buClr>
              <a:buSzPts val="1500"/>
              <a:buNone/>
              <a:defRPr sz="1500">
                <a:solidFill>
                  <a:srgbClr val="888888"/>
                </a:solidFill>
              </a:defRPr>
            </a:lvl2pPr>
            <a:lvl3pPr marL="1371600" lvl="2" indent="-228600" algn="l">
              <a:lnSpc>
                <a:spcPct val="90000"/>
              </a:lnSpc>
              <a:spcBef>
                <a:spcPts val="900"/>
              </a:spcBef>
              <a:spcAft>
                <a:spcPts val="0"/>
              </a:spcAft>
              <a:buClr>
                <a:srgbClr val="888888"/>
              </a:buClr>
              <a:buSzPts val="1400"/>
              <a:buNone/>
              <a:defRPr sz="1400">
                <a:solidFill>
                  <a:srgbClr val="888888"/>
                </a:solidFill>
              </a:defRPr>
            </a:lvl3pPr>
            <a:lvl4pPr marL="1828800" lvl="3" indent="-228600" algn="l">
              <a:lnSpc>
                <a:spcPct val="90000"/>
              </a:lnSpc>
              <a:spcBef>
                <a:spcPts val="900"/>
              </a:spcBef>
              <a:spcAft>
                <a:spcPts val="0"/>
              </a:spcAft>
              <a:buClr>
                <a:srgbClr val="888888"/>
              </a:buClr>
              <a:buSzPts val="1200"/>
              <a:buNone/>
              <a:defRPr sz="1200">
                <a:solidFill>
                  <a:srgbClr val="888888"/>
                </a:solidFill>
              </a:defRPr>
            </a:lvl4pPr>
            <a:lvl5pPr marL="2286000" lvl="4" indent="-228600" algn="l">
              <a:lnSpc>
                <a:spcPct val="9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515" name="Google Shape;515;p158"/>
          <p:cNvSpPr>
            <a:spLocks noGrp="1"/>
          </p:cNvSpPr>
          <p:nvPr>
            <p:ph type="pic" idx="2"/>
          </p:nvPr>
        </p:nvSpPr>
        <p:spPr>
          <a:xfrm>
            <a:off x="5280660" y="1009649"/>
            <a:ext cx="3518154" cy="3223260"/>
          </a:xfrm>
          <a:prstGeom prst="rect">
            <a:avLst/>
          </a:prstGeom>
          <a:noFill/>
          <a:ln>
            <a:noFill/>
          </a:ln>
        </p:spPr>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16"/>
        <p:cNvGrpSpPr/>
        <p:nvPr/>
      </p:nvGrpSpPr>
      <p:grpSpPr>
        <a:xfrm>
          <a:off x="0" y="0"/>
          <a:ext cx="0" cy="0"/>
          <a:chOff x="0" y="0"/>
          <a:chExt cx="0" cy="0"/>
        </a:xfrm>
      </p:grpSpPr>
      <p:sp>
        <p:nvSpPr>
          <p:cNvPr id="517" name="Google Shape;517;p159"/>
          <p:cNvSpPr txBox="1">
            <a:spLocks noGrp="1"/>
          </p:cNvSpPr>
          <p:nvPr>
            <p:ph type="title"/>
          </p:nvPr>
        </p:nvSpPr>
        <p:spPr>
          <a:xfrm>
            <a:off x="342899" y="756951"/>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8" name="Google Shape;518;p159"/>
          <p:cNvSpPr txBox="1">
            <a:spLocks noGrp="1"/>
          </p:cNvSpPr>
          <p:nvPr>
            <p:ph type="body" idx="1"/>
          </p:nvPr>
        </p:nvSpPr>
        <p:spPr>
          <a:xfrm>
            <a:off x="342899"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solidFill>
                  <a:schemeClr val="dk1"/>
                </a:solidFill>
              </a:defRPr>
            </a:lvl1pPr>
            <a:lvl2pPr marL="914400" lvl="1" indent="-228600" algn="l">
              <a:lnSpc>
                <a:spcPct val="90000"/>
              </a:lnSpc>
              <a:spcBef>
                <a:spcPts val="900"/>
              </a:spcBef>
              <a:spcAft>
                <a:spcPts val="0"/>
              </a:spcAft>
              <a:buClr>
                <a:srgbClr val="888888"/>
              </a:buClr>
              <a:buSzPts val="1500"/>
              <a:buNone/>
              <a:defRPr sz="1500">
                <a:solidFill>
                  <a:srgbClr val="888888"/>
                </a:solidFill>
              </a:defRPr>
            </a:lvl2pPr>
            <a:lvl3pPr marL="1371600" lvl="2" indent="-228600" algn="l">
              <a:lnSpc>
                <a:spcPct val="90000"/>
              </a:lnSpc>
              <a:spcBef>
                <a:spcPts val="900"/>
              </a:spcBef>
              <a:spcAft>
                <a:spcPts val="0"/>
              </a:spcAft>
              <a:buClr>
                <a:srgbClr val="888888"/>
              </a:buClr>
              <a:buSzPts val="1400"/>
              <a:buNone/>
              <a:defRPr sz="1400">
                <a:solidFill>
                  <a:srgbClr val="888888"/>
                </a:solidFill>
              </a:defRPr>
            </a:lvl3pPr>
            <a:lvl4pPr marL="1828800" lvl="3" indent="-228600" algn="l">
              <a:lnSpc>
                <a:spcPct val="90000"/>
              </a:lnSpc>
              <a:spcBef>
                <a:spcPts val="900"/>
              </a:spcBef>
              <a:spcAft>
                <a:spcPts val="0"/>
              </a:spcAft>
              <a:buClr>
                <a:srgbClr val="888888"/>
              </a:buClr>
              <a:buSzPts val="1200"/>
              <a:buNone/>
              <a:defRPr sz="1200">
                <a:solidFill>
                  <a:srgbClr val="888888"/>
                </a:solidFill>
              </a:defRPr>
            </a:lvl4pPr>
            <a:lvl5pPr marL="2286000" lvl="4" indent="-228600" algn="l">
              <a:lnSpc>
                <a:spcPct val="9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Bio Layout_01">
  <p:cSld name="Bio Layout_01">
    <p:spTree>
      <p:nvGrpSpPr>
        <p:cNvPr id="1" name="Shape 519"/>
        <p:cNvGrpSpPr/>
        <p:nvPr/>
      </p:nvGrpSpPr>
      <p:grpSpPr>
        <a:xfrm>
          <a:off x="0" y="0"/>
          <a:ext cx="0" cy="0"/>
          <a:chOff x="0" y="0"/>
          <a:chExt cx="0" cy="0"/>
        </a:xfrm>
      </p:grpSpPr>
      <p:sp>
        <p:nvSpPr>
          <p:cNvPr id="520" name="Google Shape;520;p160"/>
          <p:cNvSpPr txBox="1">
            <a:spLocks noGrp="1"/>
          </p:cNvSpPr>
          <p:nvPr>
            <p:ph type="body" idx="1"/>
          </p:nvPr>
        </p:nvSpPr>
        <p:spPr>
          <a:xfrm>
            <a:off x="342900" y="273367"/>
            <a:ext cx="1529334" cy="4217670"/>
          </a:xfrm>
          <a:prstGeom prst="rect">
            <a:avLst/>
          </a:prstGeom>
          <a:solidFill>
            <a:srgbClr val="002856"/>
          </a:solidFill>
          <a:ln>
            <a:noFill/>
          </a:ln>
        </p:spPr>
        <p:txBody>
          <a:bodyPr spcFirstLastPara="1" wrap="square" lIns="68575" tIns="1234425" rIns="68575" bIns="68575" anchor="t" anchorCtr="0">
            <a:noAutofit/>
          </a:bodyPr>
          <a:lstStyle>
            <a:lvl1pPr marL="457200" lvl="0" indent="-228600" algn="l">
              <a:lnSpc>
                <a:spcPct val="90000"/>
              </a:lnSpc>
              <a:spcBef>
                <a:spcPts val="900"/>
              </a:spcBef>
              <a:spcAft>
                <a:spcPts val="0"/>
              </a:spcAft>
              <a:buClr>
                <a:srgbClr val="009AD7"/>
              </a:buClr>
              <a:buSzPts val="1100"/>
              <a:buFont typeface="Arial Black"/>
              <a:buNone/>
              <a:defRPr sz="1100">
                <a:solidFill>
                  <a:srgbClr val="009AD7"/>
                </a:solidFill>
                <a:latin typeface="Arial Black"/>
                <a:ea typeface="Arial Black"/>
                <a:cs typeface="Arial Black"/>
                <a:sym typeface="Arial Black"/>
              </a:defRPr>
            </a:lvl1pPr>
            <a:lvl2pPr marL="914400" lvl="1" indent="-228600" algn="l">
              <a:lnSpc>
                <a:spcPct val="90000"/>
              </a:lnSpc>
              <a:spcBef>
                <a:spcPts val="900"/>
              </a:spcBef>
              <a:spcAft>
                <a:spcPts val="0"/>
              </a:spcAft>
              <a:buClr>
                <a:srgbClr val="002856"/>
              </a:buClr>
              <a:buSzPts val="900"/>
              <a:buFont typeface="Arial"/>
              <a:buNone/>
              <a:defRPr sz="900">
                <a:solidFill>
                  <a:schemeClr val="lt1"/>
                </a:solidFill>
                <a:latin typeface="Arial Black"/>
                <a:ea typeface="Arial Black"/>
                <a:cs typeface="Arial Black"/>
                <a:sym typeface="Arial Black"/>
              </a:defRPr>
            </a:lvl2pPr>
            <a:lvl3pPr marL="1371600" lvl="2" indent="-228600" algn="l">
              <a:lnSpc>
                <a:spcPct val="90000"/>
              </a:lnSpc>
              <a:spcBef>
                <a:spcPts val="900"/>
              </a:spcBef>
              <a:spcAft>
                <a:spcPts val="0"/>
              </a:spcAft>
              <a:buClr>
                <a:schemeClr val="lt1"/>
              </a:buClr>
              <a:buSzPts val="800"/>
              <a:buFont typeface="Arial"/>
              <a:buNone/>
              <a:defRPr sz="800">
                <a:solidFill>
                  <a:schemeClr val="lt1"/>
                </a:solidFill>
              </a:defRPr>
            </a:lvl3pPr>
            <a:lvl4pPr marL="1828800" lvl="3" indent="-279400" algn="l">
              <a:lnSpc>
                <a:spcPct val="90000"/>
              </a:lnSpc>
              <a:spcBef>
                <a:spcPts val="900"/>
              </a:spcBef>
              <a:spcAft>
                <a:spcPts val="0"/>
              </a:spcAft>
              <a:buClr>
                <a:schemeClr val="lt1"/>
              </a:buClr>
              <a:buSzPts val="800"/>
              <a:buFont typeface="Arial"/>
              <a:buChar char="▪"/>
              <a:defRPr sz="800">
                <a:solidFill>
                  <a:schemeClr val="lt1"/>
                </a:solidFill>
              </a:defRPr>
            </a:lvl4pPr>
            <a:lvl5pPr marL="2286000" lvl="4" indent="-279400" algn="l">
              <a:lnSpc>
                <a:spcPct val="90000"/>
              </a:lnSpc>
              <a:spcBef>
                <a:spcPts val="900"/>
              </a:spcBef>
              <a:spcAft>
                <a:spcPts val="0"/>
              </a:spcAft>
              <a:buClr>
                <a:schemeClr val="lt1"/>
              </a:buClr>
              <a:buSzPts val="800"/>
              <a:buFont typeface="Arial"/>
              <a:buChar char="–"/>
              <a:defRPr sz="800">
                <a:solidFill>
                  <a:schemeClr val="lt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21" name="Google Shape;521;p160"/>
          <p:cNvSpPr>
            <a:spLocks noGrp="1"/>
          </p:cNvSpPr>
          <p:nvPr>
            <p:ph type="pic" idx="2"/>
          </p:nvPr>
        </p:nvSpPr>
        <p:spPr>
          <a:xfrm>
            <a:off x="622364" y="387764"/>
            <a:ext cx="966978" cy="966978"/>
          </a:xfrm>
          <a:prstGeom prst="ellipse">
            <a:avLst/>
          </a:prstGeom>
          <a:noFill/>
          <a:ln w="38100" cap="flat" cmpd="sng">
            <a:solidFill>
              <a:srgbClr val="009AD7"/>
            </a:solidFill>
            <a:prstDash val="solid"/>
            <a:round/>
            <a:headEnd type="none" w="sm" len="sm"/>
            <a:tailEnd type="none" w="sm" len="sm"/>
          </a:ln>
        </p:spPr>
      </p:sp>
      <p:sp>
        <p:nvSpPr>
          <p:cNvPr id="522" name="Google Shape;522;p160"/>
          <p:cNvSpPr txBox="1">
            <a:spLocks noGrp="1"/>
          </p:cNvSpPr>
          <p:nvPr>
            <p:ph type="body" idx="3"/>
          </p:nvPr>
        </p:nvSpPr>
        <p:spPr>
          <a:xfrm>
            <a:off x="2148268" y="275035"/>
            <a:ext cx="6652832" cy="4216003"/>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500"/>
              </a:spcBef>
              <a:spcAft>
                <a:spcPts val="0"/>
              </a:spcAft>
              <a:buClr>
                <a:srgbClr val="002856"/>
              </a:buClr>
              <a:buSzPts val="1100"/>
              <a:buNone/>
              <a:defRPr sz="1100" b="0">
                <a:solidFill>
                  <a:srgbClr val="002856"/>
                </a:solidFill>
                <a:latin typeface="Arial Black"/>
                <a:ea typeface="Arial Black"/>
                <a:cs typeface="Arial Black"/>
                <a:sym typeface="Arial Black"/>
              </a:defRPr>
            </a:lvl1pPr>
            <a:lvl2pPr marL="914400" lvl="1" indent="-228600" algn="l">
              <a:lnSpc>
                <a:spcPct val="90000"/>
              </a:lnSpc>
              <a:spcBef>
                <a:spcPts val="900"/>
              </a:spcBef>
              <a:spcAft>
                <a:spcPts val="0"/>
              </a:spcAft>
              <a:buClr>
                <a:schemeClr val="dk1"/>
              </a:buClr>
              <a:buSzPts val="800"/>
              <a:buNone/>
              <a:defRPr sz="800"/>
            </a:lvl2pPr>
            <a:lvl3pPr marL="1371600" lvl="2" indent="-279400" algn="l">
              <a:lnSpc>
                <a:spcPct val="90000"/>
              </a:lnSpc>
              <a:spcBef>
                <a:spcPts val="900"/>
              </a:spcBef>
              <a:spcAft>
                <a:spcPts val="0"/>
              </a:spcAft>
              <a:buClr>
                <a:srgbClr val="002856"/>
              </a:buClr>
              <a:buSzPts val="800"/>
              <a:buChar char="•"/>
              <a:defRPr sz="800"/>
            </a:lvl3pPr>
            <a:lvl4pPr marL="1828800" lvl="3" indent="-279400" algn="l">
              <a:lnSpc>
                <a:spcPct val="90000"/>
              </a:lnSpc>
              <a:spcBef>
                <a:spcPts val="900"/>
              </a:spcBef>
              <a:spcAft>
                <a:spcPts val="0"/>
              </a:spcAft>
              <a:buClr>
                <a:schemeClr val="dk1"/>
              </a:buClr>
              <a:buSzPts val="800"/>
              <a:buChar char="–"/>
              <a:defRPr sz="800"/>
            </a:lvl4pPr>
            <a:lvl5pPr marL="2286000" lvl="4" indent="-279400" algn="l">
              <a:lnSpc>
                <a:spcPct val="90000"/>
              </a:lnSpc>
              <a:spcBef>
                <a:spcPts val="900"/>
              </a:spcBef>
              <a:spcAft>
                <a:spcPts val="0"/>
              </a:spcAft>
              <a:buClr>
                <a:schemeClr val="dk1"/>
              </a:buClr>
              <a:buSzPts val="800"/>
              <a:buChar char="•"/>
              <a:defRPr sz="800"/>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8"/>
        <p:cNvGrpSpPr/>
        <p:nvPr/>
      </p:nvGrpSpPr>
      <p:grpSpPr>
        <a:xfrm>
          <a:off x="0" y="0"/>
          <a:ext cx="0" cy="0"/>
          <a:chOff x="0" y="0"/>
          <a:chExt cx="0" cy="0"/>
        </a:xfrm>
      </p:grpSpPr>
      <p:sp>
        <p:nvSpPr>
          <p:cNvPr id="529" name="Google Shape;529;p61"/>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30"/>
        <p:cNvGrpSpPr/>
        <p:nvPr/>
      </p:nvGrpSpPr>
      <p:grpSpPr>
        <a:xfrm>
          <a:off x="0" y="0"/>
          <a:ext cx="0" cy="0"/>
          <a:chOff x="0" y="0"/>
          <a:chExt cx="0" cy="0"/>
        </a:xfrm>
      </p:grpSpPr>
      <p:sp>
        <p:nvSpPr>
          <p:cNvPr id="531" name="Google Shape;531;p259"/>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2" name="Google Shape;532;p259"/>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533"/>
        <p:cNvGrpSpPr/>
        <p:nvPr/>
      </p:nvGrpSpPr>
      <p:grpSpPr>
        <a:xfrm>
          <a:off x="0" y="0"/>
          <a:ext cx="0" cy="0"/>
          <a:chOff x="0" y="0"/>
          <a:chExt cx="0" cy="0"/>
        </a:xfrm>
      </p:grpSpPr>
      <p:sp>
        <p:nvSpPr>
          <p:cNvPr id="534" name="Google Shape;534;p161"/>
          <p:cNvSpPr txBox="1">
            <a:spLocks noGrp="1"/>
          </p:cNvSpPr>
          <p:nvPr>
            <p:ph type="body" idx="1"/>
          </p:nvPr>
        </p:nvSpPr>
        <p:spPr>
          <a:xfrm>
            <a:off x="1625146" y="2853589"/>
            <a:ext cx="3408768" cy="4154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400"/>
            </a:lvl1pPr>
            <a:lvl2pPr marL="914400" lvl="1" indent="-228600" algn="l">
              <a:lnSpc>
                <a:spcPct val="100000"/>
              </a:lnSpc>
              <a:spcBef>
                <a:spcPts val="0"/>
              </a:spcBef>
              <a:spcAft>
                <a:spcPts val="0"/>
              </a:spcAft>
              <a:buClr>
                <a:schemeClr val="lt1"/>
              </a:buClr>
              <a:buSzPts val="1200"/>
              <a:buNone/>
              <a:defRPr/>
            </a:lvl2pPr>
            <a:lvl3pPr marL="1371600" lvl="2" indent="-228600" algn="l">
              <a:lnSpc>
                <a:spcPct val="100000"/>
              </a:lnSpc>
              <a:spcBef>
                <a:spcPts val="900"/>
              </a:spcBef>
              <a:spcAft>
                <a:spcPts val="0"/>
              </a:spcAft>
              <a:buClr>
                <a:schemeClr val="lt1"/>
              </a:buClr>
              <a:buSzPts val="1200"/>
              <a:buNone/>
              <a:defRPr/>
            </a:lvl3pPr>
            <a:lvl4pPr marL="1828800" lvl="3" indent="-228600" algn="l">
              <a:lnSpc>
                <a:spcPct val="100000"/>
              </a:lnSpc>
              <a:spcBef>
                <a:spcPts val="900"/>
              </a:spcBef>
              <a:spcAft>
                <a:spcPts val="0"/>
              </a:spcAft>
              <a:buClr>
                <a:schemeClr val="lt1"/>
              </a:buClr>
              <a:buSzPts val="1200"/>
              <a:buNone/>
              <a:defRPr/>
            </a:lvl4pPr>
            <a:lvl5pPr marL="2286000" lvl="4" indent="-228600" algn="l">
              <a:lnSpc>
                <a:spcPct val="100000"/>
              </a:lnSpc>
              <a:spcBef>
                <a:spcPts val="900"/>
              </a:spcBef>
              <a:spcAft>
                <a:spcPts val="0"/>
              </a:spcAft>
              <a:buClr>
                <a:schemeClr val="lt1"/>
              </a:buClr>
              <a:buSzPts val="1200"/>
              <a:buNone/>
              <a:defRPr/>
            </a:lvl5pPr>
            <a:lvl6pPr marL="2743200" lvl="5" indent="-317500" algn="l">
              <a:lnSpc>
                <a:spcPct val="90000"/>
              </a:lnSpc>
              <a:spcBef>
                <a:spcPts val="9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535" name="Google Shape;535;p161"/>
          <p:cNvSpPr txBox="1">
            <a:spLocks noGrp="1"/>
          </p:cNvSpPr>
          <p:nvPr>
            <p:ph type="ctrTitle"/>
          </p:nvPr>
        </p:nvSpPr>
        <p:spPr>
          <a:xfrm>
            <a:off x="1625146" y="1265989"/>
            <a:ext cx="3408768"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36" name="Google Shape;536;p161"/>
          <p:cNvSpPr/>
          <p:nvPr/>
        </p:nvSpPr>
        <p:spPr>
          <a:xfrm>
            <a:off x="5294117"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400" b="0" i="0" u="none" strike="noStrike" cap="none" dirty="0">
              <a:solidFill>
                <a:schemeClr val="dk1"/>
              </a:solidFill>
              <a:latin typeface="Arial"/>
              <a:ea typeface="Arial"/>
              <a:cs typeface="Arial"/>
              <a:sym typeface="Arial"/>
            </a:endParaRPr>
          </a:p>
        </p:txBody>
      </p:sp>
      <p:sp>
        <p:nvSpPr>
          <p:cNvPr id="537" name="Google Shape;537;p161"/>
          <p:cNvSpPr/>
          <p:nvPr/>
        </p:nvSpPr>
        <p:spPr>
          <a:xfrm>
            <a:off x="1191348"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400" b="0" i="0" u="none" strike="noStrike" cap="none" dirty="0">
              <a:solidFill>
                <a:schemeClr val="dk1"/>
              </a:solidFill>
              <a:latin typeface="Arial"/>
              <a:ea typeface="Arial"/>
              <a:cs typeface="Arial"/>
              <a:sym typeface="Arial"/>
            </a:endParaRPr>
          </a:p>
        </p:txBody>
      </p:sp>
      <p:sp>
        <p:nvSpPr>
          <p:cNvPr id="538" name="Google Shape;538;p161"/>
          <p:cNvSpPr txBox="1"/>
          <p:nvPr/>
        </p:nvSpPr>
        <p:spPr>
          <a:xfrm>
            <a:off x="345193" y="4647380"/>
            <a:ext cx="5286681" cy="2308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500" b="0" i="0" u="none" strike="noStrike" cap="none" dirty="0">
              <a:solidFill>
                <a:schemeClr val="lt1"/>
              </a:solidFill>
              <a:latin typeface="Arial"/>
              <a:ea typeface="Arial"/>
              <a:cs typeface="Arial"/>
              <a:sym typeface="Arial"/>
            </a:endParaRPr>
          </a:p>
        </p:txBody>
      </p:sp>
      <p:pic>
        <p:nvPicPr>
          <p:cNvPr id="539" name="Google Shape;539;p161"/>
          <p:cNvPicPr preferRelativeResize="0"/>
          <p:nvPr/>
        </p:nvPicPr>
        <p:blipFill rotWithShape="1">
          <a:blip r:embed="rId2">
            <a:alphaModFix/>
          </a:blip>
          <a:srcRect/>
          <a:stretch/>
        </p:blipFill>
        <p:spPr>
          <a:xfrm>
            <a:off x="7269480" y="4539996"/>
            <a:ext cx="1530907" cy="349758"/>
          </a:xfrm>
          <a:prstGeom prst="rect">
            <a:avLst/>
          </a:prstGeom>
          <a:noFill/>
          <a:ln>
            <a:noFill/>
          </a:ln>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matchingName="Title Slide 2">
  <p:cSld name="Title Slide 2">
    <p:bg>
      <p:bgPr>
        <a:solidFill>
          <a:schemeClr val="lt1"/>
        </a:solidFill>
        <a:effectLst/>
      </p:bgPr>
    </p:bg>
    <p:spTree>
      <p:nvGrpSpPr>
        <p:cNvPr id="1" name="Shape 540"/>
        <p:cNvGrpSpPr/>
        <p:nvPr/>
      </p:nvGrpSpPr>
      <p:grpSpPr>
        <a:xfrm>
          <a:off x="0" y="0"/>
          <a:ext cx="0" cy="0"/>
          <a:chOff x="0" y="0"/>
          <a:chExt cx="0" cy="0"/>
        </a:xfrm>
      </p:grpSpPr>
      <p:sp>
        <p:nvSpPr>
          <p:cNvPr id="541" name="Google Shape;541;p162"/>
          <p:cNvSpPr txBox="1">
            <a:spLocks noGrp="1"/>
          </p:cNvSpPr>
          <p:nvPr>
            <p:ph type="body" idx="1"/>
          </p:nvPr>
        </p:nvSpPr>
        <p:spPr>
          <a:xfrm>
            <a:off x="1625146" y="2853589"/>
            <a:ext cx="3408768" cy="4154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400">
                <a:solidFill>
                  <a:schemeClr val="accent1"/>
                </a:solidFill>
              </a:defRPr>
            </a:lvl1pPr>
            <a:lvl2pPr marL="914400" lvl="1" indent="-228600" algn="l">
              <a:lnSpc>
                <a:spcPct val="100000"/>
              </a:lnSpc>
              <a:spcBef>
                <a:spcPts val="0"/>
              </a:spcBef>
              <a:spcAft>
                <a:spcPts val="0"/>
              </a:spcAft>
              <a:buClr>
                <a:schemeClr val="dk1"/>
              </a:buClr>
              <a:buSzPts val="1200"/>
              <a:buNone/>
              <a:defRPr/>
            </a:lvl2pPr>
            <a:lvl3pPr marL="1371600" lvl="2" indent="-228600" algn="l">
              <a:lnSpc>
                <a:spcPct val="100000"/>
              </a:lnSpc>
              <a:spcBef>
                <a:spcPts val="900"/>
              </a:spcBef>
              <a:spcAft>
                <a:spcPts val="0"/>
              </a:spcAft>
              <a:buClr>
                <a:schemeClr val="dk1"/>
              </a:buClr>
              <a:buSzPts val="1200"/>
              <a:buNone/>
              <a:defRPr/>
            </a:lvl3pPr>
            <a:lvl4pPr marL="1828800" lvl="3" indent="-228600" algn="l">
              <a:lnSpc>
                <a:spcPct val="100000"/>
              </a:lnSpc>
              <a:spcBef>
                <a:spcPts val="900"/>
              </a:spcBef>
              <a:spcAft>
                <a:spcPts val="0"/>
              </a:spcAft>
              <a:buClr>
                <a:schemeClr val="dk1"/>
              </a:buClr>
              <a:buSzPts val="1200"/>
              <a:buNone/>
              <a:defRPr/>
            </a:lvl4pPr>
            <a:lvl5pPr marL="2286000" lvl="4" indent="-228600" algn="l">
              <a:lnSpc>
                <a:spcPct val="100000"/>
              </a:lnSpc>
              <a:spcBef>
                <a:spcPts val="900"/>
              </a:spcBef>
              <a:spcAft>
                <a:spcPts val="0"/>
              </a:spcAft>
              <a:buClr>
                <a:schemeClr val="dk1"/>
              </a:buClr>
              <a:buSzPts val="1200"/>
              <a:buNone/>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42" name="Google Shape;542;p162"/>
          <p:cNvSpPr txBox="1">
            <a:spLocks noGrp="1"/>
          </p:cNvSpPr>
          <p:nvPr>
            <p:ph type="ctrTitle"/>
          </p:nvPr>
        </p:nvSpPr>
        <p:spPr>
          <a:xfrm>
            <a:off x="1625146" y="1265989"/>
            <a:ext cx="3408768"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43" name="Google Shape;543;p162"/>
          <p:cNvSpPr/>
          <p:nvPr/>
        </p:nvSpPr>
        <p:spPr>
          <a:xfrm>
            <a:off x="5294117"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44" name="Google Shape;544;p162"/>
          <p:cNvSpPr/>
          <p:nvPr/>
        </p:nvSpPr>
        <p:spPr>
          <a:xfrm>
            <a:off x="1191348" y="1007269"/>
            <a:ext cx="120325" cy="2468880"/>
          </a:xfrm>
          <a:prstGeom prst="rect">
            <a:avLst/>
          </a:prstGeom>
          <a:solidFill>
            <a:srgbClr val="009AD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45" name="Google Shape;545;p162"/>
          <p:cNvSpPr txBox="1"/>
          <p:nvPr/>
        </p:nvSpPr>
        <p:spPr>
          <a:xfrm>
            <a:off x="345193" y="4647380"/>
            <a:ext cx="5286681" cy="2308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dk1"/>
                </a:solidFill>
                <a:latin typeface="Arial"/>
                <a:ea typeface="Arial"/>
                <a:cs typeface="Arial"/>
                <a:sym typeface="Arial"/>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500" b="0" i="0" u="none" strike="noStrike" cap="none" dirty="0">
              <a:solidFill>
                <a:schemeClr val="dk1"/>
              </a:solidFill>
              <a:latin typeface="Arial"/>
              <a:ea typeface="Arial"/>
              <a:cs typeface="Arial"/>
              <a:sym typeface="Arial"/>
            </a:endParaRPr>
          </a:p>
        </p:txBody>
      </p:sp>
      <p:pic>
        <p:nvPicPr>
          <p:cNvPr id="546" name="Google Shape;546;p162"/>
          <p:cNvPicPr preferRelativeResize="0"/>
          <p:nvPr/>
        </p:nvPicPr>
        <p:blipFill rotWithShape="1">
          <a:blip r:embed="rId2">
            <a:alphaModFix/>
          </a:blip>
          <a:srcRect/>
          <a:stretch/>
        </p:blipFill>
        <p:spPr>
          <a:xfrm>
            <a:off x="7269480" y="4539996"/>
            <a:ext cx="1529048" cy="349758"/>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7"/>
        <p:cNvGrpSpPr/>
        <p:nvPr/>
      </p:nvGrpSpPr>
      <p:grpSpPr>
        <a:xfrm>
          <a:off x="0" y="0"/>
          <a:ext cx="0" cy="0"/>
          <a:chOff x="0" y="0"/>
          <a:chExt cx="0" cy="0"/>
        </a:xfrm>
      </p:grpSpPr>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548"/>
        <p:cNvGrpSpPr/>
        <p:nvPr/>
      </p:nvGrpSpPr>
      <p:grpSpPr>
        <a:xfrm>
          <a:off x="0" y="0"/>
          <a:ext cx="0" cy="0"/>
          <a:chOff x="0" y="0"/>
          <a:chExt cx="0" cy="0"/>
        </a:xfrm>
      </p:grpSpPr>
      <p:sp>
        <p:nvSpPr>
          <p:cNvPr id="549" name="Google Shape;549;p165"/>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0" name="Google Shape;550;p165"/>
          <p:cNvSpPr txBox="1">
            <a:spLocks noGrp="1"/>
          </p:cNvSpPr>
          <p:nvPr>
            <p:ph type="body" idx="1"/>
          </p:nvPr>
        </p:nvSpPr>
        <p:spPr>
          <a:xfrm>
            <a:off x="342901" y="1007270"/>
            <a:ext cx="4124325" cy="3483768"/>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Font typeface="Arial"/>
              <a:buChar char="▪"/>
              <a:defRPr sz="1200">
                <a:solidFill>
                  <a:schemeClr val="dk1"/>
                </a:solidFill>
                <a:latin typeface="Arial"/>
                <a:ea typeface="Arial"/>
                <a:cs typeface="Arial"/>
                <a:sym typeface="Arial"/>
              </a:defRPr>
            </a:lvl1pPr>
            <a:lvl2pPr marL="914400" marR="0" lvl="1" indent="-304800" algn="l">
              <a:lnSpc>
                <a:spcPct val="100000"/>
              </a:lnSpc>
              <a:spcBef>
                <a:spcPts val="900"/>
              </a:spcBef>
              <a:spcAft>
                <a:spcPts val="0"/>
              </a:spcAft>
              <a:buClr>
                <a:schemeClr val="dk1"/>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551"/>
        <p:cNvGrpSpPr/>
        <p:nvPr/>
      </p:nvGrpSpPr>
      <p:grpSpPr>
        <a:xfrm>
          <a:off x="0" y="0"/>
          <a:ext cx="0" cy="0"/>
          <a:chOff x="0" y="0"/>
          <a:chExt cx="0" cy="0"/>
        </a:xfrm>
      </p:grpSpPr>
      <p:sp>
        <p:nvSpPr>
          <p:cNvPr id="552" name="Google Shape;552;p166"/>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3" name="Google Shape;553;p166"/>
          <p:cNvSpPr txBox="1">
            <a:spLocks noGrp="1"/>
          </p:cNvSpPr>
          <p:nvPr>
            <p:ph type="body" idx="1"/>
          </p:nvPr>
        </p:nvSpPr>
        <p:spPr>
          <a:xfrm>
            <a:off x="342901" y="1007270"/>
            <a:ext cx="4124325" cy="3483768"/>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Char char="▪"/>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Char char="–"/>
              <a:defRPr sz="1200"/>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54" name="Google Shape;554;p166"/>
          <p:cNvSpPr txBox="1">
            <a:spLocks noGrp="1"/>
          </p:cNvSpPr>
          <p:nvPr>
            <p:ph type="body" idx="2"/>
          </p:nvPr>
        </p:nvSpPr>
        <p:spPr>
          <a:xfrm>
            <a:off x="4675585" y="1007270"/>
            <a:ext cx="4124325" cy="3483768"/>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SzPts val="1200"/>
              <a:buChar char="▪"/>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marL="1828800" lvl="3"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4pPr>
            <a:lvl5pPr marL="2286000" lvl="4"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555"/>
        <p:cNvGrpSpPr/>
        <p:nvPr/>
      </p:nvGrpSpPr>
      <p:grpSpPr>
        <a:xfrm>
          <a:off x="0" y="0"/>
          <a:ext cx="0" cy="0"/>
          <a:chOff x="0" y="0"/>
          <a:chExt cx="0" cy="0"/>
        </a:xfrm>
      </p:grpSpPr>
      <p:sp>
        <p:nvSpPr>
          <p:cNvPr id="556" name="Google Shape;556;p167"/>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7" name="Google Shape;557;p167"/>
          <p:cNvSpPr txBox="1">
            <a:spLocks noGrp="1"/>
          </p:cNvSpPr>
          <p:nvPr>
            <p:ph type="body" idx="1"/>
          </p:nvPr>
        </p:nvSpPr>
        <p:spPr>
          <a:xfrm>
            <a:off x="342900" y="1007269"/>
            <a:ext cx="2502694"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58" name="Google Shape;558;p167"/>
          <p:cNvSpPr txBox="1">
            <a:spLocks noGrp="1"/>
          </p:cNvSpPr>
          <p:nvPr>
            <p:ph type="body" idx="2"/>
          </p:nvPr>
        </p:nvSpPr>
        <p:spPr>
          <a:xfrm>
            <a:off x="3320058" y="1007268"/>
            <a:ext cx="2502694"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59" name="Google Shape;559;p167"/>
          <p:cNvSpPr txBox="1">
            <a:spLocks noGrp="1"/>
          </p:cNvSpPr>
          <p:nvPr>
            <p:ph type="body" idx="3"/>
          </p:nvPr>
        </p:nvSpPr>
        <p:spPr>
          <a:xfrm>
            <a:off x="6297216" y="1007267"/>
            <a:ext cx="2502694"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560"/>
        <p:cNvGrpSpPr/>
        <p:nvPr/>
      </p:nvGrpSpPr>
      <p:grpSpPr>
        <a:xfrm>
          <a:off x="0" y="0"/>
          <a:ext cx="0" cy="0"/>
          <a:chOff x="0" y="0"/>
          <a:chExt cx="0" cy="0"/>
        </a:xfrm>
      </p:grpSpPr>
      <p:sp>
        <p:nvSpPr>
          <p:cNvPr id="561" name="Google Shape;561;p168"/>
          <p:cNvSpPr txBox="1">
            <a:spLocks noGrp="1"/>
          </p:cNvSpPr>
          <p:nvPr>
            <p:ph type="body" idx="1"/>
          </p:nvPr>
        </p:nvSpPr>
        <p:spPr>
          <a:xfrm>
            <a:off x="342900" y="1007269"/>
            <a:ext cx="2502694"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62" name="Google Shape;562;p168"/>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3" name="Google Shape;563;p168"/>
          <p:cNvSpPr txBox="1">
            <a:spLocks noGrp="1"/>
          </p:cNvSpPr>
          <p:nvPr>
            <p:ph type="body" idx="2"/>
          </p:nvPr>
        </p:nvSpPr>
        <p:spPr>
          <a:xfrm>
            <a:off x="3320057" y="1007268"/>
            <a:ext cx="2502694"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64" name="Google Shape;564;p168"/>
          <p:cNvSpPr txBox="1">
            <a:spLocks noGrp="1"/>
          </p:cNvSpPr>
          <p:nvPr>
            <p:ph type="body" idx="3"/>
          </p:nvPr>
        </p:nvSpPr>
        <p:spPr>
          <a:xfrm>
            <a:off x="6297215" y="1007269"/>
            <a:ext cx="2502694"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Four column">
  <p:cSld name="Four column">
    <p:spTree>
      <p:nvGrpSpPr>
        <p:cNvPr id="1" name="Shape 565"/>
        <p:cNvGrpSpPr/>
        <p:nvPr/>
      </p:nvGrpSpPr>
      <p:grpSpPr>
        <a:xfrm>
          <a:off x="0" y="0"/>
          <a:ext cx="0" cy="0"/>
          <a:chOff x="0" y="0"/>
          <a:chExt cx="0" cy="0"/>
        </a:xfrm>
      </p:grpSpPr>
      <p:sp>
        <p:nvSpPr>
          <p:cNvPr id="566" name="Google Shape;566;p169"/>
          <p:cNvSpPr txBox="1">
            <a:spLocks noGrp="1"/>
          </p:cNvSpPr>
          <p:nvPr>
            <p:ph type="body" idx="1"/>
          </p:nvPr>
        </p:nvSpPr>
        <p:spPr>
          <a:xfrm>
            <a:off x="342900"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67" name="Google Shape;567;p169"/>
          <p:cNvSpPr txBox="1">
            <a:spLocks noGrp="1"/>
          </p:cNvSpPr>
          <p:nvPr>
            <p:ph type="body" idx="2"/>
          </p:nvPr>
        </p:nvSpPr>
        <p:spPr>
          <a:xfrm>
            <a:off x="2531507"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68" name="Google Shape;568;p169"/>
          <p:cNvSpPr txBox="1">
            <a:spLocks noGrp="1"/>
          </p:cNvSpPr>
          <p:nvPr>
            <p:ph type="body" idx="3"/>
          </p:nvPr>
        </p:nvSpPr>
        <p:spPr>
          <a:xfrm>
            <a:off x="4691064"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69" name="Google Shape;569;p169"/>
          <p:cNvSpPr txBox="1">
            <a:spLocks noGrp="1"/>
          </p:cNvSpPr>
          <p:nvPr>
            <p:ph type="body" idx="4"/>
          </p:nvPr>
        </p:nvSpPr>
        <p:spPr>
          <a:xfrm>
            <a:off x="6877288" y="1007269"/>
            <a:ext cx="1922621" cy="348376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70" name="Google Shape;570;p169"/>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Four column shaded">
  <p:cSld name="Four column shaded">
    <p:spTree>
      <p:nvGrpSpPr>
        <p:cNvPr id="1" name="Shape 571"/>
        <p:cNvGrpSpPr/>
        <p:nvPr/>
      </p:nvGrpSpPr>
      <p:grpSpPr>
        <a:xfrm>
          <a:off x="0" y="0"/>
          <a:ext cx="0" cy="0"/>
          <a:chOff x="0" y="0"/>
          <a:chExt cx="0" cy="0"/>
        </a:xfrm>
      </p:grpSpPr>
      <p:sp>
        <p:nvSpPr>
          <p:cNvPr id="572" name="Google Shape;572;p170"/>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3" name="Google Shape;573;p170"/>
          <p:cNvSpPr txBox="1">
            <a:spLocks noGrp="1"/>
          </p:cNvSpPr>
          <p:nvPr>
            <p:ph type="body" idx="1"/>
          </p:nvPr>
        </p:nvSpPr>
        <p:spPr>
          <a:xfrm>
            <a:off x="342900"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74" name="Google Shape;574;p170"/>
          <p:cNvSpPr txBox="1">
            <a:spLocks noGrp="1"/>
          </p:cNvSpPr>
          <p:nvPr>
            <p:ph type="body" idx="2"/>
          </p:nvPr>
        </p:nvSpPr>
        <p:spPr>
          <a:xfrm>
            <a:off x="2522615"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75" name="Google Shape;575;p170"/>
          <p:cNvSpPr txBox="1">
            <a:spLocks noGrp="1"/>
          </p:cNvSpPr>
          <p:nvPr>
            <p:ph type="body" idx="3"/>
          </p:nvPr>
        </p:nvSpPr>
        <p:spPr>
          <a:xfrm>
            <a:off x="4699951"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76" name="Google Shape;576;p170"/>
          <p:cNvSpPr txBox="1">
            <a:spLocks noGrp="1"/>
          </p:cNvSpPr>
          <p:nvPr>
            <p:ph type="body" idx="4"/>
          </p:nvPr>
        </p:nvSpPr>
        <p:spPr>
          <a:xfrm>
            <a:off x="6874907" y="1007269"/>
            <a:ext cx="1922621" cy="3483769"/>
          </a:xfrm>
          <a:prstGeom prst="rect">
            <a:avLst/>
          </a:prstGeom>
          <a:solidFill>
            <a:srgbClr val="F4F4F4"/>
          </a:solidFill>
          <a:ln>
            <a:noFill/>
          </a:ln>
        </p:spPr>
        <p:txBody>
          <a:bodyPr spcFirstLastPara="1" wrap="square" lIns="137150" tIns="137150" rIns="68575" bIns="137150" anchor="t" anchorCtr="0">
            <a:noAutofit/>
          </a:bodyPr>
          <a:lstStyle>
            <a:lvl1pPr marL="457200" lvl="0" indent="-228600" algn="l">
              <a:lnSpc>
                <a:spcPct val="100000"/>
              </a:lnSpc>
              <a:spcBef>
                <a:spcPts val="0"/>
              </a:spcBef>
              <a:spcAft>
                <a:spcPts val="0"/>
              </a:spcAft>
              <a:buSzPts val="1200"/>
              <a:buNone/>
              <a:defRPr sz="1200" b="1"/>
            </a:lvl1pPr>
            <a:lvl2pPr marL="914400" lvl="1" indent="-304800" algn="l">
              <a:lnSpc>
                <a:spcPct val="100000"/>
              </a:lnSpc>
              <a:spcBef>
                <a:spcPts val="900"/>
              </a:spcBef>
              <a:spcAft>
                <a:spcPts val="0"/>
              </a:spcAft>
              <a:buClr>
                <a:schemeClr val="dk2"/>
              </a:buClr>
              <a:buSzPts val="1200"/>
              <a:buFont typeface="Arial"/>
              <a:buChar char="▪"/>
              <a:defRPr sz="1200"/>
            </a:lvl2pPr>
            <a:lvl3pPr marL="1371600" lvl="2" indent="-304800" algn="l">
              <a:lnSpc>
                <a:spcPct val="100000"/>
              </a:lnSpc>
              <a:spcBef>
                <a:spcPts val="900"/>
              </a:spcBef>
              <a:spcAft>
                <a:spcPts val="0"/>
              </a:spcAft>
              <a:buClr>
                <a:schemeClr val="dk1"/>
              </a:buClr>
              <a:buSzPts val="1200"/>
              <a:buFont typeface="Arial"/>
              <a:buChar char="–"/>
              <a:defRPr sz="1200"/>
            </a:lvl3pPr>
            <a:lvl4pPr marL="1828800" lvl="3" indent="-304800" algn="l">
              <a:lnSpc>
                <a:spcPct val="100000"/>
              </a:lnSpc>
              <a:spcBef>
                <a:spcPts val="900"/>
              </a:spcBef>
              <a:spcAft>
                <a:spcPts val="0"/>
              </a:spcAft>
              <a:buClr>
                <a:schemeClr val="dk1"/>
              </a:buClr>
              <a:buSzPts val="1200"/>
              <a:buFont typeface="Arial"/>
              <a:buChar char="▪"/>
              <a:defRPr sz="1200"/>
            </a:lvl4pPr>
            <a:lvl5pPr marL="2286000" lvl="4" indent="-304800" algn="l">
              <a:lnSpc>
                <a:spcPct val="100000"/>
              </a:lnSpc>
              <a:spcBef>
                <a:spcPts val="900"/>
              </a:spcBef>
              <a:spcAft>
                <a:spcPts val="0"/>
              </a:spcAft>
              <a:buClr>
                <a:schemeClr val="dk1"/>
              </a:buClr>
              <a:buSzPts val="1200"/>
              <a:buFont typeface="Arial"/>
              <a:buChar char="–"/>
              <a:defRPr sz="1200"/>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577"/>
        <p:cNvGrpSpPr/>
        <p:nvPr/>
      </p:nvGrpSpPr>
      <p:grpSpPr>
        <a:xfrm>
          <a:off x="0" y="0"/>
          <a:ext cx="0" cy="0"/>
          <a:chOff x="0" y="0"/>
          <a:chExt cx="0" cy="0"/>
        </a:xfrm>
      </p:grpSpPr>
      <p:sp>
        <p:nvSpPr>
          <p:cNvPr id="578" name="Google Shape;578;p171"/>
          <p:cNvSpPr/>
          <p:nvPr/>
        </p:nvSpPr>
        <p:spPr>
          <a:xfrm>
            <a:off x="5355674" y="1015529"/>
            <a:ext cx="3788325" cy="2465195"/>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79" name="Google Shape;579;p171"/>
          <p:cNvSpPr txBox="1">
            <a:spLocks noGrp="1"/>
          </p:cNvSpPr>
          <p:nvPr>
            <p:ph type="title"/>
          </p:nvPr>
        </p:nvSpPr>
        <p:spPr>
          <a:xfrm>
            <a:off x="1541435" y="1145382"/>
            <a:ext cx="3680074" cy="22029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rgbClr val="002856"/>
              </a:buClr>
              <a:buSzPts val="2400"/>
              <a:buFont typeface="Arial Black"/>
              <a:buNone/>
              <a:defRPr sz="2400" b="0">
                <a:solidFill>
                  <a:srgbClr val="002856"/>
                </a:solidFill>
                <a:latin typeface="Arial Black"/>
                <a:ea typeface="Arial Black"/>
                <a:cs typeface="Arial Black"/>
                <a:sym typeface="Arial Black"/>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0" name="Google Shape;580;p171"/>
          <p:cNvSpPr/>
          <p:nvPr/>
        </p:nvSpPr>
        <p:spPr>
          <a:xfrm>
            <a:off x="-2" y="1015529"/>
            <a:ext cx="1315466" cy="2465195"/>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Divider W1_Sky">
  <p:cSld name="Divider W1_Sky">
    <p:spTree>
      <p:nvGrpSpPr>
        <p:cNvPr id="1" name="Shape 581"/>
        <p:cNvGrpSpPr/>
        <p:nvPr/>
      </p:nvGrpSpPr>
      <p:grpSpPr>
        <a:xfrm>
          <a:off x="0" y="0"/>
          <a:ext cx="0" cy="0"/>
          <a:chOff x="0" y="0"/>
          <a:chExt cx="0" cy="0"/>
        </a:xfrm>
      </p:grpSpPr>
      <p:sp>
        <p:nvSpPr>
          <p:cNvPr id="582" name="Google Shape;582;p172"/>
          <p:cNvSpPr/>
          <p:nvPr/>
        </p:nvSpPr>
        <p:spPr>
          <a:xfrm>
            <a:off x="5355674" y="1015529"/>
            <a:ext cx="3788325"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83" name="Google Shape;583;p172"/>
          <p:cNvSpPr/>
          <p:nvPr/>
        </p:nvSpPr>
        <p:spPr>
          <a:xfrm>
            <a:off x="-2" y="1015529"/>
            <a:ext cx="1315466" cy="2465195"/>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584" name="Google Shape;584;p172"/>
          <p:cNvSpPr txBox="1">
            <a:spLocks noGrp="1"/>
          </p:cNvSpPr>
          <p:nvPr>
            <p:ph type="title"/>
          </p:nvPr>
        </p:nvSpPr>
        <p:spPr>
          <a:xfrm>
            <a:off x="1541435" y="1145382"/>
            <a:ext cx="3680074" cy="220293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1"/>
              </a:buClr>
              <a:buSzPts val="2400"/>
              <a:buFont typeface="Arial Black"/>
              <a:buNone/>
              <a:defRPr sz="2400" b="0">
                <a:solidFill>
                  <a:schemeClr val="accent1"/>
                </a:solidFill>
                <a:latin typeface="Arial Black"/>
                <a:ea typeface="Arial Black"/>
                <a:cs typeface="Arial Black"/>
                <a:sym typeface="Arial Black"/>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85"/>
        <p:cNvGrpSpPr/>
        <p:nvPr/>
      </p:nvGrpSpPr>
      <p:grpSpPr>
        <a:xfrm>
          <a:off x="0" y="0"/>
          <a:ext cx="0" cy="0"/>
          <a:chOff x="0" y="0"/>
          <a:chExt cx="0" cy="0"/>
        </a:xfrm>
      </p:grpSpPr>
      <p:sp>
        <p:nvSpPr>
          <p:cNvPr id="586" name="Google Shape;586;p173"/>
          <p:cNvSpPr txBox="1">
            <a:spLocks noGrp="1"/>
          </p:cNvSpPr>
          <p:nvPr>
            <p:ph type="title"/>
          </p:nvPr>
        </p:nvSpPr>
        <p:spPr>
          <a:xfrm>
            <a:off x="342899" y="756951"/>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7" name="Google Shape;587;p173"/>
          <p:cNvSpPr txBox="1">
            <a:spLocks noGrp="1"/>
          </p:cNvSpPr>
          <p:nvPr>
            <p:ph type="body" idx="1"/>
          </p:nvPr>
        </p:nvSpPr>
        <p:spPr>
          <a:xfrm>
            <a:off x="342899"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100"/>
              <a:buNone/>
              <a:defRPr sz="1100">
                <a:solidFill>
                  <a:schemeClr val="dk1"/>
                </a:solidFill>
              </a:defRPr>
            </a:lvl1pPr>
            <a:lvl2pPr marL="914400" lvl="1" indent="-228600" algn="l">
              <a:lnSpc>
                <a:spcPct val="100000"/>
              </a:lnSpc>
              <a:spcBef>
                <a:spcPts val="900"/>
              </a:spcBef>
              <a:spcAft>
                <a:spcPts val="0"/>
              </a:spcAft>
              <a:buClr>
                <a:srgbClr val="888888"/>
              </a:buClr>
              <a:buSzPts val="1500"/>
              <a:buNone/>
              <a:defRPr sz="1500">
                <a:solidFill>
                  <a:srgbClr val="888888"/>
                </a:solidFill>
              </a:defRPr>
            </a:lvl2pPr>
            <a:lvl3pPr marL="1371600" lvl="2" indent="-228600" algn="l">
              <a:lnSpc>
                <a:spcPct val="100000"/>
              </a:lnSpc>
              <a:spcBef>
                <a:spcPts val="900"/>
              </a:spcBef>
              <a:spcAft>
                <a:spcPts val="0"/>
              </a:spcAft>
              <a:buClr>
                <a:srgbClr val="888888"/>
              </a:buClr>
              <a:buSzPts val="1400"/>
              <a:buNone/>
              <a:defRPr sz="1400">
                <a:solidFill>
                  <a:srgbClr val="888888"/>
                </a:solidFill>
              </a:defRPr>
            </a:lvl3pPr>
            <a:lvl4pPr marL="1828800" lvl="3" indent="-228600" algn="l">
              <a:lnSpc>
                <a:spcPct val="100000"/>
              </a:lnSpc>
              <a:spcBef>
                <a:spcPts val="900"/>
              </a:spcBef>
              <a:spcAft>
                <a:spcPts val="0"/>
              </a:spcAft>
              <a:buClr>
                <a:srgbClr val="888888"/>
              </a:buClr>
              <a:buSzPts val="1200"/>
              <a:buNone/>
              <a:defRPr sz="1200">
                <a:solidFill>
                  <a:srgbClr val="888888"/>
                </a:solidFill>
              </a:defRPr>
            </a:lvl4pPr>
            <a:lvl5pPr marL="2286000" lvl="4" indent="-228600" algn="l">
              <a:lnSpc>
                <a:spcPct val="10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9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Quote with photo">
  <p:cSld name="Quote with photo">
    <p:spTree>
      <p:nvGrpSpPr>
        <p:cNvPr id="1" name="Shape 588"/>
        <p:cNvGrpSpPr/>
        <p:nvPr/>
      </p:nvGrpSpPr>
      <p:grpSpPr>
        <a:xfrm>
          <a:off x="0" y="0"/>
          <a:ext cx="0" cy="0"/>
          <a:chOff x="0" y="0"/>
          <a:chExt cx="0" cy="0"/>
        </a:xfrm>
      </p:grpSpPr>
      <p:sp>
        <p:nvSpPr>
          <p:cNvPr id="589" name="Google Shape;589;p174"/>
          <p:cNvSpPr>
            <a:spLocks noGrp="1"/>
          </p:cNvSpPr>
          <p:nvPr>
            <p:ph type="pic" idx="2"/>
          </p:nvPr>
        </p:nvSpPr>
        <p:spPr>
          <a:xfrm>
            <a:off x="5280660" y="1009649"/>
            <a:ext cx="3518154" cy="3223260"/>
          </a:xfrm>
          <a:prstGeom prst="rect">
            <a:avLst/>
          </a:prstGeom>
          <a:noFill/>
          <a:ln>
            <a:noFill/>
          </a:ln>
        </p:spPr>
      </p:sp>
      <p:sp>
        <p:nvSpPr>
          <p:cNvPr id="590" name="Google Shape;590;p174"/>
          <p:cNvSpPr txBox="1">
            <a:spLocks noGrp="1"/>
          </p:cNvSpPr>
          <p:nvPr>
            <p:ph type="title"/>
          </p:nvPr>
        </p:nvSpPr>
        <p:spPr>
          <a:xfrm>
            <a:off x="342899" y="756951"/>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1" name="Google Shape;591;p174"/>
          <p:cNvSpPr txBox="1">
            <a:spLocks noGrp="1"/>
          </p:cNvSpPr>
          <p:nvPr>
            <p:ph type="body" idx="1"/>
          </p:nvPr>
        </p:nvSpPr>
        <p:spPr>
          <a:xfrm>
            <a:off x="342899"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100"/>
              <a:buNone/>
              <a:defRPr sz="1100">
                <a:solidFill>
                  <a:schemeClr val="dk1"/>
                </a:solidFill>
              </a:defRPr>
            </a:lvl1pPr>
            <a:lvl2pPr marL="914400" lvl="1" indent="-228600" algn="l">
              <a:lnSpc>
                <a:spcPct val="100000"/>
              </a:lnSpc>
              <a:spcBef>
                <a:spcPts val="900"/>
              </a:spcBef>
              <a:spcAft>
                <a:spcPts val="0"/>
              </a:spcAft>
              <a:buClr>
                <a:srgbClr val="888888"/>
              </a:buClr>
              <a:buSzPts val="1500"/>
              <a:buNone/>
              <a:defRPr sz="1500">
                <a:solidFill>
                  <a:srgbClr val="888888"/>
                </a:solidFill>
              </a:defRPr>
            </a:lvl2pPr>
            <a:lvl3pPr marL="1371600" lvl="2" indent="-228600" algn="l">
              <a:lnSpc>
                <a:spcPct val="100000"/>
              </a:lnSpc>
              <a:spcBef>
                <a:spcPts val="900"/>
              </a:spcBef>
              <a:spcAft>
                <a:spcPts val="0"/>
              </a:spcAft>
              <a:buClr>
                <a:srgbClr val="888888"/>
              </a:buClr>
              <a:buSzPts val="1400"/>
              <a:buNone/>
              <a:defRPr sz="1400">
                <a:solidFill>
                  <a:srgbClr val="888888"/>
                </a:solidFill>
              </a:defRPr>
            </a:lvl3pPr>
            <a:lvl4pPr marL="1828800" lvl="3" indent="-228600" algn="l">
              <a:lnSpc>
                <a:spcPct val="100000"/>
              </a:lnSpc>
              <a:spcBef>
                <a:spcPts val="900"/>
              </a:spcBef>
              <a:spcAft>
                <a:spcPts val="0"/>
              </a:spcAft>
              <a:buClr>
                <a:srgbClr val="888888"/>
              </a:buClr>
              <a:buSzPts val="1200"/>
              <a:buNone/>
              <a:defRPr sz="1200">
                <a:solidFill>
                  <a:srgbClr val="888888"/>
                </a:solidFill>
              </a:defRPr>
            </a:lvl4pPr>
            <a:lvl5pPr marL="2286000" lvl="4" indent="-228600" algn="l">
              <a:lnSpc>
                <a:spcPct val="10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9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97"/>
        <p:cNvGrpSpPr/>
        <p:nvPr/>
      </p:nvGrpSpPr>
      <p:grpSpPr>
        <a:xfrm>
          <a:off x="0" y="0"/>
          <a:ext cx="0" cy="0"/>
          <a:chOff x="0" y="0"/>
          <a:chExt cx="0" cy="0"/>
        </a:xfrm>
      </p:grpSpPr>
      <p:sp>
        <p:nvSpPr>
          <p:cNvPr id="598" name="Google Shape;598;p63"/>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matchingName="Title Slide 2" type="title">
  <p:cSld name="TITLE">
    <p:bg>
      <p:bgPr>
        <a:solidFill>
          <a:schemeClr val="lt1"/>
        </a:solidFill>
        <a:effectLst/>
      </p:bgPr>
    </p:bg>
    <p:spTree>
      <p:nvGrpSpPr>
        <p:cNvPr id="1" name="Shape 599"/>
        <p:cNvGrpSpPr/>
        <p:nvPr/>
      </p:nvGrpSpPr>
      <p:grpSpPr>
        <a:xfrm>
          <a:off x="0" y="0"/>
          <a:ext cx="0" cy="0"/>
          <a:chOff x="0" y="0"/>
          <a:chExt cx="0" cy="0"/>
        </a:xfrm>
      </p:grpSpPr>
      <p:sp>
        <p:nvSpPr>
          <p:cNvPr id="600" name="Google Shape;600;p175"/>
          <p:cNvSpPr txBox="1">
            <a:spLocks noGrp="1"/>
          </p:cNvSpPr>
          <p:nvPr>
            <p:ph type="ctrTitle"/>
          </p:nvPr>
        </p:nvSpPr>
        <p:spPr>
          <a:xfrm>
            <a:off x="1625346" y="1361599"/>
            <a:ext cx="3408426" cy="149504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1" name="Google Shape;601;p175"/>
          <p:cNvSpPr txBox="1">
            <a:spLocks noGrp="1"/>
          </p:cNvSpPr>
          <p:nvPr>
            <p:ph type="subTitle" idx="1"/>
          </p:nvPr>
        </p:nvSpPr>
        <p:spPr>
          <a:xfrm>
            <a:off x="1625346" y="2945797"/>
            <a:ext cx="3408426" cy="207749"/>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dk1"/>
              </a:buClr>
              <a:buSzPts val="1400"/>
              <a:buFont typeface="Arial"/>
              <a:buNone/>
              <a:defRPr sz="1400"/>
            </a:lvl1pPr>
            <a:lvl2pPr lvl="1" algn="ctr">
              <a:lnSpc>
                <a:spcPct val="90000"/>
              </a:lnSpc>
              <a:spcBef>
                <a:spcPts val="900"/>
              </a:spcBef>
              <a:spcAft>
                <a:spcPts val="0"/>
              </a:spcAft>
              <a:buClr>
                <a:schemeClr val="dk1"/>
              </a:buClr>
              <a:buSzPts val="1500"/>
              <a:buNone/>
              <a:defRPr sz="1500"/>
            </a:lvl2pPr>
            <a:lvl3pPr lvl="2" algn="ctr">
              <a:lnSpc>
                <a:spcPct val="90000"/>
              </a:lnSpc>
              <a:spcBef>
                <a:spcPts val="900"/>
              </a:spcBef>
              <a:spcAft>
                <a:spcPts val="0"/>
              </a:spcAft>
              <a:buClr>
                <a:schemeClr val="dk1"/>
              </a:buClr>
              <a:buSzPts val="1400"/>
              <a:buNone/>
              <a:defRPr sz="1400"/>
            </a:lvl3pPr>
            <a:lvl4pPr lvl="3" algn="ctr">
              <a:lnSpc>
                <a:spcPct val="90000"/>
              </a:lnSpc>
              <a:spcBef>
                <a:spcPts val="900"/>
              </a:spcBef>
              <a:spcAft>
                <a:spcPts val="0"/>
              </a:spcAft>
              <a:buClr>
                <a:schemeClr val="dk1"/>
              </a:buClr>
              <a:buSzPts val="1200"/>
              <a:buNone/>
              <a:defRPr sz="1200"/>
            </a:lvl4pPr>
            <a:lvl5pPr lvl="4" algn="ctr">
              <a:lnSpc>
                <a:spcPct val="90000"/>
              </a:lnSpc>
              <a:spcBef>
                <a:spcPts val="9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602" name="Google Shape;602;p175"/>
          <p:cNvSpPr txBox="1"/>
          <p:nvPr/>
        </p:nvSpPr>
        <p:spPr>
          <a:xfrm>
            <a:off x="342900" y="4661266"/>
            <a:ext cx="5321808" cy="2308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dk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00" b="0" i="0" u="none" strike="noStrike" cap="none" dirty="0">
                <a:solidFill>
                  <a:schemeClr val="dk1"/>
                </a:solidFill>
                <a:latin typeface="Arial"/>
                <a:ea typeface="Arial"/>
                <a:cs typeface="Arial"/>
                <a:sym typeface="Arial"/>
              </a:rPr>
            </a:br>
            <a:r>
              <a:rPr lang="en" sz="500" b="0" i="0" u="none" strike="noStrike" cap="none" dirty="0">
                <a:solidFill>
                  <a:schemeClr val="dk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603" name="Google Shape;603;p175"/>
          <p:cNvSpPr/>
          <p:nvPr/>
        </p:nvSpPr>
        <p:spPr>
          <a:xfrm>
            <a:off x="1193292"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604" name="Google Shape;604;p175"/>
          <p:cNvSpPr/>
          <p:nvPr/>
        </p:nvSpPr>
        <p:spPr>
          <a:xfrm>
            <a:off x="5294376"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605" name="Google Shape;605;p175"/>
          <p:cNvPicPr preferRelativeResize="0"/>
          <p:nvPr/>
        </p:nvPicPr>
        <p:blipFill rotWithShape="1">
          <a:blip r:embed="rId2">
            <a:alphaModFix/>
          </a:blip>
          <a:srcRect/>
          <a:stretch/>
        </p:blipFill>
        <p:spPr>
          <a:xfrm>
            <a:off x="7264625" y="4542264"/>
            <a:ext cx="1543050" cy="351204"/>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606"/>
        <p:cNvGrpSpPr/>
        <p:nvPr/>
      </p:nvGrpSpPr>
      <p:grpSpPr>
        <a:xfrm>
          <a:off x="0" y="0"/>
          <a:ext cx="0" cy="0"/>
          <a:chOff x="0" y="0"/>
          <a:chExt cx="0" cy="0"/>
        </a:xfrm>
      </p:grpSpPr>
      <p:sp>
        <p:nvSpPr>
          <p:cNvPr id="607" name="Google Shape;607;p176"/>
          <p:cNvSpPr txBox="1">
            <a:spLocks noGrp="1"/>
          </p:cNvSpPr>
          <p:nvPr>
            <p:ph type="ctrTitle"/>
          </p:nvPr>
        </p:nvSpPr>
        <p:spPr>
          <a:xfrm>
            <a:off x="1625346" y="1361599"/>
            <a:ext cx="3408426" cy="149504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2700"/>
              <a:buFont typeface="Arial Black"/>
              <a:buNone/>
              <a:defRPr sz="27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8" name="Google Shape;608;p176"/>
          <p:cNvSpPr txBox="1">
            <a:spLocks noGrp="1"/>
          </p:cNvSpPr>
          <p:nvPr>
            <p:ph type="subTitle" idx="1"/>
          </p:nvPr>
        </p:nvSpPr>
        <p:spPr>
          <a:xfrm>
            <a:off x="1625346" y="2945797"/>
            <a:ext cx="3408426" cy="207749"/>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lt1"/>
              </a:buClr>
              <a:buSzPts val="1400"/>
              <a:buFont typeface="Arial"/>
              <a:buNone/>
              <a:defRPr sz="1400"/>
            </a:lvl1pPr>
            <a:lvl2pPr lvl="1" algn="ctr">
              <a:lnSpc>
                <a:spcPct val="90000"/>
              </a:lnSpc>
              <a:spcBef>
                <a:spcPts val="900"/>
              </a:spcBef>
              <a:spcAft>
                <a:spcPts val="0"/>
              </a:spcAft>
              <a:buClr>
                <a:schemeClr val="lt1"/>
              </a:buClr>
              <a:buSzPts val="1500"/>
              <a:buNone/>
              <a:defRPr sz="1500"/>
            </a:lvl2pPr>
            <a:lvl3pPr lvl="2" algn="ctr">
              <a:lnSpc>
                <a:spcPct val="90000"/>
              </a:lnSpc>
              <a:spcBef>
                <a:spcPts val="900"/>
              </a:spcBef>
              <a:spcAft>
                <a:spcPts val="0"/>
              </a:spcAft>
              <a:buClr>
                <a:schemeClr val="lt1"/>
              </a:buClr>
              <a:buSzPts val="1400"/>
              <a:buNone/>
              <a:defRPr sz="1400"/>
            </a:lvl3pPr>
            <a:lvl4pPr lvl="3" algn="ctr">
              <a:lnSpc>
                <a:spcPct val="90000"/>
              </a:lnSpc>
              <a:spcBef>
                <a:spcPts val="900"/>
              </a:spcBef>
              <a:spcAft>
                <a:spcPts val="0"/>
              </a:spcAft>
              <a:buClr>
                <a:schemeClr val="lt1"/>
              </a:buClr>
              <a:buSzPts val="1200"/>
              <a:buNone/>
              <a:defRPr sz="1200"/>
            </a:lvl4pPr>
            <a:lvl5pPr lvl="4" algn="ctr">
              <a:lnSpc>
                <a:spcPct val="90000"/>
              </a:lnSpc>
              <a:spcBef>
                <a:spcPts val="9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609" name="Google Shape;609;p176"/>
          <p:cNvSpPr txBox="1"/>
          <p:nvPr/>
        </p:nvSpPr>
        <p:spPr>
          <a:xfrm>
            <a:off x="342900" y="4661266"/>
            <a:ext cx="5321808" cy="2308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00" b="0" i="0" u="none" strike="noStrike" cap="none" dirty="0">
                <a:solidFill>
                  <a:schemeClr val="lt1"/>
                </a:solidFill>
                <a:latin typeface="Arial"/>
                <a:ea typeface="Arial"/>
                <a:cs typeface="Arial"/>
                <a:sym typeface="Arial"/>
              </a:rPr>
            </a:br>
            <a:r>
              <a:rPr lang="en" sz="500" b="0" i="0" u="none" strike="noStrike" cap="none" dirty="0">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100" b="0" i="0" u="none" strike="noStrike" cap="none" dirty="0">
              <a:solidFill>
                <a:srgbClr val="000000"/>
              </a:solidFill>
              <a:latin typeface="Arial"/>
              <a:ea typeface="Arial"/>
              <a:cs typeface="Arial"/>
              <a:sym typeface="Arial"/>
            </a:endParaRPr>
          </a:p>
        </p:txBody>
      </p:sp>
      <p:sp>
        <p:nvSpPr>
          <p:cNvPr id="610" name="Google Shape;610;p176"/>
          <p:cNvSpPr/>
          <p:nvPr/>
        </p:nvSpPr>
        <p:spPr>
          <a:xfrm>
            <a:off x="1193292"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611" name="Google Shape;611;p176"/>
          <p:cNvSpPr/>
          <p:nvPr/>
        </p:nvSpPr>
        <p:spPr>
          <a:xfrm>
            <a:off x="5294376"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pic>
        <p:nvPicPr>
          <p:cNvPr id="612" name="Google Shape;612;p176"/>
          <p:cNvPicPr preferRelativeResize="0"/>
          <p:nvPr/>
        </p:nvPicPr>
        <p:blipFill rotWithShape="1">
          <a:blip r:embed="rId2">
            <a:alphaModFix/>
          </a:blip>
          <a:srcRect/>
          <a:stretch/>
        </p:blipFill>
        <p:spPr>
          <a:xfrm>
            <a:off x="7264625" y="4542264"/>
            <a:ext cx="1543050" cy="351205"/>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3"/>
        <p:cNvGrpSpPr/>
        <p:nvPr/>
      </p:nvGrpSpPr>
      <p:grpSpPr>
        <a:xfrm>
          <a:off x="0" y="0"/>
          <a:ext cx="0" cy="0"/>
          <a:chOff x="0" y="0"/>
          <a:chExt cx="0" cy="0"/>
        </a:xfrm>
      </p:grpSpPr>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14"/>
        <p:cNvGrpSpPr/>
        <p:nvPr/>
      </p:nvGrpSpPr>
      <p:grpSpPr>
        <a:xfrm>
          <a:off x="0" y="0"/>
          <a:ext cx="0" cy="0"/>
          <a:chOff x="0" y="0"/>
          <a:chExt cx="0" cy="0"/>
        </a:xfrm>
      </p:grpSpPr>
      <p:sp>
        <p:nvSpPr>
          <p:cNvPr id="615" name="Google Shape;615;p178"/>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6" name="Google Shape;616;p178"/>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617"/>
        <p:cNvGrpSpPr/>
        <p:nvPr/>
      </p:nvGrpSpPr>
      <p:grpSpPr>
        <a:xfrm>
          <a:off x="0" y="0"/>
          <a:ext cx="0" cy="0"/>
          <a:chOff x="0" y="0"/>
          <a:chExt cx="0" cy="0"/>
        </a:xfrm>
      </p:grpSpPr>
      <p:sp>
        <p:nvSpPr>
          <p:cNvPr id="618" name="Google Shape;618;p179"/>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9" name="Google Shape;619;p179"/>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620"/>
        <p:cNvGrpSpPr/>
        <p:nvPr/>
      </p:nvGrpSpPr>
      <p:grpSpPr>
        <a:xfrm>
          <a:off x="0" y="0"/>
          <a:ext cx="0" cy="0"/>
          <a:chOff x="0" y="0"/>
          <a:chExt cx="0" cy="0"/>
        </a:xfrm>
      </p:grpSpPr>
      <p:sp>
        <p:nvSpPr>
          <p:cNvPr id="621" name="Google Shape;621;p180"/>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2" name="Google Shape;622;p180"/>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23" name="Google Shape;623;p180"/>
          <p:cNvSpPr txBox="1">
            <a:spLocks noGrp="1"/>
          </p:cNvSpPr>
          <p:nvPr>
            <p:ph type="body" idx="2"/>
          </p:nvPr>
        </p:nvSpPr>
        <p:spPr>
          <a:xfrm>
            <a:off x="4677156" y="1145286"/>
            <a:ext cx="4121658" cy="3346704"/>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900"/>
              </a:spcBef>
              <a:spcAft>
                <a:spcPts val="0"/>
              </a:spcAft>
              <a:buClr>
                <a:schemeClr val="dk1"/>
              </a:buClr>
              <a:buSzPts val="1400"/>
              <a:buChar char="•"/>
              <a:defRPr/>
            </a:lvl1pPr>
            <a:lvl2pPr marL="914400" lvl="1" indent="-317500" algn="l">
              <a:lnSpc>
                <a:spcPct val="90000"/>
              </a:lnSpc>
              <a:spcBef>
                <a:spcPts val="900"/>
              </a:spcBef>
              <a:spcAft>
                <a:spcPts val="0"/>
              </a:spcAft>
              <a:buClr>
                <a:schemeClr val="dk1"/>
              </a:buClr>
              <a:buSzPts val="1400"/>
              <a:buChar char="–"/>
              <a:defRPr/>
            </a:lvl2pPr>
            <a:lvl3pPr marL="1371600" lvl="2" indent="-317500" algn="l">
              <a:lnSpc>
                <a:spcPct val="90000"/>
              </a:lnSpc>
              <a:spcBef>
                <a:spcPts val="900"/>
              </a:spcBef>
              <a:spcAft>
                <a:spcPts val="0"/>
              </a:spcAft>
              <a:buClr>
                <a:schemeClr val="dk1"/>
              </a:buClr>
              <a:buSzPts val="1400"/>
              <a:buChar char="•"/>
              <a:defRPr/>
            </a:lvl3pPr>
            <a:lvl4pPr marL="1828800" lvl="3" indent="-317500" algn="l">
              <a:lnSpc>
                <a:spcPct val="90000"/>
              </a:lnSpc>
              <a:spcBef>
                <a:spcPts val="900"/>
              </a:spcBef>
              <a:spcAft>
                <a:spcPts val="0"/>
              </a:spcAft>
              <a:buClr>
                <a:schemeClr val="dk1"/>
              </a:buClr>
              <a:buSzPts val="1400"/>
              <a:buChar char="–"/>
              <a:defRPr/>
            </a:lvl4pPr>
            <a:lvl5pPr marL="2286000" lvl="4" indent="-317500" algn="l">
              <a:lnSpc>
                <a:spcPct val="90000"/>
              </a:lnSpc>
              <a:spcBef>
                <a:spcPts val="9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624"/>
        <p:cNvGrpSpPr/>
        <p:nvPr/>
      </p:nvGrpSpPr>
      <p:grpSpPr>
        <a:xfrm>
          <a:off x="0" y="0"/>
          <a:ext cx="0" cy="0"/>
          <a:chOff x="0" y="0"/>
          <a:chExt cx="0" cy="0"/>
        </a:xfrm>
      </p:grpSpPr>
      <p:sp>
        <p:nvSpPr>
          <p:cNvPr id="625" name="Google Shape;625;p181"/>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6" name="Google Shape;626;p181"/>
          <p:cNvSpPr txBox="1">
            <a:spLocks noGrp="1"/>
          </p:cNvSpPr>
          <p:nvPr>
            <p:ph type="body" idx="1"/>
          </p:nvPr>
        </p:nvSpPr>
        <p:spPr>
          <a:xfrm>
            <a:off x="342900" y="1145286"/>
            <a:ext cx="250317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27" name="Google Shape;627;p181"/>
          <p:cNvSpPr txBox="1">
            <a:spLocks noGrp="1"/>
          </p:cNvSpPr>
          <p:nvPr>
            <p:ph type="body" idx="2"/>
          </p:nvPr>
        </p:nvSpPr>
        <p:spPr>
          <a:xfrm>
            <a:off x="3319272" y="1145286"/>
            <a:ext cx="250317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28" name="Google Shape;628;p181"/>
          <p:cNvSpPr txBox="1">
            <a:spLocks noGrp="1"/>
          </p:cNvSpPr>
          <p:nvPr>
            <p:ph type="body" idx="3"/>
          </p:nvPr>
        </p:nvSpPr>
        <p:spPr>
          <a:xfrm>
            <a:off x="6295644" y="1145286"/>
            <a:ext cx="250317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629"/>
        <p:cNvGrpSpPr/>
        <p:nvPr/>
      </p:nvGrpSpPr>
      <p:grpSpPr>
        <a:xfrm>
          <a:off x="0" y="0"/>
          <a:ext cx="0" cy="0"/>
          <a:chOff x="0" y="0"/>
          <a:chExt cx="0" cy="0"/>
        </a:xfrm>
      </p:grpSpPr>
      <p:sp>
        <p:nvSpPr>
          <p:cNvPr id="630" name="Google Shape;630;p182"/>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1" name="Google Shape;631;p182"/>
          <p:cNvSpPr txBox="1">
            <a:spLocks noGrp="1"/>
          </p:cNvSpPr>
          <p:nvPr>
            <p:ph type="body" idx="1"/>
          </p:nvPr>
        </p:nvSpPr>
        <p:spPr>
          <a:xfrm>
            <a:off x="342900"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2" name="Google Shape;632;p182"/>
          <p:cNvSpPr txBox="1">
            <a:spLocks noGrp="1"/>
          </p:cNvSpPr>
          <p:nvPr>
            <p:ph type="body" idx="2"/>
          </p:nvPr>
        </p:nvSpPr>
        <p:spPr>
          <a:xfrm>
            <a:off x="3319272"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3" name="Google Shape;633;p182"/>
          <p:cNvSpPr txBox="1">
            <a:spLocks noGrp="1"/>
          </p:cNvSpPr>
          <p:nvPr>
            <p:ph type="body" idx="3"/>
          </p:nvPr>
        </p:nvSpPr>
        <p:spPr>
          <a:xfrm>
            <a:off x="6295644" y="1145286"/>
            <a:ext cx="2503170" cy="3346704"/>
          </a:xfrm>
          <a:prstGeom prst="rect">
            <a:avLst/>
          </a:prstGeom>
          <a:solidFill>
            <a:srgbClr val="F4F4F4"/>
          </a:solidFill>
          <a:ln>
            <a:noFill/>
          </a:ln>
        </p:spPr>
        <p:txBody>
          <a:bodyPr spcFirstLastPara="1" wrap="square" lIns="137150"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Four column">
  <p:cSld name="Four column">
    <p:spTree>
      <p:nvGrpSpPr>
        <p:cNvPr id="1" name="Shape 634"/>
        <p:cNvGrpSpPr/>
        <p:nvPr/>
      </p:nvGrpSpPr>
      <p:grpSpPr>
        <a:xfrm>
          <a:off x="0" y="0"/>
          <a:ext cx="0" cy="0"/>
          <a:chOff x="0" y="0"/>
          <a:chExt cx="0" cy="0"/>
        </a:xfrm>
      </p:grpSpPr>
      <p:sp>
        <p:nvSpPr>
          <p:cNvPr id="635" name="Google Shape;635;p183"/>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6" name="Google Shape;636;p183"/>
          <p:cNvSpPr txBox="1">
            <a:spLocks noGrp="1"/>
          </p:cNvSpPr>
          <p:nvPr>
            <p:ph type="body" idx="1"/>
          </p:nvPr>
        </p:nvSpPr>
        <p:spPr>
          <a:xfrm>
            <a:off x="342900"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7" name="Google Shape;637;p183"/>
          <p:cNvSpPr txBox="1">
            <a:spLocks noGrp="1"/>
          </p:cNvSpPr>
          <p:nvPr>
            <p:ph type="body" idx="2"/>
          </p:nvPr>
        </p:nvSpPr>
        <p:spPr>
          <a:xfrm>
            <a:off x="2511361"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8" name="Google Shape;638;p183"/>
          <p:cNvSpPr txBox="1">
            <a:spLocks noGrp="1"/>
          </p:cNvSpPr>
          <p:nvPr>
            <p:ph type="body" idx="3"/>
          </p:nvPr>
        </p:nvSpPr>
        <p:spPr>
          <a:xfrm>
            <a:off x="4679823"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9" name="Google Shape;639;p183"/>
          <p:cNvSpPr txBox="1">
            <a:spLocks noGrp="1"/>
          </p:cNvSpPr>
          <p:nvPr>
            <p:ph type="body" idx="4"/>
          </p:nvPr>
        </p:nvSpPr>
        <p:spPr>
          <a:xfrm>
            <a:off x="6848285" y="1145286"/>
            <a:ext cx="1950530" cy="3346704"/>
          </a:xfrm>
          <a:prstGeom prst="rect">
            <a:avLst/>
          </a:prstGeom>
          <a:noFill/>
          <a:ln>
            <a:noFill/>
          </a:ln>
        </p:spPr>
        <p:txBody>
          <a:bodyPr spcFirstLastPara="1" wrap="square" lIns="0" tIns="0" rIns="0" bIns="0"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Four column shaded">
  <p:cSld name="Four column shaded">
    <p:spTree>
      <p:nvGrpSpPr>
        <p:cNvPr id="1" name="Shape 640"/>
        <p:cNvGrpSpPr/>
        <p:nvPr/>
      </p:nvGrpSpPr>
      <p:grpSpPr>
        <a:xfrm>
          <a:off x="0" y="0"/>
          <a:ext cx="0" cy="0"/>
          <a:chOff x="0" y="0"/>
          <a:chExt cx="0" cy="0"/>
        </a:xfrm>
      </p:grpSpPr>
      <p:sp>
        <p:nvSpPr>
          <p:cNvPr id="641" name="Google Shape;641;p184"/>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400"/>
              <a:buNone/>
              <a:defRPr/>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2" name="Google Shape;642;p184"/>
          <p:cNvSpPr txBox="1">
            <a:spLocks noGrp="1"/>
          </p:cNvSpPr>
          <p:nvPr>
            <p:ph type="body" idx="1"/>
          </p:nvPr>
        </p:nvSpPr>
        <p:spPr>
          <a:xfrm>
            <a:off x="342900"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43" name="Google Shape;643;p184"/>
          <p:cNvSpPr txBox="1">
            <a:spLocks noGrp="1"/>
          </p:cNvSpPr>
          <p:nvPr>
            <p:ph type="body" idx="2"/>
          </p:nvPr>
        </p:nvSpPr>
        <p:spPr>
          <a:xfrm>
            <a:off x="2511361"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44" name="Google Shape;644;p184"/>
          <p:cNvSpPr txBox="1">
            <a:spLocks noGrp="1"/>
          </p:cNvSpPr>
          <p:nvPr>
            <p:ph type="body" idx="3"/>
          </p:nvPr>
        </p:nvSpPr>
        <p:spPr>
          <a:xfrm>
            <a:off x="4679823"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45" name="Google Shape;645;p184"/>
          <p:cNvSpPr txBox="1">
            <a:spLocks noGrp="1"/>
          </p:cNvSpPr>
          <p:nvPr>
            <p:ph type="body" idx="4"/>
          </p:nvPr>
        </p:nvSpPr>
        <p:spPr>
          <a:xfrm>
            <a:off x="6848285" y="1145286"/>
            <a:ext cx="1950530" cy="3346704"/>
          </a:xfrm>
          <a:prstGeom prst="rect">
            <a:avLst/>
          </a:prstGeom>
          <a:solidFill>
            <a:srgbClr val="F4F4F4"/>
          </a:solidFill>
          <a:ln>
            <a:noFill/>
          </a:ln>
        </p:spPr>
        <p:txBody>
          <a:bodyPr spcFirstLastPara="1" wrap="square" lIns="68575" tIns="137150" rIns="68575" bIns="68575" anchor="t" anchorCtr="0">
            <a:noAutofit/>
          </a:bodyPr>
          <a:lstStyle>
            <a:lvl1pPr marL="457200" lvl="0" indent="-323850" algn="l">
              <a:lnSpc>
                <a:spcPct val="90000"/>
              </a:lnSpc>
              <a:spcBef>
                <a:spcPts val="900"/>
              </a:spcBef>
              <a:spcAft>
                <a:spcPts val="0"/>
              </a:spcAft>
              <a:buClr>
                <a:schemeClr val="dk1"/>
              </a:buClr>
              <a:buSzPts val="1500"/>
              <a:buChar char="•"/>
              <a:defRPr sz="1500"/>
            </a:lvl1pPr>
            <a:lvl2pPr marL="914400" lvl="1" indent="-323850" algn="l">
              <a:lnSpc>
                <a:spcPct val="90000"/>
              </a:lnSpc>
              <a:spcBef>
                <a:spcPts val="900"/>
              </a:spcBef>
              <a:spcAft>
                <a:spcPts val="0"/>
              </a:spcAft>
              <a:buClr>
                <a:schemeClr val="dk1"/>
              </a:buClr>
              <a:buSzPts val="1500"/>
              <a:buChar char="–"/>
              <a:defRPr sz="1500"/>
            </a:lvl2pPr>
            <a:lvl3pPr marL="1371600" lvl="2" indent="-323850" algn="l">
              <a:lnSpc>
                <a:spcPct val="90000"/>
              </a:lnSpc>
              <a:spcBef>
                <a:spcPts val="900"/>
              </a:spcBef>
              <a:spcAft>
                <a:spcPts val="0"/>
              </a:spcAft>
              <a:buClr>
                <a:schemeClr val="dk1"/>
              </a:buClr>
              <a:buSzPts val="1500"/>
              <a:buChar char="•"/>
              <a:defRPr sz="1500"/>
            </a:lvl3pPr>
            <a:lvl4pPr marL="1828800" lvl="3" indent="-323850" algn="l">
              <a:lnSpc>
                <a:spcPct val="90000"/>
              </a:lnSpc>
              <a:spcBef>
                <a:spcPts val="900"/>
              </a:spcBef>
              <a:spcAft>
                <a:spcPts val="0"/>
              </a:spcAft>
              <a:buClr>
                <a:schemeClr val="dk1"/>
              </a:buClr>
              <a:buSzPts val="1500"/>
              <a:buChar char="–"/>
              <a:defRPr sz="1500"/>
            </a:lvl4pPr>
            <a:lvl5pPr marL="2286000" lvl="4" indent="-323850" algn="l">
              <a:lnSpc>
                <a:spcPct val="90000"/>
              </a:lnSpc>
              <a:spcBef>
                <a:spcPts val="900"/>
              </a:spcBef>
              <a:spcAft>
                <a:spcPts val="0"/>
              </a:spcAft>
              <a:buClr>
                <a:schemeClr val="dk1"/>
              </a:buClr>
              <a:buSzPts val="1500"/>
              <a:buChar char="•"/>
              <a:defRPr sz="15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646"/>
        <p:cNvGrpSpPr/>
        <p:nvPr/>
      </p:nvGrpSpPr>
      <p:grpSpPr>
        <a:xfrm>
          <a:off x="0" y="0"/>
          <a:ext cx="0" cy="0"/>
          <a:chOff x="0" y="0"/>
          <a:chExt cx="0" cy="0"/>
        </a:xfrm>
      </p:grpSpPr>
      <p:sp>
        <p:nvSpPr>
          <p:cNvPr id="647" name="Google Shape;647;p185"/>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8" name="Google Shape;648;p185"/>
          <p:cNvSpPr/>
          <p:nvPr/>
        </p:nvSpPr>
        <p:spPr>
          <a:xfrm>
            <a:off x="0" y="1014984"/>
            <a:ext cx="1316736" cy="246888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649" name="Google Shape;649;p185"/>
          <p:cNvSpPr/>
          <p:nvPr/>
        </p:nvSpPr>
        <p:spPr>
          <a:xfrm>
            <a:off x="5356098" y="1014984"/>
            <a:ext cx="3785616" cy="246888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Divider W1_Sky">
  <p:cSld name="Divider W1_Sky">
    <p:spTree>
      <p:nvGrpSpPr>
        <p:cNvPr id="1" name="Shape 650"/>
        <p:cNvGrpSpPr/>
        <p:nvPr/>
      </p:nvGrpSpPr>
      <p:grpSpPr>
        <a:xfrm>
          <a:off x="0" y="0"/>
          <a:ext cx="0" cy="0"/>
          <a:chOff x="0" y="0"/>
          <a:chExt cx="0" cy="0"/>
        </a:xfrm>
      </p:grpSpPr>
      <p:sp>
        <p:nvSpPr>
          <p:cNvPr id="651" name="Google Shape;651;p186"/>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2" name="Google Shape;652;p186"/>
          <p:cNvSpPr/>
          <p:nvPr/>
        </p:nvSpPr>
        <p:spPr>
          <a:xfrm>
            <a:off x="0" y="1014984"/>
            <a:ext cx="1316736"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653" name="Google Shape;653;p186"/>
          <p:cNvSpPr/>
          <p:nvPr/>
        </p:nvSpPr>
        <p:spPr>
          <a:xfrm>
            <a:off x="5356098" y="1014984"/>
            <a:ext cx="3785616"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Quote with photo">
  <p:cSld name="Quote with photo">
    <p:spTree>
      <p:nvGrpSpPr>
        <p:cNvPr id="1" name="Shape 654"/>
        <p:cNvGrpSpPr/>
        <p:nvPr/>
      </p:nvGrpSpPr>
      <p:grpSpPr>
        <a:xfrm>
          <a:off x="0" y="0"/>
          <a:ext cx="0" cy="0"/>
          <a:chOff x="0" y="0"/>
          <a:chExt cx="0" cy="0"/>
        </a:xfrm>
      </p:grpSpPr>
      <p:sp>
        <p:nvSpPr>
          <p:cNvPr id="655" name="Google Shape;655;p187"/>
          <p:cNvSpPr txBox="1">
            <a:spLocks noGrp="1"/>
          </p:cNvSpPr>
          <p:nvPr>
            <p:ph type="title"/>
          </p:nvPr>
        </p:nvSpPr>
        <p:spPr>
          <a:xfrm>
            <a:off x="342899" y="756951"/>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6" name="Google Shape;656;p187"/>
          <p:cNvSpPr txBox="1">
            <a:spLocks noGrp="1"/>
          </p:cNvSpPr>
          <p:nvPr>
            <p:ph type="body" idx="1"/>
          </p:nvPr>
        </p:nvSpPr>
        <p:spPr>
          <a:xfrm>
            <a:off x="342899"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solidFill>
                  <a:schemeClr val="dk1"/>
                </a:solidFill>
              </a:defRPr>
            </a:lvl1pPr>
            <a:lvl2pPr marL="914400" lvl="1" indent="-228600" algn="l">
              <a:lnSpc>
                <a:spcPct val="90000"/>
              </a:lnSpc>
              <a:spcBef>
                <a:spcPts val="900"/>
              </a:spcBef>
              <a:spcAft>
                <a:spcPts val="0"/>
              </a:spcAft>
              <a:buClr>
                <a:srgbClr val="888888"/>
              </a:buClr>
              <a:buSzPts val="1500"/>
              <a:buNone/>
              <a:defRPr sz="1500">
                <a:solidFill>
                  <a:srgbClr val="888888"/>
                </a:solidFill>
              </a:defRPr>
            </a:lvl2pPr>
            <a:lvl3pPr marL="1371600" lvl="2" indent="-228600" algn="l">
              <a:lnSpc>
                <a:spcPct val="90000"/>
              </a:lnSpc>
              <a:spcBef>
                <a:spcPts val="900"/>
              </a:spcBef>
              <a:spcAft>
                <a:spcPts val="0"/>
              </a:spcAft>
              <a:buClr>
                <a:srgbClr val="888888"/>
              </a:buClr>
              <a:buSzPts val="1400"/>
              <a:buNone/>
              <a:defRPr sz="1400">
                <a:solidFill>
                  <a:srgbClr val="888888"/>
                </a:solidFill>
              </a:defRPr>
            </a:lvl3pPr>
            <a:lvl4pPr marL="1828800" lvl="3" indent="-228600" algn="l">
              <a:lnSpc>
                <a:spcPct val="90000"/>
              </a:lnSpc>
              <a:spcBef>
                <a:spcPts val="900"/>
              </a:spcBef>
              <a:spcAft>
                <a:spcPts val="0"/>
              </a:spcAft>
              <a:buClr>
                <a:srgbClr val="888888"/>
              </a:buClr>
              <a:buSzPts val="1200"/>
              <a:buNone/>
              <a:defRPr sz="1200">
                <a:solidFill>
                  <a:srgbClr val="888888"/>
                </a:solidFill>
              </a:defRPr>
            </a:lvl4pPr>
            <a:lvl5pPr marL="2286000" lvl="4" indent="-228600" algn="l">
              <a:lnSpc>
                <a:spcPct val="9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657" name="Google Shape;657;p187"/>
          <p:cNvSpPr>
            <a:spLocks noGrp="1"/>
          </p:cNvSpPr>
          <p:nvPr>
            <p:ph type="pic" idx="2"/>
          </p:nvPr>
        </p:nvSpPr>
        <p:spPr>
          <a:xfrm>
            <a:off x="5280660" y="1009649"/>
            <a:ext cx="3518154" cy="3223260"/>
          </a:xfrm>
          <a:prstGeom prst="rect">
            <a:avLst/>
          </a:prstGeom>
          <a:noFill/>
          <a:ln>
            <a:noFill/>
          </a:ln>
        </p:spPr>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58"/>
        <p:cNvGrpSpPr/>
        <p:nvPr/>
      </p:nvGrpSpPr>
      <p:grpSpPr>
        <a:xfrm>
          <a:off x="0" y="0"/>
          <a:ext cx="0" cy="0"/>
          <a:chOff x="0" y="0"/>
          <a:chExt cx="0" cy="0"/>
        </a:xfrm>
      </p:grpSpPr>
      <p:sp>
        <p:nvSpPr>
          <p:cNvPr id="659" name="Google Shape;659;p188"/>
          <p:cNvSpPr txBox="1">
            <a:spLocks noGrp="1"/>
          </p:cNvSpPr>
          <p:nvPr>
            <p:ph type="title"/>
          </p:nvPr>
        </p:nvSpPr>
        <p:spPr>
          <a:xfrm>
            <a:off x="342899" y="756951"/>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2400"/>
              <a:buFont typeface="Arial Black"/>
              <a:buNone/>
              <a:defRPr sz="2400"/>
            </a:lvl1pPr>
            <a:lvl2pPr lvl="1" algn="l">
              <a:lnSpc>
                <a:spcPct val="100000"/>
              </a:lnSpc>
              <a:spcBef>
                <a:spcPts val="90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0" name="Google Shape;660;p188"/>
          <p:cNvSpPr txBox="1">
            <a:spLocks noGrp="1"/>
          </p:cNvSpPr>
          <p:nvPr>
            <p:ph type="body" idx="1"/>
          </p:nvPr>
        </p:nvSpPr>
        <p:spPr>
          <a:xfrm>
            <a:off x="342899"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100"/>
              <a:buNone/>
              <a:defRPr sz="1100">
                <a:solidFill>
                  <a:schemeClr val="dk1"/>
                </a:solidFill>
              </a:defRPr>
            </a:lvl1pPr>
            <a:lvl2pPr marL="914400" lvl="1" indent="-228600" algn="l">
              <a:lnSpc>
                <a:spcPct val="90000"/>
              </a:lnSpc>
              <a:spcBef>
                <a:spcPts val="900"/>
              </a:spcBef>
              <a:spcAft>
                <a:spcPts val="0"/>
              </a:spcAft>
              <a:buClr>
                <a:srgbClr val="888888"/>
              </a:buClr>
              <a:buSzPts val="1500"/>
              <a:buNone/>
              <a:defRPr sz="1500">
                <a:solidFill>
                  <a:srgbClr val="888888"/>
                </a:solidFill>
              </a:defRPr>
            </a:lvl2pPr>
            <a:lvl3pPr marL="1371600" lvl="2" indent="-228600" algn="l">
              <a:lnSpc>
                <a:spcPct val="90000"/>
              </a:lnSpc>
              <a:spcBef>
                <a:spcPts val="900"/>
              </a:spcBef>
              <a:spcAft>
                <a:spcPts val="0"/>
              </a:spcAft>
              <a:buClr>
                <a:srgbClr val="888888"/>
              </a:buClr>
              <a:buSzPts val="1400"/>
              <a:buNone/>
              <a:defRPr sz="1400">
                <a:solidFill>
                  <a:srgbClr val="888888"/>
                </a:solidFill>
              </a:defRPr>
            </a:lvl3pPr>
            <a:lvl4pPr marL="1828800" lvl="3" indent="-228600" algn="l">
              <a:lnSpc>
                <a:spcPct val="90000"/>
              </a:lnSpc>
              <a:spcBef>
                <a:spcPts val="900"/>
              </a:spcBef>
              <a:spcAft>
                <a:spcPts val="0"/>
              </a:spcAft>
              <a:buClr>
                <a:srgbClr val="888888"/>
              </a:buClr>
              <a:buSzPts val="1200"/>
              <a:buNone/>
              <a:defRPr sz="1200">
                <a:solidFill>
                  <a:srgbClr val="888888"/>
                </a:solidFill>
              </a:defRPr>
            </a:lvl4pPr>
            <a:lvl5pPr marL="2286000" lvl="4" indent="-228600" algn="l">
              <a:lnSpc>
                <a:spcPct val="90000"/>
              </a:lnSpc>
              <a:spcBef>
                <a:spcPts val="9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66"/>
        <p:cNvGrpSpPr/>
        <p:nvPr/>
      </p:nvGrpSpPr>
      <p:grpSpPr>
        <a:xfrm>
          <a:off x="0" y="0"/>
          <a:ext cx="0" cy="0"/>
          <a:chOff x="0" y="0"/>
          <a:chExt cx="0" cy="0"/>
        </a:xfrm>
      </p:grpSpPr>
      <p:sp>
        <p:nvSpPr>
          <p:cNvPr id="667" name="Google Shape;667;p258"/>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8" name="Google Shape;668;p258"/>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69"/>
        <p:cNvGrpSpPr/>
        <p:nvPr/>
      </p:nvGrpSpPr>
      <p:grpSpPr>
        <a:xfrm>
          <a:off x="0" y="0"/>
          <a:ext cx="0" cy="0"/>
          <a:chOff x="0" y="0"/>
          <a:chExt cx="0" cy="0"/>
        </a:xfrm>
      </p:grpSpPr>
      <p:sp>
        <p:nvSpPr>
          <p:cNvPr id="670" name="Google Shape;670;p260"/>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matchingName="Title Slide 2" type="title">
  <p:cSld name="TITLE">
    <p:bg>
      <p:bgPr>
        <a:solidFill>
          <a:schemeClr val="lt1"/>
        </a:solidFill>
        <a:effectLst/>
      </p:bgPr>
    </p:bg>
    <p:spTree>
      <p:nvGrpSpPr>
        <p:cNvPr id="1" name="Shape 671"/>
        <p:cNvGrpSpPr/>
        <p:nvPr/>
      </p:nvGrpSpPr>
      <p:grpSpPr>
        <a:xfrm>
          <a:off x="0" y="0"/>
          <a:ext cx="0" cy="0"/>
          <a:chOff x="0" y="0"/>
          <a:chExt cx="0" cy="0"/>
        </a:xfrm>
      </p:grpSpPr>
      <p:sp>
        <p:nvSpPr>
          <p:cNvPr id="672" name="Google Shape;672;p261"/>
          <p:cNvSpPr txBox="1">
            <a:spLocks noGrp="1"/>
          </p:cNvSpPr>
          <p:nvPr>
            <p:ph type="ctrTitle"/>
          </p:nvPr>
        </p:nvSpPr>
        <p:spPr>
          <a:xfrm>
            <a:off x="1625346" y="1361599"/>
            <a:ext cx="3408426" cy="149504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600"/>
              <a:buFont typeface="Arial Black"/>
              <a:buNone/>
              <a:defRPr sz="2700"/>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3" name="Google Shape;673;p261"/>
          <p:cNvSpPr txBox="1">
            <a:spLocks noGrp="1"/>
          </p:cNvSpPr>
          <p:nvPr>
            <p:ph type="subTitle" idx="1"/>
          </p:nvPr>
        </p:nvSpPr>
        <p:spPr>
          <a:xfrm>
            <a:off x="1625346" y="2945797"/>
            <a:ext cx="3408426" cy="207749"/>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dk1"/>
              </a:buClr>
              <a:buSzPts val="1800"/>
              <a:buFont typeface="Arial"/>
              <a:buNone/>
              <a:defRPr sz="1350"/>
            </a:lvl1pPr>
            <a:lvl2pPr lvl="1" algn="ctr">
              <a:lnSpc>
                <a:spcPct val="90000"/>
              </a:lnSpc>
              <a:spcBef>
                <a:spcPts val="900"/>
              </a:spcBef>
              <a:spcAft>
                <a:spcPts val="0"/>
              </a:spcAft>
              <a:buClr>
                <a:schemeClr val="dk1"/>
              </a:buClr>
              <a:buSzPts val="2000"/>
              <a:buNone/>
              <a:defRPr sz="1500"/>
            </a:lvl2pPr>
            <a:lvl3pPr lvl="2" algn="ctr">
              <a:lnSpc>
                <a:spcPct val="90000"/>
              </a:lnSpc>
              <a:spcBef>
                <a:spcPts val="900"/>
              </a:spcBef>
              <a:spcAft>
                <a:spcPts val="0"/>
              </a:spcAft>
              <a:buClr>
                <a:schemeClr val="dk1"/>
              </a:buClr>
              <a:buSzPts val="1800"/>
              <a:buNone/>
              <a:defRPr sz="1350"/>
            </a:lvl3pPr>
            <a:lvl4pPr lvl="3" algn="ctr">
              <a:lnSpc>
                <a:spcPct val="90000"/>
              </a:lnSpc>
              <a:spcBef>
                <a:spcPts val="900"/>
              </a:spcBef>
              <a:spcAft>
                <a:spcPts val="0"/>
              </a:spcAft>
              <a:buClr>
                <a:schemeClr val="dk1"/>
              </a:buClr>
              <a:buSzPts val="1600"/>
              <a:buNone/>
              <a:defRPr sz="1200"/>
            </a:lvl4pPr>
            <a:lvl5pPr lvl="4" algn="ctr">
              <a:lnSpc>
                <a:spcPct val="90000"/>
              </a:lnSpc>
              <a:spcBef>
                <a:spcPts val="900"/>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674" name="Google Shape;674;p261"/>
          <p:cNvSpPr txBox="1"/>
          <p:nvPr/>
        </p:nvSpPr>
        <p:spPr>
          <a:xfrm>
            <a:off x="342900" y="4649724"/>
            <a:ext cx="5321808" cy="24237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25"/>
              <a:buFont typeface="Arial"/>
              <a:buNone/>
            </a:pPr>
            <a:r>
              <a:rPr lang="en" sz="525" b="0" i="0" u="none" strike="noStrike" cap="none" dirty="0">
                <a:solidFill>
                  <a:schemeClr val="dk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25" b="0" i="0" u="none" strike="noStrike" cap="none" dirty="0">
                <a:solidFill>
                  <a:schemeClr val="dk1"/>
                </a:solidFill>
                <a:latin typeface="Arial"/>
                <a:ea typeface="Arial"/>
                <a:cs typeface="Arial"/>
                <a:sym typeface="Arial"/>
              </a:rPr>
            </a:br>
            <a:r>
              <a:rPr lang="en" sz="525" b="0" i="0" u="none" strike="noStrike" cap="none" dirty="0">
                <a:solidFill>
                  <a:schemeClr val="dk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050" b="0" i="0" u="none" strike="noStrike" cap="none" dirty="0">
              <a:solidFill>
                <a:srgbClr val="000000"/>
              </a:solidFill>
              <a:latin typeface="Arial"/>
              <a:ea typeface="Arial"/>
              <a:cs typeface="Arial"/>
              <a:sym typeface="Arial"/>
            </a:endParaRPr>
          </a:p>
        </p:txBody>
      </p:sp>
      <p:sp>
        <p:nvSpPr>
          <p:cNvPr id="675" name="Google Shape;675;p261"/>
          <p:cNvSpPr/>
          <p:nvPr/>
        </p:nvSpPr>
        <p:spPr>
          <a:xfrm>
            <a:off x="1193292"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676" name="Google Shape;676;p261"/>
          <p:cNvSpPr/>
          <p:nvPr/>
        </p:nvSpPr>
        <p:spPr>
          <a:xfrm>
            <a:off x="5294376"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pic>
        <p:nvPicPr>
          <p:cNvPr id="677" name="Google Shape;677;p261"/>
          <p:cNvPicPr preferRelativeResize="0"/>
          <p:nvPr/>
        </p:nvPicPr>
        <p:blipFill rotWithShape="1">
          <a:blip r:embed="rId2">
            <a:alphaModFix/>
          </a:blip>
          <a:srcRect/>
          <a:stretch/>
        </p:blipFill>
        <p:spPr>
          <a:xfrm>
            <a:off x="7264625" y="4542264"/>
            <a:ext cx="1543050" cy="351204"/>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678"/>
        <p:cNvGrpSpPr/>
        <p:nvPr/>
      </p:nvGrpSpPr>
      <p:grpSpPr>
        <a:xfrm>
          <a:off x="0" y="0"/>
          <a:ext cx="0" cy="0"/>
          <a:chOff x="0" y="0"/>
          <a:chExt cx="0" cy="0"/>
        </a:xfrm>
      </p:grpSpPr>
      <p:sp>
        <p:nvSpPr>
          <p:cNvPr id="679" name="Google Shape;679;p262"/>
          <p:cNvSpPr txBox="1">
            <a:spLocks noGrp="1"/>
          </p:cNvSpPr>
          <p:nvPr>
            <p:ph type="ctrTitle"/>
          </p:nvPr>
        </p:nvSpPr>
        <p:spPr>
          <a:xfrm>
            <a:off x="1625346" y="1361599"/>
            <a:ext cx="3408426" cy="149504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2"/>
              </a:buClr>
              <a:buSzPts val="3600"/>
              <a:buFont typeface="Arial Black"/>
              <a:buNone/>
              <a:defRPr sz="2700"/>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0" name="Google Shape;680;p262"/>
          <p:cNvSpPr txBox="1">
            <a:spLocks noGrp="1"/>
          </p:cNvSpPr>
          <p:nvPr>
            <p:ph type="subTitle" idx="1"/>
          </p:nvPr>
        </p:nvSpPr>
        <p:spPr>
          <a:xfrm>
            <a:off x="1625346" y="2945797"/>
            <a:ext cx="3408426" cy="207749"/>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chemeClr val="lt1"/>
              </a:buClr>
              <a:buSzPts val="1800"/>
              <a:buFont typeface="Arial"/>
              <a:buNone/>
              <a:defRPr sz="1350"/>
            </a:lvl1pPr>
            <a:lvl2pPr lvl="1" algn="ctr">
              <a:lnSpc>
                <a:spcPct val="90000"/>
              </a:lnSpc>
              <a:spcBef>
                <a:spcPts val="900"/>
              </a:spcBef>
              <a:spcAft>
                <a:spcPts val="0"/>
              </a:spcAft>
              <a:buClr>
                <a:schemeClr val="lt1"/>
              </a:buClr>
              <a:buSzPts val="2000"/>
              <a:buNone/>
              <a:defRPr sz="1500"/>
            </a:lvl2pPr>
            <a:lvl3pPr lvl="2" algn="ctr">
              <a:lnSpc>
                <a:spcPct val="90000"/>
              </a:lnSpc>
              <a:spcBef>
                <a:spcPts val="900"/>
              </a:spcBef>
              <a:spcAft>
                <a:spcPts val="0"/>
              </a:spcAft>
              <a:buClr>
                <a:schemeClr val="lt1"/>
              </a:buClr>
              <a:buSzPts val="1800"/>
              <a:buNone/>
              <a:defRPr sz="1350"/>
            </a:lvl3pPr>
            <a:lvl4pPr lvl="3" algn="ctr">
              <a:lnSpc>
                <a:spcPct val="90000"/>
              </a:lnSpc>
              <a:spcBef>
                <a:spcPts val="900"/>
              </a:spcBef>
              <a:spcAft>
                <a:spcPts val="0"/>
              </a:spcAft>
              <a:buClr>
                <a:schemeClr val="lt1"/>
              </a:buClr>
              <a:buSzPts val="1600"/>
              <a:buNone/>
              <a:defRPr sz="1200"/>
            </a:lvl4pPr>
            <a:lvl5pPr lvl="4" algn="ctr">
              <a:lnSpc>
                <a:spcPct val="90000"/>
              </a:lnSpc>
              <a:spcBef>
                <a:spcPts val="900"/>
              </a:spcBef>
              <a:spcAft>
                <a:spcPts val="0"/>
              </a:spcAft>
              <a:buClr>
                <a:schemeClr val="lt1"/>
              </a:buClr>
              <a:buSzPts val="1600"/>
              <a:buNone/>
              <a:defRPr sz="1200"/>
            </a:lvl5pPr>
            <a:lvl6pPr lvl="5" algn="ctr">
              <a:lnSpc>
                <a:spcPct val="90000"/>
              </a:lnSpc>
              <a:spcBef>
                <a:spcPts val="375"/>
              </a:spcBef>
              <a:spcAft>
                <a:spcPts val="0"/>
              </a:spcAft>
              <a:buClr>
                <a:schemeClr val="lt1"/>
              </a:buClr>
              <a:buSzPts val="1600"/>
              <a:buNone/>
              <a:defRPr sz="1200"/>
            </a:lvl6pPr>
            <a:lvl7pPr lvl="6" algn="ctr">
              <a:lnSpc>
                <a:spcPct val="90000"/>
              </a:lnSpc>
              <a:spcBef>
                <a:spcPts val="375"/>
              </a:spcBef>
              <a:spcAft>
                <a:spcPts val="0"/>
              </a:spcAft>
              <a:buClr>
                <a:schemeClr val="lt1"/>
              </a:buClr>
              <a:buSzPts val="1600"/>
              <a:buNone/>
              <a:defRPr sz="1200"/>
            </a:lvl7pPr>
            <a:lvl8pPr lvl="7" algn="ctr">
              <a:lnSpc>
                <a:spcPct val="90000"/>
              </a:lnSpc>
              <a:spcBef>
                <a:spcPts val="375"/>
              </a:spcBef>
              <a:spcAft>
                <a:spcPts val="0"/>
              </a:spcAft>
              <a:buClr>
                <a:schemeClr val="lt1"/>
              </a:buClr>
              <a:buSzPts val="1600"/>
              <a:buNone/>
              <a:defRPr sz="1200"/>
            </a:lvl8pPr>
            <a:lvl9pPr lvl="8" algn="ctr">
              <a:lnSpc>
                <a:spcPct val="90000"/>
              </a:lnSpc>
              <a:spcBef>
                <a:spcPts val="375"/>
              </a:spcBef>
              <a:spcAft>
                <a:spcPts val="0"/>
              </a:spcAft>
              <a:buClr>
                <a:schemeClr val="lt1"/>
              </a:buClr>
              <a:buSzPts val="1600"/>
              <a:buNone/>
              <a:defRPr sz="1200"/>
            </a:lvl9pPr>
          </a:lstStyle>
          <a:p>
            <a:endParaRPr/>
          </a:p>
        </p:txBody>
      </p:sp>
      <p:sp>
        <p:nvSpPr>
          <p:cNvPr id="681" name="Google Shape;681;p262"/>
          <p:cNvSpPr txBox="1"/>
          <p:nvPr/>
        </p:nvSpPr>
        <p:spPr>
          <a:xfrm>
            <a:off x="342900" y="4649724"/>
            <a:ext cx="5321808" cy="24237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25"/>
              <a:buFont typeface="Arial"/>
              <a:buNone/>
            </a:pPr>
            <a:r>
              <a:rPr lang="en" sz="525" b="0" i="0" u="none" strike="noStrike" cap="none" dirty="0">
                <a:solidFill>
                  <a:schemeClr val="lt1"/>
                </a:solidFill>
                <a:latin typeface="Arial"/>
                <a:ea typeface="Arial"/>
                <a:cs typeface="Arial"/>
                <a:sym typeface="Arial"/>
              </a:rPr>
              <a:t>© 2026 Gartner, Inc. and/or its affiliates. All rights reserved. Gartner is a registered trademark of Gartner, Inc. or its affiliates. This presentation, including all supporting materials, </a:t>
            </a:r>
            <a:br>
              <a:rPr lang="en" sz="525" b="0" i="0" u="none" strike="noStrike" cap="none" dirty="0">
                <a:solidFill>
                  <a:schemeClr val="lt1"/>
                </a:solidFill>
                <a:latin typeface="Arial"/>
                <a:ea typeface="Arial"/>
                <a:cs typeface="Arial"/>
                <a:sym typeface="Arial"/>
              </a:rPr>
            </a:br>
            <a:r>
              <a:rPr lang="en" sz="525" b="0" i="0" u="none" strike="noStrike" cap="none" dirty="0">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1050" b="0" i="0" u="none" strike="noStrike" cap="none" dirty="0">
              <a:solidFill>
                <a:srgbClr val="000000"/>
              </a:solidFill>
              <a:latin typeface="Arial"/>
              <a:ea typeface="Arial"/>
              <a:cs typeface="Arial"/>
              <a:sym typeface="Arial"/>
            </a:endParaRPr>
          </a:p>
        </p:txBody>
      </p:sp>
      <p:sp>
        <p:nvSpPr>
          <p:cNvPr id="682" name="Google Shape;682;p262"/>
          <p:cNvSpPr/>
          <p:nvPr/>
        </p:nvSpPr>
        <p:spPr>
          <a:xfrm>
            <a:off x="1193292"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683" name="Google Shape;683;p262"/>
          <p:cNvSpPr/>
          <p:nvPr/>
        </p:nvSpPr>
        <p:spPr>
          <a:xfrm>
            <a:off x="5294376" y="1008126"/>
            <a:ext cx="123444"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pic>
        <p:nvPicPr>
          <p:cNvPr id="684" name="Google Shape;684;p262"/>
          <p:cNvPicPr preferRelativeResize="0"/>
          <p:nvPr/>
        </p:nvPicPr>
        <p:blipFill rotWithShape="1">
          <a:blip r:embed="rId2">
            <a:alphaModFix/>
          </a:blip>
          <a:srcRect/>
          <a:stretch/>
        </p:blipFill>
        <p:spPr>
          <a:xfrm>
            <a:off x="7264625" y="4542264"/>
            <a:ext cx="1543050" cy="351205"/>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5"/>
        <p:cNvGrpSpPr/>
        <p:nvPr/>
      </p:nvGrpSpPr>
      <p:grpSpPr>
        <a:xfrm>
          <a:off x="0" y="0"/>
          <a:ext cx="0" cy="0"/>
          <a:chOff x="0" y="0"/>
          <a:chExt cx="0" cy="0"/>
        </a:xfrm>
      </p:grpSpPr>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686"/>
        <p:cNvGrpSpPr/>
        <p:nvPr/>
      </p:nvGrpSpPr>
      <p:grpSpPr>
        <a:xfrm>
          <a:off x="0" y="0"/>
          <a:ext cx="0" cy="0"/>
          <a:chOff x="0" y="0"/>
          <a:chExt cx="0" cy="0"/>
        </a:xfrm>
      </p:grpSpPr>
      <p:sp>
        <p:nvSpPr>
          <p:cNvPr id="687" name="Google Shape;687;p264"/>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8" name="Google Shape;688;p264"/>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689"/>
        <p:cNvGrpSpPr/>
        <p:nvPr/>
      </p:nvGrpSpPr>
      <p:grpSpPr>
        <a:xfrm>
          <a:off x="0" y="0"/>
          <a:ext cx="0" cy="0"/>
          <a:chOff x="0" y="0"/>
          <a:chExt cx="0" cy="0"/>
        </a:xfrm>
      </p:grpSpPr>
      <p:sp>
        <p:nvSpPr>
          <p:cNvPr id="690" name="Google Shape;690;p265"/>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1" name="Google Shape;691;p265"/>
          <p:cNvSpPr txBox="1">
            <a:spLocks noGrp="1"/>
          </p:cNvSpPr>
          <p:nvPr>
            <p:ph type="body" idx="1"/>
          </p:nvPr>
        </p:nvSpPr>
        <p:spPr>
          <a:xfrm>
            <a:off x="342900" y="1145286"/>
            <a:ext cx="4121658" cy="3346704"/>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92" name="Google Shape;692;p265"/>
          <p:cNvSpPr txBox="1">
            <a:spLocks noGrp="1"/>
          </p:cNvSpPr>
          <p:nvPr>
            <p:ph type="body" idx="2"/>
          </p:nvPr>
        </p:nvSpPr>
        <p:spPr>
          <a:xfrm>
            <a:off x="4677156" y="1145286"/>
            <a:ext cx="4121658" cy="3346704"/>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900"/>
              </a:spcBef>
              <a:spcAft>
                <a:spcPts val="0"/>
              </a:spcAft>
              <a:buClr>
                <a:schemeClr val="dk1"/>
              </a:buClr>
              <a:buSzPts val="1800"/>
              <a:buChar char="•"/>
              <a:defRPr/>
            </a:lvl1pPr>
            <a:lvl2pPr marL="914400" lvl="1" indent="-342900" algn="l">
              <a:lnSpc>
                <a:spcPct val="90000"/>
              </a:lnSpc>
              <a:spcBef>
                <a:spcPts val="900"/>
              </a:spcBef>
              <a:spcAft>
                <a:spcPts val="0"/>
              </a:spcAft>
              <a:buClr>
                <a:schemeClr val="dk1"/>
              </a:buClr>
              <a:buSzPts val="1800"/>
              <a:buChar char="–"/>
              <a:defRPr/>
            </a:lvl2pPr>
            <a:lvl3pPr marL="1371600" lvl="2" indent="-342900" algn="l">
              <a:lnSpc>
                <a:spcPct val="90000"/>
              </a:lnSpc>
              <a:spcBef>
                <a:spcPts val="900"/>
              </a:spcBef>
              <a:spcAft>
                <a:spcPts val="0"/>
              </a:spcAft>
              <a:buClr>
                <a:schemeClr val="dk1"/>
              </a:buClr>
              <a:buSzPts val="1800"/>
              <a:buChar char="•"/>
              <a:defRPr/>
            </a:lvl3pPr>
            <a:lvl4pPr marL="1828800" lvl="3" indent="-342900" algn="l">
              <a:lnSpc>
                <a:spcPct val="90000"/>
              </a:lnSpc>
              <a:spcBef>
                <a:spcPts val="900"/>
              </a:spcBef>
              <a:spcAft>
                <a:spcPts val="0"/>
              </a:spcAft>
              <a:buClr>
                <a:schemeClr val="dk1"/>
              </a:buClr>
              <a:buSzPts val="1800"/>
              <a:buChar char="–"/>
              <a:defRPr/>
            </a:lvl4pPr>
            <a:lvl5pPr marL="2286000" lvl="4" indent="-342900" algn="l">
              <a:lnSpc>
                <a:spcPct val="90000"/>
              </a:lnSpc>
              <a:spcBef>
                <a:spcPts val="90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693"/>
        <p:cNvGrpSpPr/>
        <p:nvPr/>
      </p:nvGrpSpPr>
      <p:grpSpPr>
        <a:xfrm>
          <a:off x="0" y="0"/>
          <a:ext cx="0" cy="0"/>
          <a:chOff x="0" y="0"/>
          <a:chExt cx="0" cy="0"/>
        </a:xfrm>
      </p:grpSpPr>
      <p:sp>
        <p:nvSpPr>
          <p:cNvPr id="694" name="Google Shape;694;p266"/>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5" name="Google Shape;695;p266"/>
          <p:cNvSpPr txBox="1">
            <a:spLocks noGrp="1"/>
          </p:cNvSpPr>
          <p:nvPr>
            <p:ph type="body" idx="1"/>
          </p:nvPr>
        </p:nvSpPr>
        <p:spPr>
          <a:xfrm>
            <a:off x="342900" y="1145286"/>
            <a:ext cx="250317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96" name="Google Shape;696;p266"/>
          <p:cNvSpPr txBox="1">
            <a:spLocks noGrp="1"/>
          </p:cNvSpPr>
          <p:nvPr>
            <p:ph type="body" idx="2"/>
          </p:nvPr>
        </p:nvSpPr>
        <p:spPr>
          <a:xfrm>
            <a:off x="3319272" y="1145286"/>
            <a:ext cx="250317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97" name="Google Shape;697;p266"/>
          <p:cNvSpPr txBox="1">
            <a:spLocks noGrp="1"/>
          </p:cNvSpPr>
          <p:nvPr>
            <p:ph type="body" idx="3"/>
          </p:nvPr>
        </p:nvSpPr>
        <p:spPr>
          <a:xfrm>
            <a:off x="6295644" y="1145286"/>
            <a:ext cx="250317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698"/>
        <p:cNvGrpSpPr/>
        <p:nvPr/>
      </p:nvGrpSpPr>
      <p:grpSpPr>
        <a:xfrm>
          <a:off x="0" y="0"/>
          <a:ext cx="0" cy="0"/>
          <a:chOff x="0" y="0"/>
          <a:chExt cx="0" cy="0"/>
        </a:xfrm>
      </p:grpSpPr>
      <p:sp>
        <p:nvSpPr>
          <p:cNvPr id="699" name="Google Shape;699;p267"/>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0" name="Google Shape;700;p267"/>
          <p:cNvSpPr txBox="1">
            <a:spLocks noGrp="1"/>
          </p:cNvSpPr>
          <p:nvPr>
            <p:ph type="body" idx="1"/>
          </p:nvPr>
        </p:nvSpPr>
        <p:spPr>
          <a:xfrm>
            <a:off x="342900" y="1145286"/>
            <a:ext cx="2503170" cy="3346704"/>
          </a:xfrm>
          <a:prstGeom prst="rect">
            <a:avLst/>
          </a:prstGeom>
          <a:solidFill>
            <a:srgbClr val="F4F4F4"/>
          </a:solidFill>
          <a:ln>
            <a:noFill/>
          </a:ln>
        </p:spPr>
        <p:txBody>
          <a:bodyPr spcFirstLastPara="1" wrap="square" lIns="18287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01" name="Google Shape;701;p267"/>
          <p:cNvSpPr txBox="1">
            <a:spLocks noGrp="1"/>
          </p:cNvSpPr>
          <p:nvPr>
            <p:ph type="body" idx="2"/>
          </p:nvPr>
        </p:nvSpPr>
        <p:spPr>
          <a:xfrm>
            <a:off x="3319272" y="1145286"/>
            <a:ext cx="2503170" cy="3346704"/>
          </a:xfrm>
          <a:prstGeom prst="rect">
            <a:avLst/>
          </a:prstGeom>
          <a:solidFill>
            <a:srgbClr val="F4F4F4"/>
          </a:solidFill>
          <a:ln>
            <a:noFill/>
          </a:ln>
        </p:spPr>
        <p:txBody>
          <a:bodyPr spcFirstLastPara="1" wrap="square" lIns="18287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02" name="Google Shape;702;p267"/>
          <p:cNvSpPr txBox="1">
            <a:spLocks noGrp="1"/>
          </p:cNvSpPr>
          <p:nvPr>
            <p:ph type="body" idx="3"/>
          </p:nvPr>
        </p:nvSpPr>
        <p:spPr>
          <a:xfrm>
            <a:off x="6295644" y="1145286"/>
            <a:ext cx="2503170" cy="3346704"/>
          </a:xfrm>
          <a:prstGeom prst="rect">
            <a:avLst/>
          </a:prstGeom>
          <a:solidFill>
            <a:srgbClr val="F4F4F4"/>
          </a:solidFill>
          <a:ln>
            <a:noFill/>
          </a:ln>
        </p:spPr>
        <p:txBody>
          <a:bodyPr spcFirstLastPara="1" wrap="square" lIns="18287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Four column">
  <p:cSld name="Four column">
    <p:spTree>
      <p:nvGrpSpPr>
        <p:cNvPr id="1" name="Shape 703"/>
        <p:cNvGrpSpPr/>
        <p:nvPr/>
      </p:nvGrpSpPr>
      <p:grpSpPr>
        <a:xfrm>
          <a:off x="0" y="0"/>
          <a:ext cx="0" cy="0"/>
          <a:chOff x="0" y="0"/>
          <a:chExt cx="0" cy="0"/>
        </a:xfrm>
      </p:grpSpPr>
      <p:sp>
        <p:nvSpPr>
          <p:cNvPr id="704" name="Google Shape;704;p268"/>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5" name="Google Shape;705;p268"/>
          <p:cNvSpPr txBox="1">
            <a:spLocks noGrp="1"/>
          </p:cNvSpPr>
          <p:nvPr>
            <p:ph type="body" idx="1"/>
          </p:nvPr>
        </p:nvSpPr>
        <p:spPr>
          <a:xfrm>
            <a:off x="342900" y="1145286"/>
            <a:ext cx="195053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06" name="Google Shape;706;p268"/>
          <p:cNvSpPr txBox="1">
            <a:spLocks noGrp="1"/>
          </p:cNvSpPr>
          <p:nvPr>
            <p:ph type="body" idx="2"/>
          </p:nvPr>
        </p:nvSpPr>
        <p:spPr>
          <a:xfrm>
            <a:off x="2511361" y="1145286"/>
            <a:ext cx="195053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07" name="Google Shape;707;p268"/>
          <p:cNvSpPr txBox="1">
            <a:spLocks noGrp="1"/>
          </p:cNvSpPr>
          <p:nvPr>
            <p:ph type="body" idx="3"/>
          </p:nvPr>
        </p:nvSpPr>
        <p:spPr>
          <a:xfrm>
            <a:off x="4679823" y="1145286"/>
            <a:ext cx="195053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08" name="Google Shape;708;p268"/>
          <p:cNvSpPr txBox="1">
            <a:spLocks noGrp="1"/>
          </p:cNvSpPr>
          <p:nvPr>
            <p:ph type="body" idx="4"/>
          </p:nvPr>
        </p:nvSpPr>
        <p:spPr>
          <a:xfrm>
            <a:off x="6848284" y="1145286"/>
            <a:ext cx="1950530" cy="3346704"/>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Four column shaded">
  <p:cSld name="Four column shaded">
    <p:spTree>
      <p:nvGrpSpPr>
        <p:cNvPr id="1" name="Shape 709"/>
        <p:cNvGrpSpPr/>
        <p:nvPr/>
      </p:nvGrpSpPr>
      <p:grpSpPr>
        <a:xfrm>
          <a:off x="0" y="0"/>
          <a:ext cx="0" cy="0"/>
          <a:chOff x="0" y="0"/>
          <a:chExt cx="0" cy="0"/>
        </a:xfrm>
      </p:grpSpPr>
      <p:sp>
        <p:nvSpPr>
          <p:cNvPr id="710" name="Google Shape;710;p269"/>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1" name="Google Shape;711;p269"/>
          <p:cNvSpPr txBox="1">
            <a:spLocks noGrp="1"/>
          </p:cNvSpPr>
          <p:nvPr>
            <p:ph type="body" idx="1"/>
          </p:nvPr>
        </p:nvSpPr>
        <p:spPr>
          <a:xfrm>
            <a:off x="342900" y="1145286"/>
            <a:ext cx="1950530" cy="3346704"/>
          </a:xfrm>
          <a:prstGeom prst="rect">
            <a:avLst/>
          </a:prstGeom>
          <a:solidFill>
            <a:srgbClr val="F4F4F4"/>
          </a:solidFill>
          <a:ln>
            <a:noFill/>
          </a:ln>
        </p:spPr>
        <p:txBody>
          <a:bodyPr spcFirstLastPara="1" wrap="square" lIns="9142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2" name="Google Shape;712;p269"/>
          <p:cNvSpPr txBox="1">
            <a:spLocks noGrp="1"/>
          </p:cNvSpPr>
          <p:nvPr>
            <p:ph type="body" idx="2"/>
          </p:nvPr>
        </p:nvSpPr>
        <p:spPr>
          <a:xfrm>
            <a:off x="2511361" y="1145286"/>
            <a:ext cx="1950530" cy="3346704"/>
          </a:xfrm>
          <a:prstGeom prst="rect">
            <a:avLst/>
          </a:prstGeom>
          <a:solidFill>
            <a:srgbClr val="F4F4F4"/>
          </a:solidFill>
          <a:ln>
            <a:noFill/>
          </a:ln>
        </p:spPr>
        <p:txBody>
          <a:bodyPr spcFirstLastPara="1" wrap="square" lIns="9142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3" name="Google Shape;713;p269"/>
          <p:cNvSpPr txBox="1">
            <a:spLocks noGrp="1"/>
          </p:cNvSpPr>
          <p:nvPr>
            <p:ph type="body" idx="3"/>
          </p:nvPr>
        </p:nvSpPr>
        <p:spPr>
          <a:xfrm>
            <a:off x="4679823" y="1145286"/>
            <a:ext cx="1950530" cy="3346704"/>
          </a:xfrm>
          <a:prstGeom prst="rect">
            <a:avLst/>
          </a:prstGeom>
          <a:solidFill>
            <a:srgbClr val="F4F4F4"/>
          </a:solidFill>
          <a:ln>
            <a:noFill/>
          </a:ln>
        </p:spPr>
        <p:txBody>
          <a:bodyPr spcFirstLastPara="1" wrap="square" lIns="9142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4" name="Google Shape;714;p269"/>
          <p:cNvSpPr txBox="1">
            <a:spLocks noGrp="1"/>
          </p:cNvSpPr>
          <p:nvPr>
            <p:ph type="body" idx="4"/>
          </p:nvPr>
        </p:nvSpPr>
        <p:spPr>
          <a:xfrm>
            <a:off x="6848284" y="1145286"/>
            <a:ext cx="1950530" cy="3346704"/>
          </a:xfrm>
          <a:prstGeom prst="rect">
            <a:avLst/>
          </a:prstGeom>
          <a:solidFill>
            <a:srgbClr val="F4F4F4"/>
          </a:solidFill>
          <a:ln>
            <a:noFill/>
          </a:ln>
        </p:spPr>
        <p:txBody>
          <a:bodyPr spcFirstLastPara="1" wrap="square" lIns="91425" tIns="182875" rIns="91425" bIns="91425" anchor="t" anchorCtr="0">
            <a:noAutofit/>
          </a:bodyPr>
          <a:lstStyle>
            <a:lvl1pPr marL="457200" lvl="0" indent="-355600" algn="l">
              <a:lnSpc>
                <a:spcPct val="90000"/>
              </a:lnSpc>
              <a:spcBef>
                <a:spcPts val="900"/>
              </a:spcBef>
              <a:spcAft>
                <a:spcPts val="0"/>
              </a:spcAft>
              <a:buClr>
                <a:schemeClr val="dk1"/>
              </a:buClr>
              <a:buSzPts val="2000"/>
              <a:buChar char="•"/>
              <a:defRPr sz="1500"/>
            </a:lvl1pPr>
            <a:lvl2pPr marL="914400" lvl="1" indent="-355600" algn="l">
              <a:lnSpc>
                <a:spcPct val="90000"/>
              </a:lnSpc>
              <a:spcBef>
                <a:spcPts val="900"/>
              </a:spcBef>
              <a:spcAft>
                <a:spcPts val="0"/>
              </a:spcAft>
              <a:buClr>
                <a:schemeClr val="dk1"/>
              </a:buClr>
              <a:buSzPts val="2000"/>
              <a:buChar char="–"/>
              <a:defRPr sz="1500"/>
            </a:lvl2pPr>
            <a:lvl3pPr marL="1371600" lvl="2" indent="-355600" algn="l">
              <a:lnSpc>
                <a:spcPct val="90000"/>
              </a:lnSpc>
              <a:spcBef>
                <a:spcPts val="900"/>
              </a:spcBef>
              <a:spcAft>
                <a:spcPts val="0"/>
              </a:spcAft>
              <a:buClr>
                <a:schemeClr val="dk1"/>
              </a:buClr>
              <a:buSzPts val="2000"/>
              <a:buChar char="•"/>
              <a:defRPr sz="1500"/>
            </a:lvl3pPr>
            <a:lvl4pPr marL="1828800" lvl="3" indent="-355600" algn="l">
              <a:lnSpc>
                <a:spcPct val="90000"/>
              </a:lnSpc>
              <a:spcBef>
                <a:spcPts val="900"/>
              </a:spcBef>
              <a:spcAft>
                <a:spcPts val="0"/>
              </a:spcAft>
              <a:buClr>
                <a:schemeClr val="dk1"/>
              </a:buClr>
              <a:buSzPts val="2000"/>
              <a:buChar char="–"/>
              <a:defRPr sz="1500"/>
            </a:lvl4pPr>
            <a:lvl5pPr marL="2286000" lvl="4" indent="-355600" algn="l">
              <a:lnSpc>
                <a:spcPct val="90000"/>
              </a:lnSpc>
              <a:spcBef>
                <a:spcPts val="900"/>
              </a:spcBef>
              <a:spcAft>
                <a:spcPts val="0"/>
              </a:spcAft>
              <a:buClr>
                <a:schemeClr val="dk1"/>
              </a:buClr>
              <a:buSzPts val="2000"/>
              <a:buChar char="•"/>
              <a:defRPr sz="15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715"/>
        <p:cNvGrpSpPr/>
        <p:nvPr/>
      </p:nvGrpSpPr>
      <p:grpSpPr>
        <a:xfrm>
          <a:off x="0" y="0"/>
          <a:ext cx="0" cy="0"/>
          <a:chOff x="0" y="0"/>
          <a:chExt cx="0" cy="0"/>
        </a:xfrm>
      </p:grpSpPr>
      <p:sp>
        <p:nvSpPr>
          <p:cNvPr id="716" name="Google Shape;716;p270"/>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3200"/>
              <a:buFont typeface="Arial Black"/>
              <a:buNone/>
              <a:defRPr sz="2400"/>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7" name="Google Shape;717;p270"/>
          <p:cNvSpPr/>
          <p:nvPr/>
        </p:nvSpPr>
        <p:spPr>
          <a:xfrm>
            <a:off x="0" y="1014984"/>
            <a:ext cx="1316736" cy="246888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718" name="Google Shape;718;p270"/>
          <p:cNvSpPr/>
          <p:nvPr/>
        </p:nvSpPr>
        <p:spPr>
          <a:xfrm>
            <a:off x="5356098" y="1014984"/>
            <a:ext cx="3785616" cy="246888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Divider W1_Sky">
  <p:cSld name="Divider W1_Sky">
    <p:spTree>
      <p:nvGrpSpPr>
        <p:cNvPr id="1" name="Shape 719"/>
        <p:cNvGrpSpPr/>
        <p:nvPr/>
      </p:nvGrpSpPr>
      <p:grpSpPr>
        <a:xfrm>
          <a:off x="0" y="0"/>
          <a:ext cx="0" cy="0"/>
          <a:chOff x="0" y="0"/>
          <a:chExt cx="0" cy="0"/>
        </a:xfrm>
      </p:grpSpPr>
      <p:sp>
        <p:nvSpPr>
          <p:cNvPr id="720" name="Google Shape;720;p271"/>
          <p:cNvSpPr txBox="1">
            <a:spLocks noGrp="1"/>
          </p:cNvSpPr>
          <p:nvPr>
            <p:ph type="title"/>
          </p:nvPr>
        </p:nvSpPr>
        <p:spPr>
          <a:xfrm>
            <a:off x="1543050" y="1145286"/>
            <a:ext cx="3682746" cy="220141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3200"/>
              <a:buFont typeface="Arial Black"/>
              <a:buNone/>
              <a:defRPr sz="2400"/>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1" name="Google Shape;721;p271"/>
          <p:cNvSpPr/>
          <p:nvPr/>
        </p:nvSpPr>
        <p:spPr>
          <a:xfrm>
            <a:off x="0" y="1014984"/>
            <a:ext cx="1316736"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
        <p:nvSpPr>
          <p:cNvPr id="722" name="Google Shape;722;p271"/>
          <p:cNvSpPr/>
          <p:nvPr/>
        </p:nvSpPr>
        <p:spPr>
          <a:xfrm>
            <a:off x="5356098" y="1014984"/>
            <a:ext cx="3785616" cy="246888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Quote with photo">
  <p:cSld name="Quote with photo">
    <p:spTree>
      <p:nvGrpSpPr>
        <p:cNvPr id="1" name="Shape 723"/>
        <p:cNvGrpSpPr/>
        <p:nvPr/>
      </p:nvGrpSpPr>
      <p:grpSpPr>
        <a:xfrm>
          <a:off x="0" y="0"/>
          <a:ext cx="0" cy="0"/>
          <a:chOff x="0" y="0"/>
          <a:chExt cx="0" cy="0"/>
        </a:xfrm>
      </p:grpSpPr>
      <p:sp>
        <p:nvSpPr>
          <p:cNvPr id="724" name="Google Shape;724;p272"/>
          <p:cNvSpPr txBox="1">
            <a:spLocks noGrp="1"/>
          </p:cNvSpPr>
          <p:nvPr>
            <p:ph type="title"/>
          </p:nvPr>
        </p:nvSpPr>
        <p:spPr>
          <a:xfrm>
            <a:off x="342900" y="756952"/>
            <a:ext cx="4545106"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3200"/>
              <a:buFont typeface="Arial Black"/>
              <a:buNone/>
              <a:defRPr sz="2400"/>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5" name="Google Shape;725;p272"/>
          <p:cNvSpPr txBox="1">
            <a:spLocks noGrp="1"/>
          </p:cNvSpPr>
          <p:nvPr>
            <p:ph type="body" idx="1"/>
          </p:nvPr>
        </p:nvSpPr>
        <p:spPr>
          <a:xfrm>
            <a:off x="342900" y="4114038"/>
            <a:ext cx="4545106"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400"/>
              <a:buNone/>
              <a:defRPr sz="1050">
                <a:solidFill>
                  <a:schemeClr val="dk1"/>
                </a:solidFill>
              </a:defRPr>
            </a:lvl1pPr>
            <a:lvl2pPr marL="914400" lvl="1" indent="-228600" algn="l">
              <a:lnSpc>
                <a:spcPct val="90000"/>
              </a:lnSpc>
              <a:spcBef>
                <a:spcPts val="900"/>
              </a:spcBef>
              <a:spcAft>
                <a:spcPts val="0"/>
              </a:spcAft>
              <a:buClr>
                <a:srgbClr val="888888"/>
              </a:buClr>
              <a:buSzPts val="2000"/>
              <a:buNone/>
              <a:defRPr sz="1500">
                <a:solidFill>
                  <a:srgbClr val="888888"/>
                </a:solidFill>
              </a:defRPr>
            </a:lvl2pPr>
            <a:lvl3pPr marL="1371600" lvl="2" indent="-228600" algn="l">
              <a:lnSpc>
                <a:spcPct val="90000"/>
              </a:lnSpc>
              <a:spcBef>
                <a:spcPts val="900"/>
              </a:spcBef>
              <a:spcAft>
                <a:spcPts val="0"/>
              </a:spcAft>
              <a:buClr>
                <a:srgbClr val="888888"/>
              </a:buClr>
              <a:buSzPts val="1800"/>
              <a:buNone/>
              <a:defRPr sz="1350">
                <a:solidFill>
                  <a:srgbClr val="888888"/>
                </a:solidFill>
              </a:defRPr>
            </a:lvl3pPr>
            <a:lvl4pPr marL="1828800" lvl="3" indent="-228600" algn="l">
              <a:lnSpc>
                <a:spcPct val="90000"/>
              </a:lnSpc>
              <a:spcBef>
                <a:spcPts val="900"/>
              </a:spcBef>
              <a:spcAft>
                <a:spcPts val="0"/>
              </a:spcAft>
              <a:buClr>
                <a:srgbClr val="888888"/>
              </a:buClr>
              <a:buSzPts val="1600"/>
              <a:buNone/>
              <a:defRPr sz="1200">
                <a:solidFill>
                  <a:srgbClr val="888888"/>
                </a:solidFill>
              </a:defRPr>
            </a:lvl4pPr>
            <a:lvl5pPr marL="2286000" lvl="4" indent="-228600" algn="l">
              <a:lnSpc>
                <a:spcPct val="90000"/>
              </a:lnSpc>
              <a:spcBef>
                <a:spcPts val="900"/>
              </a:spcBef>
              <a:spcAft>
                <a:spcPts val="0"/>
              </a:spcAft>
              <a:buClr>
                <a:srgbClr val="888888"/>
              </a:buClr>
              <a:buSzPts val="1600"/>
              <a:buNone/>
              <a:defRPr sz="1200">
                <a:solidFill>
                  <a:srgbClr val="888888"/>
                </a:solidFill>
              </a:defRPr>
            </a:lvl5pPr>
            <a:lvl6pPr marL="2743200" lvl="5" indent="-228600" algn="l">
              <a:lnSpc>
                <a:spcPct val="90000"/>
              </a:lnSpc>
              <a:spcBef>
                <a:spcPts val="375"/>
              </a:spcBef>
              <a:spcAft>
                <a:spcPts val="0"/>
              </a:spcAft>
              <a:buClr>
                <a:srgbClr val="888888"/>
              </a:buClr>
              <a:buSzPts val="1600"/>
              <a:buNone/>
              <a:defRPr sz="1200">
                <a:solidFill>
                  <a:srgbClr val="888888"/>
                </a:solidFill>
              </a:defRPr>
            </a:lvl6pPr>
            <a:lvl7pPr marL="3200400" lvl="6" indent="-228600" algn="l">
              <a:lnSpc>
                <a:spcPct val="90000"/>
              </a:lnSpc>
              <a:spcBef>
                <a:spcPts val="375"/>
              </a:spcBef>
              <a:spcAft>
                <a:spcPts val="0"/>
              </a:spcAft>
              <a:buClr>
                <a:srgbClr val="888888"/>
              </a:buClr>
              <a:buSzPts val="1600"/>
              <a:buNone/>
              <a:defRPr sz="1200">
                <a:solidFill>
                  <a:srgbClr val="888888"/>
                </a:solidFill>
              </a:defRPr>
            </a:lvl7pPr>
            <a:lvl8pPr marL="3657600" lvl="7" indent="-228600" algn="l">
              <a:lnSpc>
                <a:spcPct val="90000"/>
              </a:lnSpc>
              <a:spcBef>
                <a:spcPts val="375"/>
              </a:spcBef>
              <a:spcAft>
                <a:spcPts val="0"/>
              </a:spcAft>
              <a:buClr>
                <a:srgbClr val="888888"/>
              </a:buClr>
              <a:buSzPts val="1600"/>
              <a:buNone/>
              <a:defRPr sz="1200">
                <a:solidFill>
                  <a:srgbClr val="888888"/>
                </a:solidFill>
              </a:defRPr>
            </a:lvl8pPr>
            <a:lvl9pPr marL="4114800" lvl="8" indent="-22860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726" name="Google Shape;726;p272"/>
          <p:cNvSpPr>
            <a:spLocks noGrp="1"/>
          </p:cNvSpPr>
          <p:nvPr>
            <p:ph type="pic" idx="2"/>
          </p:nvPr>
        </p:nvSpPr>
        <p:spPr>
          <a:xfrm>
            <a:off x="5280660" y="1009649"/>
            <a:ext cx="3518154" cy="3223260"/>
          </a:xfrm>
          <a:prstGeom prst="rect">
            <a:avLst/>
          </a:prstGeom>
          <a:noFill/>
          <a:ln>
            <a:noFill/>
          </a:ln>
        </p:spPr>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27"/>
        <p:cNvGrpSpPr/>
        <p:nvPr/>
      </p:nvGrpSpPr>
      <p:grpSpPr>
        <a:xfrm>
          <a:off x="0" y="0"/>
          <a:ext cx="0" cy="0"/>
          <a:chOff x="0" y="0"/>
          <a:chExt cx="0" cy="0"/>
        </a:xfrm>
      </p:grpSpPr>
      <p:sp>
        <p:nvSpPr>
          <p:cNvPr id="728" name="Google Shape;728;p273"/>
          <p:cNvSpPr txBox="1">
            <a:spLocks noGrp="1"/>
          </p:cNvSpPr>
          <p:nvPr>
            <p:ph type="title"/>
          </p:nvPr>
        </p:nvSpPr>
        <p:spPr>
          <a:xfrm>
            <a:off x="342900" y="756952"/>
            <a:ext cx="6275071" cy="335708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2"/>
              </a:buClr>
              <a:buSzPts val="3200"/>
              <a:buFont typeface="Arial Black"/>
              <a:buNone/>
              <a:defRPr sz="2400"/>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9" name="Google Shape;729;p273"/>
          <p:cNvSpPr txBox="1">
            <a:spLocks noGrp="1"/>
          </p:cNvSpPr>
          <p:nvPr>
            <p:ph type="body" idx="1"/>
          </p:nvPr>
        </p:nvSpPr>
        <p:spPr>
          <a:xfrm>
            <a:off x="342900" y="4114038"/>
            <a:ext cx="6275071" cy="26060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900"/>
              </a:spcBef>
              <a:spcAft>
                <a:spcPts val="0"/>
              </a:spcAft>
              <a:buClr>
                <a:schemeClr val="dk1"/>
              </a:buClr>
              <a:buSzPts val="1400"/>
              <a:buNone/>
              <a:defRPr sz="1050">
                <a:solidFill>
                  <a:schemeClr val="dk1"/>
                </a:solidFill>
              </a:defRPr>
            </a:lvl1pPr>
            <a:lvl2pPr marL="914400" lvl="1" indent="-228600" algn="l">
              <a:lnSpc>
                <a:spcPct val="90000"/>
              </a:lnSpc>
              <a:spcBef>
                <a:spcPts val="900"/>
              </a:spcBef>
              <a:spcAft>
                <a:spcPts val="0"/>
              </a:spcAft>
              <a:buClr>
                <a:srgbClr val="888888"/>
              </a:buClr>
              <a:buSzPts val="2000"/>
              <a:buNone/>
              <a:defRPr sz="1500">
                <a:solidFill>
                  <a:srgbClr val="888888"/>
                </a:solidFill>
              </a:defRPr>
            </a:lvl2pPr>
            <a:lvl3pPr marL="1371600" lvl="2" indent="-228600" algn="l">
              <a:lnSpc>
                <a:spcPct val="90000"/>
              </a:lnSpc>
              <a:spcBef>
                <a:spcPts val="900"/>
              </a:spcBef>
              <a:spcAft>
                <a:spcPts val="0"/>
              </a:spcAft>
              <a:buClr>
                <a:srgbClr val="888888"/>
              </a:buClr>
              <a:buSzPts val="1800"/>
              <a:buNone/>
              <a:defRPr sz="1350">
                <a:solidFill>
                  <a:srgbClr val="888888"/>
                </a:solidFill>
              </a:defRPr>
            </a:lvl3pPr>
            <a:lvl4pPr marL="1828800" lvl="3" indent="-228600" algn="l">
              <a:lnSpc>
                <a:spcPct val="90000"/>
              </a:lnSpc>
              <a:spcBef>
                <a:spcPts val="900"/>
              </a:spcBef>
              <a:spcAft>
                <a:spcPts val="0"/>
              </a:spcAft>
              <a:buClr>
                <a:srgbClr val="888888"/>
              </a:buClr>
              <a:buSzPts val="1600"/>
              <a:buNone/>
              <a:defRPr sz="1200">
                <a:solidFill>
                  <a:srgbClr val="888888"/>
                </a:solidFill>
              </a:defRPr>
            </a:lvl4pPr>
            <a:lvl5pPr marL="2286000" lvl="4" indent="-228600" algn="l">
              <a:lnSpc>
                <a:spcPct val="90000"/>
              </a:lnSpc>
              <a:spcBef>
                <a:spcPts val="900"/>
              </a:spcBef>
              <a:spcAft>
                <a:spcPts val="0"/>
              </a:spcAft>
              <a:buClr>
                <a:srgbClr val="888888"/>
              </a:buClr>
              <a:buSzPts val="1600"/>
              <a:buNone/>
              <a:defRPr sz="1200">
                <a:solidFill>
                  <a:srgbClr val="888888"/>
                </a:solidFill>
              </a:defRPr>
            </a:lvl5pPr>
            <a:lvl6pPr marL="2743200" lvl="5" indent="-228600" algn="l">
              <a:lnSpc>
                <a:spcPct val="90000"/>
              </a:lnSpc>
              <a:spcBef>
                <a:spcPts val="375"/>
              </a:spcBef>
              <a:spcAft>
                <a:spcPts val="0"/>
              </a:spcAft>
              <a:buClr>
                <a:srgbClr val="888888"/>
              </a:buClr>
              <a:buSzPts val="1600"/>
              <a:buNone/>
              <a:defRPr sz="1200">
                <a:solidFill>
                  <a:srgbClr val="888888"/>
                </a:solidFill>
              </a:defRPr>
            </a:lvl6pPr>
            <a:lvl7pPr marL="3200400" lvl="6" indent="-228600" algn="l">
              <a:lnSpc>
                <a:spcPct val="90000"/>
              </a:lnSpc>
              <a:spcBef>
                <a:spcPts val="375"/>
              </a:spcBef>
              <a:spcAft>
                <a:spcPts val="0"/>
              </a:spcAft>
              <a:buClr>
                <a:srgbClr val="888888"/>
              </a:buClr>
              <a:buSzPts val="1600"/>
              <a:buNone/>
              <a:defRPr sz="1200">
                <a:solidFill>
                  <a:srgbClr val="888888"/>
                </a:solidFill>
              </a:defRPr>
            </a:lvl7pPr>
            <a:lvl8pPr marL="3657600" lvl="7" indent="-228600" algn="l">
              <a:lnSpc>
                <a:spcPct val="90000"/>
              </a:lnSpc>
              <a:spcBef>
                <a:spcPts val="375"/>
              </a:spcBef>
              <a:spcAft>
                <a:spcPts val="0"/>
              </a:spcAft>
              <a:buClr>
                <a:srgbClr val="888888"/>
              </a:buClr>
              <a:buSzPts val="1600"/>
              <a:buNone/>
              <a:defRPr sz="1200">
                <a:solidFill>
                  <a:srgbClr val="888888"/>
                </a:solidFill>
              </a:defRPr>
            </a:lvl8pPr>
            <a:lvl9pPr marL="4114800" lvl="8" indent="-228600" algn="l">
              <a:lnSpc>
                <a:spcPct val="90000"/>
              </a:lnSpc>
              <a:spcBef>
                <a:spcPts val="375"/>
              </a:spcBef>
              <a:spcAft>
                <a:spcPts val="0"/>
              </a:spcAft>
              <a:buClr>
                <a:srgbClr val="888888"/>
              </a:buClr>
              <a:buSzPts val="1600"/>
              <a:buNone/>
              <a:defRPr sz="1200">
                <a:solidFill>
                  <a:srgbClr val="888888"/>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image" Target="../media/image2.pn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image" Target="../media/image7.png"/><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theme" Target="../theme/theme3.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21" Type="http://schemas.openxmlformats.org/officeDocument/2006/relationships/image" Target="../media/image9.png"/><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theme" Target="../theme/theme4.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34" Type="http://schemas.openxmlformats.org/officeDocument/2006/relationships/slideLayout" Target="../slideLayouts/slideLayout100.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image" Target="../media/image7.png"/><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theme" Target="../theme/theme5.xml"/><Relationship Id="rId8" Type="http://schemas.openxmlformats.org/officeDocument/2006/relationships/slideLayout" Target="../slideLayouts/slideLayout7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slideLayout" Target="../slideLayouts/slideLayout113.xml"/><Relationship Id="rId18" Type="http://schemas.openxmlformats.org/officeDocument/2006/relationships/theme" Target="../theme/theme6.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17" Type="http://schemas.openxmlformats.org/officeDocument/2006/relationships/slideLayout" Target="../slideLayouts/slideLayout117.xml"/><Relationship Id="rId2" Type="http://schemas.openxmlformats.org/officeDocument/2006/relationships/slideLayout" Target="../slideLayouts/slideLayout102.xml"/><Relationship Id="rId16" Type="http://schemas.openxmlformats.org/officeDocument/2006/relationships/slideLayout" Target="../slideLayouts/slideLayout116.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5" Type="http://schemas.openxmlformats.org/officeDocument/2006/relationships/slideLayout" Target="../slideLayouts/slideLayout115.xml"/><Relationship Id="rId10" Type="http://schemas.openxmlformats.org/officeDocument/2006/relationships/slideLayout" Target="../slideLayouts/slideLayout110.xml"/><Relationship Id="rId19" Type="http://schemas.openxmlformats.org/officeDocument/2006/relationships/image" Target="../media/image15.png"/><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slideLayout" Target="../slideLayouts/slideLayout11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image" Target="../media/image9.png"/><Relationship Id="rId2" Type="http://schemas.openxmlformats.org/officeDocument/2006/relationships/slideLayout" Target="../slideLayouts/slideLayout119.xml"/><Relationship Id="rId16" Type="http://schemas.openxmlformats.org/officeDocument/2006/relationships/theme" Target="../theme/theme7.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10" Type="http://schemas.openxmlformats.org/officeDocument/2006/relationships/slideLayout" Target="../slideLayouts/slideLayout127.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slideLayout" Target="../slideLayouts/slideLayout145.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17" Type="http://schemas.openxmlformats.org/officeDocument/2006/relationships/image" Target="../media/image15.png"/><Relationship Id="rId2" Type="http://schemas.openxmlformats.org/officeDocument/2006/relationships/slideLayout" Target="../slideLayouts/slideLayout134.xml"/><Relationship Id="rId16" Type="http://schemas.openxmlformats.org/officeDocument/2006/relationships/theme" Target="../theme/theme8.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5" Type="http://schemas.openxmlformats.org/officeDocument/2006/relationships/slideLayout" Target="../slideLayouts/slideLayout14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slideLayout" Target="../slideLayouts/slideLayout14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slideLayout" Target="../slideLayouts/slideLayout160.xml"/><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slideLayout" Target="../slideLayouts/slideLayout159.xml"/><Relationship Id="rId17" Type="http://schemas.openxmlformats.org/officeDocument/2006/relationships/image" Target="../media/image15.png"/><Relationship Id="rId2" Type="http://schemas.openxmlformats.org/officeDocument/2006/relationships/slideLayout" Target="../slideLayouts/slideLayout149.xml"/><Relationship Id="rId16" Type="http://schemas.openxmlformats.org/officeDocument/2006/relationships/theme" Target="../theme/theme9.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5" Type="http://schemas.openxmlformats.org/officeDocument/2006/relationships/slideLayout" Target="../slideLayouts/slideLayout162.xml"/><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slideLayout" Target="../slideLayouts/slideLayout1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48"/>
          <p:cNvSpPr txBox="1">
            <a:spLocks noGrp="1"/>
          </p:cNvSpPr>
          <p:nvPr>
            <p:ph type="title"/>
          </p:nvPr>
        </p:nvSpPr>
        <p:spPr>
          <a:xfrm>
            <a:off x="342901" y="342900"/>
            <a:ext cx="8449500" cy="271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2"/>
              </a:buClr>
              <a:buSzPts val="1500"/>
              <a:buFont typeface="Arial Black"/>
              <a:buNone/>
              <a:defRPr sz="1500" b="0" i="0" u="none" strike="noStrike" cap="none">
                <a:solidFill>
                  <a:schemeClr val="lt2"/>
                </a:solidFill>
                <a:latin typeface="Arial Black"/>
                <a:ea typeface="Arial Black"/>
                <a:cs typeface="Arial Black"/>
                <a:sym typeface="Arial Black"/>
              </a:defRPr>
            </a:lvl1pPr>
            <a:lvl2pPr marR="0" lvl="1" algn="l" rtl="0">
              <a:lnSpc>
                <a:spcPct val="100000"/>
              </a:lnSpc>
              <a:spcBef>
                <a:spcPts val="90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48"/>
          <p:cNvSpPr txBox="1">
            <a:spLocks noGrp="1"/>
          </p:cNvSpPr>
          <p:nvPr>
            <p:ph type="body" idx="1"/>
          </p:nvPr>
        </p:nvSpPr>
        <p:spPr>
          <a:xfrm>
            <a:off x="342900" y="857250"/>
            <a:ext cx="8458200" cy="3771900"/>
          </a:xfrm>
          <a:prstGeom prst="rect">
            <a:avLst/>
          </a:prstGeom>
          <a:noFill/>
          <a:ln>
            <a:noFill/>
          </a:ln>
        </p:spPr>
        <p:txBody>
          <a:bodyPr spcFirstLastPara="1" wrap="square" lIns="0" tIns="0" rIns="0" bIns="0" anchor="t" anchorCtr="0">
            <a:noAutofit/>
          </a:bodyPr>
          <a:lstStyle>
            <a:lvl1pPr marL="457200" marR="0" lvl="0" indent="-279400" algn="l" rtl="0">
              <a:lnSpc>
                <a:spcPct val="100000"/>
              </a:lnSpc>
              <a:spcBef>
                <a:spcPts val="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1pPr>
            <a:lvl2pPr marL="914400" marR="0" lvl="1" indent="-273050" algn="l" rtl="0">
              <a:lnSpc>
                <a:spcPct val="100000"/>
              </a:lnSpc>
              <a:spcBef>
                <a:spcPts val="700"/>
              </a:spcBef>
              <a:spcAft>
                <a:spcPts val="0"/>
              </a:spcAft>
              <a:buClr>
                <a:schemeClr val="lt1"/>
              </a:buClr>
              <a:buSzPts val="700"/>
              <a:buFont typeface="Arial"/>
              <a:buChar char="–"/>
              <a:defRPr sz="800" b="0" i="0" u="none" strike="noStrike" cap="none">
                <a:solidFill>
                  <a:schemeClr val="lt1"/>
                </a:solidFill>
                <a:latin typeface="Arial"/>
                <a:ea typeface="Arial"/>
                <a:cs typeface="Arial"/>
                <a:sym typeface="Arial"/>
              </a:defRPr>
            </a:lvl2pPr>
            <a:lvl3pPr marL="1371600" marR="0" lvl="2" indent="-279400" algn="l" rtl="0">
              <a:lnSpc>
                <a:spcPct val="100000"/>
              </a:lnSpc>
              <a:spcBef>
                <a:spcPts val="70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3pPr>
            <a:lvl4pPr marL="1828800" marR="0" lvl="3" indent="-273050" algn="l" rtl="0">
              <a:lnSpc>
                <a:spcPct val="100000"/>
              </a:lnSpc>
              <a:spcBef>
                <a:spcPts val="700"/>
              </a:spcBef>
              <a:spcAft>
                <a:spcPts val="0"/>
              </a:spcAft>
              <a:buClr>
                <a:schemeClr val="lt1"/>
              </a:buClr>
              <a:buSzPts val="700"/>
              <a:buFont typeface="Arial"/>
              <a:buChar char="–"/>
              <a:defRPr sz="800" b="0" i="0" u="none" strike="noStrike" cap="none">
                <a:solidFill>
                  <a:schemeClr val="lt1"/>
                </a:solidFill>
                <a:latin typeface="Arial"/>
                <a:ea typeface="Arial"/>
                <a:cs typeface="Arial"/>
                <a:sym typeface="Arial"/>
              </a:defRPr>
            </a:lvl4pPr>
            <a:lvl5pPr marL="2286000" marR="0" lvl="4" indent="-279400" algn="l" rtl="0">
              <a:lnSpc>
                <a:spcPct val="100000"/>
              </a:lnSpc>
              <a:spcBef>
                <a:spcPts val="700"/>
              </a:spcBef>
              <a:spcAft>
                <a:spcPts val="0"/>
              </a:spcAft>
              <a:buClr>
                <a:schemeClr val="lt1"/>
              </a:buClr>
              <a:buSzPts val="800"/>
              <a:buFont typeface="Arial"/>
              <a:buChar char="•"/>
              <a:defRPr sz="800" b="0" i="0" u="none" strike="noStrike" cap="none">
                <a:solidFill>
                  <a:schemeClr val="lt1"/>
                </a:solidFill>
                <a:latin typeface="Arial"/>
                <a:ea typeface="Arial"/>
                <a:cs typeface="Arial"/>
                <a:sym typeface="Arial"/>
              </a:defRPr>
            </a:lvl5pPr>
            <a:lvl6pPr marL="2743200" marR="0" lvl="5" indent="-317500" algn="l" rtl="0">
              <a:lnSpc>
                <a:spcPct val="90000"/>
              </a:lnSpc>
              <a:spcBef>
                <a:spcPts val="7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6pPr>
            <a:lvl7pPr marL="3200400" marR="0" lvl="6"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7pPr>
            <a:lvl8pPr marL="3657600" marR="0" lvl="7"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8pPr>
            <a:lvl9pPr marL="4114800" marR="0" lvl="8"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8" name="Google Shape;8;p48"/>
          <p:cNvSpPr txBox="1"/>
          <p:nvPr/>
        </p:nvSpPr>
        <p:spPr>
          <a:xfrm>
            <a:off x="342902" y="4806383"/>
            <a:ext cx="3596400" cy="107700"/>
          </a:xfrm>
          <a:prstGeom prst="rect">
            <a:avLst/>
          </a:prstGeom>
          <a:noFill/>
          <a:ln>
            <a:noFill/>
          </a:ln>
        </p:spPr>
        <p:txBody>
          <a:bodyPr spcFirstLastPara="1" wrap="square" lIns="0" tIns="0" rIns="0" bIns="0" anchor="b" anchorCtr="0">
            <a:spAutoFit/>
          </a:bodyPr>
          <a:lstStyle/>
          <a:p>
            <a:pPr marL="215900" marR="0" lvl="0" indent="-215900" algn="l"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Arial"/>
                <a:ea typeface="Arial"/>
                <a:cs typeface="Arial"/>
                <a:sym typeface="Arial"/>
              </a:rPr>
              <a:t>‹#›</a:t>
            </a:fld>
            <a:r>
              <a:rPr lang="en" sz="500" b="0" i="0" u="none" strike="noStrike" cap="none">
                <a:solidFill>
                  <a:schemeClr val="lt1"/>
                </a:solidFill>
                <a:latin typeface="Arial"/>
                <a:ea typeface="Arial"/>
                <a:cs typeface="Arial"/>
                <a:sym typeface="Arial"/>
              </a:rPr>
              <a:t>	© 2023 Gartner, Inc. and/or its affiliates. All rights reserved. NS-579</a:t>
            </a:r>
            <a:endParaRPr sz="11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A4A3A4"/>
          </p15:clr>
        </p15:guide>
        <p15:guide id="2" pos="2880">
          <p15:clr>
            <a:srgbClr val="A4A3A4"/>
          </p15:clr>
        </p15:guide>
        <p15:guide id="3" orient="horz" pos="216">
          <p15:clr>
            <a:srgbClr val="5ACBF0"/>
          </p15:clr>
        </p15:guide>
        <p15:guide id="4" orient="horz" pos="432">
          <p15:clr>
            <a:srgbClr val="F26B43"/>
          </p15:clr>
        </p15:guide>
        <p15:guide id="5" orient="horz" pos="540">
          <p15:clr>
            <a:srgbClr val="5ACBF0"/>
          </p15:clr>
        </p15:guide>
        <p15:guide id="6" pos="216">
          <p15:clr>
            <a:srgbClr val="5ACBF0"/>
          </p15:clr>
        </p15:guide>
        <p15:guide id="7" pos="2808">
          <p15:clr>
            <a:srgbClr val="F26B43"/>
          </p15:clr>
        </p15:guide>
        <p15:guide id="8" pos="2952">
          <p15:clr>
            <a:srgbClr val="F26B43"/>
          </p15:clr>
        </p15:guide>
        <p15:guide id="9" pos="5545">
          <p15:clr>
            <a:srgbClr val="5ACBF0"/>
          </p15:clr>
        </p15:guide>
        <p15:guide id="10" orient="horz" pos="3018">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
        <p:cNvGrpSpPr/>
        <p:nvPr/>
      </p:nvGrpSpPr>
      <p:grpSpPr>
        <a:xfrm>
          <a:off x="0" y="0"/>
          <a:ext cx="0" cy="0"/>
          <a:chOff x="0" y="0"/>
          <a:chExt cx="0" cy="0"/>
        </a:xfrm>
      </p:grpSpPr>
      <p:sp>
        <p:nvSpPr>
          <p:cNvPr id="17" name="Google Shape;17;p50"/>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400"/>
              <a:buFont typeface="Arial Black"/>
              <a:buNone/>
              <a:defRPr sz="2400" b="0" i="0" u="none" strike="noStrike" cap="none">
                <a:solidFill>
                  <a:schemeClr val="dk2"/>
                </a:solidFill>
                <a:latin typeface="Arial Black"/>
                <a:ea typeface="Arial Black"/>
                <a:cs typeface="Arial Black"/>
                <a:sym typeface="Arial Black"/>
              </a:defRPr>
            </a:lvl1pPr>
            <a:lvl2pPr marR="0" lvl="1" algn="l" rtl="0">
              <a:lnSpc>
                <a:spcPct val="100000"/>
              </a:lnSpc>
              <a:spcBef>
                <a:spcPts val="90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 name="Google Shape;18;p50"/>
          <p:cNvSpPr txBox="1">
            <a:spLocks noGrp="1"/>
          </p:cNvSpPr>
          <p:nvPr>
            <p:ph type="body" idx="1"/>
          </p:nvPr>
        </p:nvSpPr>
        <p:spPr>
          <a:xfrm>
            <a:off x="342900" y="1145286"/>
            <a:ext cx="8455800" cy="3346800"/>
          </a:xfrm>
          <a:prstGeom prst="rect">
            <a:avLst/>
          </a:prstGeom>
          <a:noFill/>
          <a:ln>
            <a:noFill/>
          </a:ln>
        </p:spPr>
        <p:txBody>
          <a:bodyPr spcFirstLastPara="1" wrap="square" lIns="0" tIns="0" rIns="0" bIns="0" anchor="t" anchorCtr="0">
            <a:noAutofit/>
          </a:bodyPr>
          <a:lstStyle>
            <a:lvl1pPr marL="457200" marR="0" lvl="0"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9" name="Google Shape;19;p50"/>
          <p:cNvSpPr txBox="1"/>
          <p:nvPr/>
        </p:nvSpPr>
        <p:spPr>
          <a:xfrm>
            <a:off x="342900" y="4681329"/>
            <a:ext cx="5479500" cy="200055"/>
          </a:xfrm>
          <a:prstGeom prst="rect">
            <a:avLst/>
          </a:prstGeom>
          <a:noFill/>
          <a:ln>
            <a:noFill/>
          </a:ln>
        </p:spPr>
        <p:txBody>
          <a:bodyPr spcFirstLastPara="1" wrap="square" lIns="0" tIns="0" rIns="0" bIns="0" anchor="b" anchorCtr="0">
            <a:spAutoFit/>
          </a:bodyPr>
          <a:lstStyle/>
          <a:p>
            <a:pPr marL="177800" marR="0" lvl="0" indent="-177800" algn="l"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r>
              <a:rPr lang="en" sz="500" b="0" i="0" u="none" strike="noStrike" cap="none" dirty="0">
                <a:solidFill>
                  <a:schemeClr val="dk1"/>
                </a:solidFill>
                <a:latin typeface="Arial"/>
                <a:ea typeface="Arial"/>
                <a:cs typeface="Arial"/>
                <a:sym typeface="Arial"/>
              </a:rPr>
              <a:t>	© 2026 Gartner, Inc. and/or its affiliates. All rights reserved.				</a:t>
            </a:r>
            <a:endParaRPr sz="1100" b="0" i="0" u="none" strike="noStrike" cap="none" dirty="0">
              <a:solidFill>
                <a:srgbClr val="000000"/>
              </a:solidFill>
              <a:latin typeface="Arial"/>
              <a:ea typeface="Arial"/>
              <a:cs typeface="Arial"/>
              <a:sym typeface="Arial"/>
            </a:endParaRPr>
          </a:p>
        </p:txBody>
      </p:sp>
      <p:pic>
        <p:nvPicPr>
          <p:cNvPr id="20" name="Google Shape;20;p50"/>
          <p:cNvPicPr preferRelativeResize="0"/>
          <p:nvPr/>
        </p:nvPicPr>
        <p:blipFill rotWithShape="1">
          <a:blip r:embed="rId21">
            <a:alphaModFix/>
          </a:blip>
          <a:srcRect/>
          <a:stretch/>
        </p:blipFill>
        <p:spPr>
          <a:xfrm>
            <a:off x="7839789" y="4682203"/>
            <a:ext cx="960120" cy="2185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A4A3A4"/>
          </p15:clr>
        </p15:guide>
        <p15:guide id="2" pos="2880">
          <p15:clr>
            <a:srgbClr val="A4A3A4"/>
          </p15:clr>
        </p15:guide>
        <p15:guide id="3" orient="horz" pos="171">
          <p15:clr>
            <a:srgbClr val="5ACBF0"/>
          </p15:clr>
        </p15:guide>
        <p15:guide id="4" orient="horz" pos="403">
          <p15:clr>
            <a:srgbClr val="FDE53C"/>
          </p15:clr>
        </p15:guide>
        <p15:guide id="5" orient="horz" pos="636">
          <p15:clr>
            <a:srgbClr val="FDE53C"/>
          </p15:clr>
        </p15:guide>
        <p15:guide id="6" orient="horz" pos="720">
          <p15:clr>
            <a:srgbClr val="5ACBF0"/>
          </p15:clr>
        </p15:guide>
        <p15:guide id="7" orient="horz" pos="2830">
          <p15:clr>
            <a:srgbClr val="FBAE40"/>
          </p15:clr>
        </p15:guide>
        <p15:guide id="8" orient="horz" pos="3001">
          <p15:clr>
            <a:srgbClr val="5ACBF0"/>
          </p15:clr>
        </p15:guide>
        <p15:guide id="9" orient="horz" pos="3085">
          <p15:clr>
            <a:srgbClr val="5ACBF0"/>
          </p15:clr>
        </p15:guide>
        <p15:guide id="10" pos="216">
          <p15:clr>
            <a:srgbClr val="5ACBF0"/>
          </p15:clr>
        </p15:guide>
        <p15:guide id="11" pos="2817">
          <p15:clr>
            <a:srgbClr val="5ACBF0"/>
          </p15:clr>
        </p15:guide>
        <p15:guide id="12" pos="2945">
          <p15:clr>
            <a:srgbClr val="5ACBF0"/>
          </p15:clr>
        </p15:guide>
        <p15:guide id="13" pos="5545">
          <p15:clr>
            <a:srgbClr val="5ACBF0"/>
          </p15:clr>
        </p15:guide>
        <p15:guide id="14" orient="horz" pos="2977">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pic>
        <p:nvPicPr>
          <p:cNvPr id="106" name="Google Shape;106;p52"/>
          <p:cNvPicPr preferRelativeResize="0"/>
          <p:nvPr/>
        </p:nvPicPr>
        <p:blipFill rotWithShape="1">
          <a:blip r:embed="rId29">
            <a:alphaModFix/>
          </a:blip>
          <a:srcRect/>
          <a:stretch/>
        </p:blipFill>
        <p:spPr>
          <a:xfrm>
            <a:off x="7839746" y="4681294"/>
            <a:ext cx="960163" cy="219237"/>
          </a:xfrm>
          <a:prstGeom prst="rect">
            <a:avLst/>
          </a:prstGeom>
          <a:noFill/>
          <a:ln>
            <a:noFill/>
          </a:ln>
        </p:spPr>
      </p:pic>
      <p:sp>
        <p:nvSpPr>
          <p:cNvPr id="107" name="Google Shape;107;p52"/>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marR="0" lvl="0" algn="l" rtl="0">
              <a:lnSpc>
                <a:spcPct val="90000"/>
              </a:lnSpc>
              <a:spcBef>
                <a:spcPts val="900"/>
              </a:spcBef>
              <a:spcAft>
                <a:spcPts val="0"/>
              </a:spcAft>
              <a:buClr>
                <a:schemeClr val="dk2"/>
              </a:buClr>
              <a:buSzPts val="2400"/>
              <a:buFont typeface="Arial Black"/>
              <a:buNone/>
              <a:defRPr sz="24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52"/>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marR="0" lvl="0" indent="-361950" algn="l" rtl="0">
              <a:lnSpc>
                <a:spcPct val="90000"/>
              </a:lnSpc>
              <a:spcBef>
                <a:spcPts val="9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9" name="Google Shape;109;p52"/>
          <p:cNvSpPr txBox="1"/>
          <p:nvPr/>
        </p:nvSpPr>
        <p:spPr>
          <a:xfrm>
            <a:off x="342901" y="4806382"/>
            <a:ext cx="5386500" cy="107700"/>
          </a:xfrm>
          <a:prstGeom prst="rect">
            <a:avLst/>
          </a:prstGeom>
          <a:noFill/>
          <a:ln>
            <a:noFill/>
          </a:ln>
        </p:spPr>
        <p:txBody>
          <a:bodyPr spcFirstLastPara="1" wrap="square" lIns="0" tIns="0" rIns="0" bIns="0" anchor="b" anchorCtr="0">
            <a:spAutoFit/>
          </a:bodyPr>
          <a:lstStyle/>
          <a:p>
            <a:pPr marL="203200" marR="0" lvl="0" indent="-203200" algn="l"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rgbClr val="000000"/>
                </a:solidFill>
                <a:latin typeface="Arial"/>
                <a:ea typeface="Arial"/>
                <a:cs typeface="Arial"/>
                <a:sym typeface="Arial"/>
              </a:rPr>
              <a:t>‹#›</a:t>
            </a:fld>
            <a:r>
              <a:rPr lang="en" sz="500" b="0" i="0" u="none" strike="noStrike" cap="none" dirty="0">
                <a:solidFill>
                  <a:srgbClr val="6F7878"/>
                </a:solidFill>
                <a:latin typeface="Arial"/>
                <a:ea typeface="Arial"/>
                <a:cs typeface="Arial"/>
                <a:sym typeface="Arial"/>
              </a:rPr>
              <a:t>	© 2026 Gartner, Inc. and/or its affiliates. All rights reserved. Gartner is a registered trademark of Gartner, Inc. and its affiliates.</a:t>
            </a:r>
            <a:endParaRPr sz="11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 id="2147483696" r:id="rId26"/>
    <p:sldLayoutId id="2147483697"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A4A3A4"/>
          </p15:clr>
        </p15:guide>
        <p15:guide id="2" pos="216">
          <p15:clr>
            <a:srgbClr val="5ACBF0"/>
          </p15:clr>
        </p15:guide>
        <p15:guide id="3" orient="horz" pos="1620">
          <p15:clr>
            <a:srgbClr val="A4A3A4"/>
          </p15:clr>
        </p15:guide>
        <p15:guide id="4" orient="horz" pos="173">
          <p15:clr>
            <a:srgbClr val="5ACBF0"/>
          </p15:clr>
        </p15:guide>
        <p15:guide id="5" pos="5543">
          <p15:clr>
            <a:srgbClr val="5ACBF0"/>
          </p15:clr>
        </p15:guide>
        <p15:guide id="6" orient="horz" pos="2829">
          <p15:clr>
            <a:srgbClr val="FBAE40"/>
          </p15:clr>
        </p15:guide>
        <p15:guide id="7" orient="horz" pos="3083">
          <p15:clr>
            <a:srgbClr val="5ACBF0"/>
          </p15:clr>
        </p15:guide>
        <p15:guide id="8" orient="horz" pos="403">
          <p15:clr>
            <a:srgbClr val="FDE53C"/>
          </p15:clr>
        </p15:guide>
        <p15:guide id="9" orient="horz" pos="635">
          <p15:clr>
            <a:srgbClr val="FDE53C"/>
          </p15:clr>
        </p15:guide>
        <p15:guide id="10" orient="horz" pos="721">
          <p15:clr>
            <a:srgbClr val="5ACBF0"/>
          </p15:clr>
        </p15:guide>
        <p15:guide id="11" orient="horz" pos="3001">
          <p15:clr>
            <a:srgbClr val="5ACBF0"/>
          </p15:clr>
        </p15:guide>
        <p15:guide id="12" pos="2814">
          <p15:clr>
            <a:srgbClr val="5ACBF0"/>
          </p15:clr>
        </p15:guide>
        <p15:guide id="13" pos="2945">
          <p15:clr>
            <a:srgbClr val="5ACBF0"/>
          </p15:clr>
        </p15:guide>
        <p15:guide id="14" pos="1991">
          <p15:clr>
            <a:srgbClr val="5ACBF0"/>
          </p15:clr>
        </p15:guide>
        <p15:guide id="15" pos="3768">
          <p15:clr>
            <a:srgbClr val="5ACBF0"/>
          </p15:clr>
        </p15:guide>
        <p15:guide id="16" orient="horz" pos="2977">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1"/>
        <p:cNvGrpSpPr/>
        <p:nvPr/>
      </p:nvGrpSpPr>
      <p:grpSpPr>
        <a:xfrm>
          <a:off x="0" y="0"/>
          <a:ext cx="0" cy="0"/>
          <a:chOff x="0" y="0"/>
          <a:chExt cx="0" cy="0"/>
        </a:xfrm>
      </p:grpSpPr>
      <p:sp>
        <p:nvSpPr>
          <p:cNvPr id="222" name="Google Shape;222;p54"/>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800"/>
              <a:buFont typeface="Arial Black"/>
              <a:buNone/>
              <a:defRPr sz="1800" b="0" i="0" u="none" strike="noStrike" cap="none">
                <a:solidFill>
                  <a:schemeClr val="dk2"/>
                </a:solidFill>
                <a:latin typeface="Arial Black"/>
                <a:ea typeface="Arial Black"/>
                <a:cs typeface="Arial Black"/>
                <a:sym typeface="Arial Black"/>
              </a:defRPr>
            </a:lvl1pPr>
            <a:lvl2pPr marR="0" lvl="1" algn="l" rtl="0">
              <a:lnSpc>
                <a:spcPct val="100000"/>
              </a:lnSpc>
              <a:spcBef>
                <a:spcPts val="90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3" name="Google Shape;223;p54"/>
          <p:cNvSpPr txBox="1"/>
          <p:nvPr/>
        </p:nvSpPr>
        <p:spPr>
          <a:xfrm>
            <a:off x="342901" y="4794840"/>
            <a:ext cx="5480100" cy="123000"/>
          </a:xfrm>
          <a:prstGeom prst="rect">
            <a:avLst/>
          </a:prstGeom>
          <a:noFill/>
          <a:ln>
            <a:noFill/>
          </a:ln>
        </p:spPr>
        <p:txBody>
          <a:bodyPr spcFirstLastPara="1" wrap="square" lIns="0" tIns="0" rIns="0" bIns="0" anchor="b" anchorCtr="0">
            <a:spAutoFit/>
          </a:bodyPr>
          <a:lstStyle/>
          <a:p>
            <a:pPr marL="177800" marR="0" lvl="0" indent="-177800" algn="l"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r>
              <a:rPr lang="en" sz="500" b="0" i="0" u="none" strike="noStrike" cap="none" dirty="0">
                <a:solidFill>
                  <a:schemeClr val="dk1"/>
                </a:solidFill>
                <a:latin typeface="Arial"/>
                <a:ea typeface="Arial"/>
                <a:cs typeface="Arial"/>
                <a:sym typeface="Arial"/>
              </a:rPr>
              <a:t>	© 2026 Gartner, Inc. and/or its affiliates. All rights reserved. </a:t>
            </a:r>
            <a:endParaRPr sz="1100" b="0" i="0" u="none" strike="noStrike" cap="none" dirty="0">
              <a:solidFill>
                <a:srgbClr val="000000"/>
              </a:solidFill>
              <a:latin typeface="Arial"/>
              <a:ea typeface="Arial"/>
              <a:cs typeface="Arial"/>
              <a:sym typeface="Arial"/>
            </a:endParaRPr>
          </a:p>
        </p:txBody>
      </p:sp>
      <p:sp>
        <p:nvSpPr>
          <p:cNvPr id="224" name="Google Shape;224;p54"/>
          <p:cNvSpPr txBox="1">
            <a:spLocks noGrp="1"/>
          </p:cNvSpPr>
          <p:nvPr>
            <p:ph type="body" idx="1"/>
          </p:nvPr>
        </p:nvSpPr>
        <p:spPr>
          <a:xfrm>
            <a:off x="342900" y="1007268"/>
            <a:ext cx="8457009" cy="3483769"/>
          </a:xfrm>
          <a:prstGeom prst="rect">
            <a:avLst/>
          </a:prstGeom>
          <a:noFill/>
          <a:ln>
            <a:noFill/>
          </a:ln>
        </p:spPr>
        <p:txBody>
          <a:bodyPr spcFirstLastPara="1" wrap="square" lIns="0" tIns="0" rIns="0" bIns="0" anchor="t" anchorCtr="0">
            <a:noAutofit/>
          </a:bodyPr>
          <a:lstStyle>
            <a:lvl1pPr marL="457200" marR="0" lvl="0" indent="-304800" algn="l" rtl="0">
              <a:lnSpc>
                <a:spcPct val="100000"/>
              </a:lnSpc>
              <a:spcBef>
                <a:spcPts val="0"/>
              </a:spcBef>
              <a:spcAft>
                <a:spcPts val="0"/>
              </a:spcAft>
              <a:buClr>
                <a:schemeClr val="dk2"/>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17500" algn="l" rtl="0">
              <a:lnSpc>
                <a:spcPct val="90000"/>
              </a:lnSpc>
              <a:spcBef>
                <a:spcPts val="9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225" name="Google Shape;225;p54"/>
          <p:cNvPicPr preferRelativeResize="0"/>
          <p:nvPr/>
        </p:nvPicPr>
        <p:blipFill rotWithShape="1">
          <a:blip r:embed="rId21">
            <a:alphaModFix/>
          </a:blip>
          <a:srcRect/>
          <a:stretch/>
        </p:blipFill>
        <p:spPr>
          <a:xfrm>
            <a:off x="7838694" y="4684014"/>
            <a:ext cx="954407" cy="21831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A4A3A4"/>
          </p15:clr>
        </p15:guide>
        <p15:guide id="2" pos="216">
          <p15:clr>
            <a:srgbClr val="5ACBF0"/>
          </p15:clr>
        </p15:guide>
        <p15:guide id="3" orient="horz" pos="1620">
          <p15:clr>
            <a:srgbClr val="A4A3A4"/>
          </p15:clr>
        </p15:guide>
        <p15:guide id="4" orient="horz" pos="173">
          <p15:clr>
            <a:srgbClr val="5ACBF0"/>
          </p15:clr>
        </p15:guide>
        <p15:guide id="5" pos="5543">
          <p15:clr>
            <a:srgbClr val="5ACBF0"/>
          </p15:clr>
        </p15:guide>
        <p15:guide id="6" orient="horz" pos="2829">
          <p15:clr>
            <a:srgbClr val="FBAE40"/>
          </p15:clr>
        </p15:guide>
        <p15:guide id="7" orient="horz" pos="3083">
          <p15:clr>
            <a:srgbClr val="5ACBF0"/>
          </p15:clr>
        </p15:guide>
        <p15:guide id="8" orient="horz" pos="403">
          <p15:clr>
            <a:srgbClr val="FDE53C"/>
          </p15:clr>
        </p15:guide>
        <p15:guide id="9" orient="horz" pos="635">
          <p15:clr>
            <a:srgbClr val="FDE53C"/>
          </p15:clr>
        </p15:guide>
        <p15:guide id="10" orient="horz" pos="721">
          <p15:clr>
            <a:srgbClr val="5ACBF0"/>
          </p15:clr>
        </p15:guide>
        <p15:guide id="11" orient="horz" pos="3024">
          <p15:clr>
            <a:srgbClr val="5ACBF0"/>
          </p15:clr>
        </p15:guide>
        <p15:guide id="12" pos="2814">
          <p15:clr>
            <a:srgbClr val="5ACBF0"/>
          </p15:clr>
        </p15:guide>
        <p15:guide id="13" pos="2945">
          <p15:clr>
            <a:srgbClr val="5ACBF0"/>
          </p15:clr>
        </p15:guide>
        <p15:guide id="14" orient="horz" pos="2960">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8"/>
        <p:cNvGrpSpPr/>
        <p:nvPr/>
      </p:nvGrpSpPr>
      <p:grpSpPr>
        <a:xfrm>
          <a:off x="0" y="0"/>
          <a:ext cx="0" cy="0"/>
          <a:chOff x="0" y="0"/>
          <a:chExt cx="0" cy="0"/>
        </a:xfrm>
      </p:grpSpPr>
      <p:pic>
        <p:nvPicPr>
          <p:cNvPr id="309" name="Google Shape;309;p223"/>
          <p:cNvPicPr preferRelativeResize="0"/>
          <p:nvPr/>
        </p:nvPicPr>
        <p:blipFill rotWithShape="1">
          <a:blip r:embed="rId36">
            <a:alphaModFix/>
          </a:blip>
          <a:srcRect/>
          <a:stretch/>
        </p:blipFill>
        <p:spPr>
          <a:xfrm>
            <a:off x="7839745" y="4681294"/>
            <a:ext cx="960164" cy="219237"/>
          </a:xfrm>
          <a:prstGeom prst="rect">
            <a:avLst/>
          </a:prstGeom>
          <a:noFill/>
          <a:ln>
            <a:noFill/>
          </a:ln>
        </p:spPr>
      </p:pic>
      <p:sp>
        <p:nvSpPr>
          <p:cNvPr id="310" name="Google Shape;310;p223"/>
          <p:cNvSpPr txBox="1">
            <a:spLocks noGrp="1"/>
          </p:cNvSpPr>
          <p:nvPr>
            <p:ph type="title"/>
          </p:nvPr>
        </p:nvSpPr>
        <p:spPr>
          <a:xfrm>
            <a:off x="342900" y="275034"/>
            <a:ext cx="8457010" cy="332399"/>
          </a:xfrm>
          <a:prstGeom prst="rect">
            <a:avLst/>
          </a:prstGeom>
          <a:noFill/>
          <a:ln>
            <a:noFill/>
          </a:ln>
        </p:spPr>
        <p:txBody>
          <a:bodyPr spcFirstLastPara="1" wrap="square" lIns="0" tIns="0" rIns="0" bIns="0" anchor="t" anchorCtr="0">
            <a:noAutofit/>
          </a:bodyPr>
          <a:lstStyle>
            <a:lvl1pPr marR="0" lvl="0" algn="l" rtl="0">
              <a:lnSpc>
                <a:spcPct val="90000"/>
              </a:lnSpc>
              <a:spcBef>
                <a:spcPts val="900"/>
              </a:spcBef>
              <a:spcAft>
                <a:spcPts val="0"/>
              </a:spcAft>
              <a:buClr>
                <a:schemeClr val="dk2"/>
              </a:buClr>
              <a:buSzPts val="2400"/>
              <a:buFont typeface="Arial Black"/>
              <a:buNone/>
              <a:defRPr sz="24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1" name="Google Shape;311;p223"/>
          <p:cNvSpPr txBox="1">
            <a:spLocks noGrp="1"/>
          </p:cNvSpPr>
          <p:nvPr>
            <p:ph type="body" idx="1"/>
          </p:nvPr>
        </p:nvSpPr>
        <p:spPr>
          <a:xfrm>
            <a:off x="342900" y="1145381"/>
            <a:ext cx="8457010" cy="3345655"/>
          </a:xfrm>
          <a:prstGeom prst="rect">
            <a:avLst/>
          </a:prstGeom>
          <a:noFill/>
          <a:ln>
            <a:noFill/>
          </a:ln>
        </p:spPr>
        <p:txBody>
          <a:bodyPr spcFirstLastPara="1" wrap="square" lIns="0" tIns="0" rIns="0" bIns="0" anchor="t" anchorCtr="0">
            <a:noAutofit/>
          </a:bodyPr>
          <a:lstStyle>
            <a:lvl1pPr marL="457200" marR="0" lvl="0" indent="-361950" algn="l" rtl="0">
              <a:lnSpc>
                <a:spcPct val="90000"/>
              </a:lnSpc>
              <a:spcBef>
                <a:spcPts val="9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12" name="Google Shape;312;p223"/>
          <p:cNvSpPr txBox="1"/>
          <p:nvPr/>
        </p:nvSpPr>
        <p:spPr>
          <a:xfrm>
            <a:off x="342901" y="4806381"/>
            <a:ext cx="5386387" cy="103875"/>
          </a:xfrm>
          <a:prstGeom prst="rect">
            <a:avLst/>
          </a:prstGeom>
          <a:noFill/>
          <a:ln>
            <a:noFill/>
          </a:ln>
        </p:spPr>
        <p:txBody>
          <a:bodyPr spcFirstLastPara="1" wrap="square" lIns="0" tIns="0" rIns="0" bIns="0" anchor="b" anchorCtr="0">
            <a:spAutoFit/>
          </a:bodyPr>
          <a:lstStyle/>
          <a:p>
            <a:pPr marL="205740" marR="0" lvl="0" indent="-205740" algn="l" rtl="0">
              <a:lnSpc>
                <a:spcPct val="100000"/>
              </a:lnSpc>
              <a:spcBef>
                <a:spcPts val="0"/>
              </a:spcBef>
              <a:spcAft>
                <a:spcPts val="0"/>
              </a:spcAft>
              <a:buClr>
                <a:srgbClr val="000000"/>
              </a:buClr>
              <a:buSzPts val="675"/>
              <a:buFont typeface="Arial"/>
              <a:buNone/>
            </a:pPr>
            <a:fld id="{00000000-1234-1234-1234-123412341234}" type="slidenum">
              <a:rPr lang="en" sz="675" b="0" i="0" u="none" strike="noStrike" cap="none">
                <a:solidFill>
                  <a:srgbClr val="000000"/>
                </a:solidFill>
                <a:latin typeface="Arial"/>
                <a:ea typeface="Arial"/>
                <a:cs typeface="Arial"/>
                <a:sym typeface="Arial"/>
              </a:rPr>
              <a:t>‹#›</a:t>
            </a:fld>
            <a:r>
              <a:rPr lang="en" sz="525" b="0" i="0" u="none" strike="noStrike" cap="none" dirty="0">
                <a:solidFill>
                  <a:srgbClr val="6F7878"/>
                </a:solidFill>
                <a:latin typeface="Arial"/>
                <a:ea typeface="Arial"/>
                <a:cs typeface="Arial"/>
                <a:sym typeface="Arial"/>
              </a:rPr>
              <a:t>	© 2026 Gartner, Inc. and/or its affiliates. All rights reserved. Gartner is a registered trademark of Gartner, Inc. and its affiliates.</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02">
          <p15:clr>
            <a:srgbClr val="5ACBF0"/>
          </p15:clr>
        </p15:guide>
        <p15:guide id="12" pos="3752">
          <p15:clr>
            <a:srgbClr val="5ACBF0"/>
          </p15:clr>
        </p15:guide>
        <p15:guide id="13" pos="3927">
          <p15:clr>
            <a:srgbClr val="5ACBF0"/>
          </p15:clr>
        </p15:guide>
        <p15:guide id="14" pos="2655">
          <p15:clr>
            <a:srgbClr val="5ACBF0"/>
          </p15:clr>
        </p15:guide>
        <p15:guide id="15" pos="5024">
          <p15:clr>
            <a:srgbClr val="5ACBF0"/>
          </p15:clr>
        </p15:guide>
        <p15:guide id="16" orient="horz" pos="3969">
          <p15:clr>
            <a:srgbClr val="9FCC3B"/>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4"/>
        <p:cNvGrpSpPr/>
        <p:nvPr/>
      </p:nvGrpSpPr>
      <p:grpSpPr>
        <a:xfrm>
          <a:off x="0" y="0"/>
          <a:ext cx="0" cy="0"/>
          <a:chOff x="0" y="0"/>
          <a:chExt cx="0" cy="0"/>
        </a:xfrm>
      </p:grpSpPr>
      <p:sp>
        <p:nvSpPr>
          <p:cNvPr id="445" name="Google Shape;445;p58"/>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400"/>
              <a:buFont typeface="Arial Black"/>
              <a:buNone/>
              <a:defRPr sz="2400" b="0" i="0" u="none" strike="noStrike" cap="none">
                <a:solidFill>
                  <a:schemeClr val="dk2"/>
                </a:solidFill>
                <a:latin typeface="Arial Black"/>
                <a:ea typeface="Arial Black"/>
                <a:cs typeface="Arial Black"/>
                <a:sym typeface="Arial Black"/>
              </a:defRPr>
            </a:lvl1pPr>
            <a:lvl2pPr marR="0" lvl="1" algn="l" rtl="0">
              <a:lnSpc>
                <a:spcPct val="100000"/>
              </a:lnSpc>
              <a:spcBef>
                <a:spcPts val="90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6" name="Google Shape;446;p58"/>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marR="0" lvl="0"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47" name="Google Shape;447;p58"/>
          <p:cNvSpPr txBox="1"/>
          <p:nvPr/>
        </p:nvSpPr>
        <p:spPr>
          <a:xfrm>
            <a:off x="342900" y="4717857"/>
            <a:ext cx="5479500" cy="200055"/>
          </a:xfrm>
          <a:prstGeom prst="rect">
            <a:avLst/>
          </a:prstGeom>
          <a:noFill/>
          <a:ln>
            <a:noFill/>
          </a:ln>
        </p:spPr>
        <p:txBody>
          <a:bodyPr spcFirstLastPara="1" wrap="square" lIns="0" tIns="0" rIns="0" bIns="0" anchor="b" anchorCtr="0">
            <a:spAutoFit/>
          </a:bodyPr>
          <a:lstStyle/>
          <a:p>
            <a:pPr marL="177800" marR="0" lvl="0" indent="-177800" algn="l"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r>
              <a:rPr lang="en" sz="500" b="0" i="0" u="none" strike="noStrike" cap="none" dirty="0">
                <a:solidFill>
                  <a:schemeClr val="dk1"/>
                </a:solidFill>
                <a:latin typeface="Arial"/>
                <a:ea typeface="Arial"/>
                <a:cs typeface="Arial"/>
                <a:sym typeface="Arial"/>
              </a:rPr>
              <a:t>	© 2026 Gartner, Inc. and/or its affiliates. All rights reserved.				</a:t>
            </a:r>
            <a:endParaRPr sz="1100" b="0" i="0" u="none" strike="noStrike" cap="none" dirty="0">
              <a:solidFill>
                <a:srgbClr val="000000"/>
              </a:solidFill>
              <a:latin typeface="Arial"/>
              <a:ea typeface="Arial"/>
              <a:cs typeface="Arial"/>
              <a:sym typeface="Arial"/>
            </a:endParaRPr>
          </a:p>
        </p:txBody>
      </p:sp>
      <p:pic>
        <p:nvPicPr>
          <p:cNvPr id="448" name="Google Shape;448;p58"/>
          <p:cNvPicPr preferRelativeResize="0"/>
          <p:nvPr/>
        </p:nvPicPr>
        <p:blipFill rotWithShape="1">
          <a:blip r:embed="rId19">
            <a:alphaModFix/>
          </a:blip>
          <a:srcRect/>
          <a:stretch/>
        </p:blipFill>
        <p:spPr>
          <a:xfrm>
            <a:off x="7839789" y="4682203"/>
            <a:ext cx="960120" cy="2185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A4A3A4"/>
          </p15:clr>
        </p15:guide>
        <p15:guide id="2" pos="2880">
          <p15:clr>
            <a:srgbClr val="A4A3A4"/>
          </p15:clr>
        </p15:guide>
        <p15:guide id="3" orient="horz" pos="171">
          <p15:clr>
            <a:srgbClr val="5ACBF0"/>
          </p15:clr>
        </p15:guide>
        <p15:guide id="4" orient="horz" pos="403">
          <p15:clr>
            <a:srgbClr val="FDE53C"/>
          </p15:clr>
        </p15:guide>
        <p15:guide id="5" orient="horz" pos="636">
          <p15:clr>
            <a:srgbClr val="FDE53C"/>
          </p15:clr>
        </p15:guide>
        <p15:guide id="6" orient="horz" pos="720">
          <p15:clr>
            <a:srgbClr val="5ACBF0"/>
          </p15:clr>
        </p15:guide>
        <p15:guide id="7" orient="horz" pos="2830">
          <p15:clr>
            <a:srgbClr val="FBAE40"/>
          </p15:clr>
        </p15:guide>
        <p15:guide id="8" orient="horz" pos="3001">
          <p15:clr>
            <a:srgbClr val="5ACBF0"/>
          </p15:clr>
        </p15:guide>
        <p15:guide id="9" orient="horz" pos="3085">
          <p15:clr>
            <a:srgbClr val="5ACBF0"/>
          </p15:clr>
        </p15:guide>
        <p15:guide id="10" pos="216">
          <p15:clr>
            <a:srgbClr val="5ACBF0"/>
          </p15:clr>
        </p15:guide>
        <p15:guide id="11" pos="2817">
          <p15:clr>
            <a:srgbClr val="5ACBF0"/>
          </p15:clr>
        </p15:guide>
        <p15:guide id="12" pos="2945">
          <p15:clr>
            <a:srgbClr val="5ACBF0"/>
          </p15:clr>
        </p15:guide>
        <p15:guide id="13" pos="5545">
          <p15:clr>
            <a:srgbClr val="5ACBF0"/>
          </p15:clr>
        </p15:guide>
        <p15:guide id="14" orient="horz" pos="2977">
          <p15:clr>
            <a:srgbClr val="9FCC3B"/>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3"/>
        <p:cNvGrpSpPr/>
        <p:nvPr/>
      </p:nvGrpSpPr>
      <p:grpSpPr>
        <a:xfrm>
          <a:off x="0" y="0"/>
          <a:ext cx="0" cy="0"/>
          <a:chOff x="0" y="0"/>
          <a:chExt cx="0" cy="0"/>
        </a:xfrm>
      </p:grpSpPr>
      <p:sp>
        <p:nvSpPr>
          <p:cNvPr id="524" name="Google Shape;524;p60"/>
          <p:cNvSpPr txBox="1">
            <a:spLocks noGrp="1"/>
          </p:cNvSpPr>
          <p:nvPr>
            <p:ph type="title"/>
          </p:nvPr>
        </p:nvSpPr>
        <p:spPr>
          <a:xfrm>
            <a:off x="342900" y="275035"/>
            <a:ext cx="8457010" cy="332398"/>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800"/>
              <a:buFont typeface="Arial Black"/>
              <a:buNone/>
              <a:defRPr sz="1800" b="0" i="0" u="none" strike="noStrike" cap="none">
                <a:solidFill>
                  <a:schemeClr val="dk2"/>
                </a:solidFill>
                <a:latin typeface="Arial Black"/>
                <a:ea typeface="Arial Black"/>
                <a:cs typeface="Arial Black"/>
                <a:sym typeface="Arial Black"/>
              </a:defRPr>
            </a:lvl1pPr>
            <a:lvl2pPr marR="0" lvl="1" algn="l" rtl="0">
              <a:lnSpc>
                <a:spcPct val="100000"/>
              </a:lnSpc>
              <a:spcBef>
                <a:spcPts val="90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5" name="Google Shape;525;p60"/>
          <p:cNvSpPr txBox="1"/>
          <p:nvPr/>
        </p:nvSpPr>
        <p:spPr>
          <a:xfrm>
            <a:off x="342901" y="4794840"/>
            <a:ext cx="5480100" cy="123000"/>
          </a:xfrm>
          <a:prstGeom prst="rect">
            <a:avLst/>
          </a:prstGeom>
          <a:noFill/>
          <a:ln>
            <a:noFill/>
          </a:ln>
        </p:spPr>
        <p:txBody>
          <a:bodyPr spcFirstLastPara="1" wrap="square" lIns="0" tIns="0" rIns="0" bIns="0" anchor="b" anchorCtr="0">
            <a:spAutoFit/>
          </a:bodyPr>
          <a:lstStyle/>
          <a:p>
            <a:pPr marL="177800" marR="0" lvl="0" indent="-177800" algn="l" rtl="0">
              <a:lnSpc>
                <a:spcPct val="100000"/>
              </a:lnSpc>
              <a:spcBef>
                <a:spcPts val="0"/>
              </a:spcBef>
              <a:spcAft>
                <a:spcPts val="0"/>
              </a:spcAft>
              <a:buClr>
                <a:schemeClr val="dk1"/>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r>
              <a:rPr lang="en" sz="500" b="0" i="0" u="none" strike="noStrike" cap="none" dirty="0">
                <a:solidFill>
                  <a:schemeClr val="dk1"/>
                </a:solidFill>
                <a:latin typeface="Arial"/>
                <a:ea typeface="Arial"/>
                <a:cs typeface="Arial"/>
                <a:sym typeface="Arial"/>
              </a:rPr>
              <a:t>	© 2026 Gartner, Inc. and/or its affiliates. All rights reserved. </a:t>
            </a:r>
            <a:endParaRPr sz="1100" b="0" i="0" u="none" strike="noStrike" cap="none" dirty="0">
              <a:solidFill>
                <a:srgbClr val="000000"/>
              </a:solidFill>
              <a:latin typeface="Arial"/>
              <a:ea typeface="Arial"/>
              <a:cs typeface="Arial"/>
              <a:sym typeface="Arial"/>
            </a:endParaRPr>
          </a:p>
        </p:txBody>
      </p:sp>
      <p:sp>
        <p:nvSpPr>
          <p:cNvPr id="526" name="Google Shape;526;p60"/>
          <p:cNvSpPr txBox="1">
            <a:spLocks noGrp="1"/>
          </p:cNvSpPr>
          <p:nvPr>
            <p:ph type="body" idx="1"/>
          </p:nvPr>
        </p:nvSpPr>
        <p:spPr>
          <a:xfrm>
            <a:off x="342900" y="1007268"/>
            <a:ext cx="8457009" cy="3483769"/>
          </a:xfrm>
          <a:prstGeom prst="rect">
            <a:avLst/>
          </a:prstGeom>
          <a:noFill/>
          <a:ln>
            <a:noFill/>
          </a:ln>
        </p:spPr>
        <p:txBody>
          <a:bodyPr spcFirstLastPara="1" wrap="square" lIns="0" tIns="0" rIns="0" bIns="0" anchor="t" anchorCtr="0">
            <a:noAutofit/>
          </a:bodyPr>
          <a:lstStyle>
            <a:lvl1pPr marL="457200" marR="0" lvl="0" indent="-304800" algn="l" rtl="0">
              <a:lnSpc>
                <a:spcPct val="100000"/>
              </a:lnSpc>
              <a:spcBef>
                <a:spcPts val="0"/>
              </a:spcBef>
              <a:spcAft>
                <a:spcPts val="0"/>
              </a:spcAft>
              <a:buClr>
                <a:schemeClr val="dk2"/>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9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17500" algn="l" rtl="0">
              <a:lnSpc>
                <a:spcPct val="90000"/>
              </a:lnSpc>
              <a:spcBef>
                <a:spcPts val="9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527" name="Google Shape;527;p60"/>
          <p:cNvPicPr preferRelativeResize="0"/>
          <p:nvPr/>
        </p:nvPicPr>
        <p:blipFill rotWithShape="1">
          <a:blip r:embed="rId17">
            <a:alphaModFix/>
          </a:blip>
          <a:srcRect/>
          <a:stretch/>
        </p:blipFill>
        <p:spPr>
          <a:xfrm>
            <a:off x="7838694" y="4684014"/>
            <a:ext cx="954407" cy="21831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A4A3A4"/>
          </p15:clr>
        </p15:guide>
        <p15:guide id="2" pos="216">
          <p15:clr>
            <a:srgbClr val="5ACBF0"/>
          </p15:clr>
        </p15:guide>
        <p15:guide id="3" orient="horz" pos="1620">
          <p15:clr>
            <a:srgbClr val="A4A3A4"/>
          </p15:clr>
        </p15:guide>
        <p15:guide id="4" orient="horz" pos="173">
          <p15:clr>
            <a:srgbClr val="5ACBF0"/>
          </p15:clr>
        </p15:guide>
        <p15:guide id="5" pos="5543">
          <p15:clr>
            <a:srgbClr val="5ACBF0"/>
          </p15:clr>
        </p15:guide>
        <p15:guide id="6" orient="horz" pos="2829">
          <p15:clr>
            <a:srgbClr val="FBAE40"/>
          </p15:clr>
        </p15:guide>
        <p15:guide id="7" orient="horz" pos="3083">
          <p15:clr>
            <a:srgbClr val="5ACBF0"/>
          </p15:clr>
        </p15:guide>
        <p15:guide id="8" orient="horz" pos="403">
          <p15:clr>
            <a:srgbClr val="FDE53C"/>
          </p15:clr>
        </p15:guide>
        <p15:guide id="9" orient="horz" pos="635">
          <p15:clr>
            <a:srgbClr val="FDE53C"/>
          </p15:clr>
        </p15:guide>
        <p15:guide id="10" orient="horz" pos="721">
          <p15:clr>
            <a:srgbClr val="5ACBF0"/>
          </p15:clr>
        </p15:guide>
        <p15:guide id="11" orient="horz" pos="3024">
          <p15:clr>
            <a:srgbClr val="5ACBF0"/>
          </p15:clr>
        </p15:guide>
        <p15:guide id="12" pos="2814">
          <p15:clr>
            <a:srgbClr val="5ACBF0"/>
          </p15:clr>
        </p15:guide>
        <p15:guide id="13" pos="2945">
          <p15:clr>
            <a:srgbClr val="5ACBF0"/>
          </p15:clr>
        </p15:guide>
        <p15:guide id="14" orient="horz" pos="2960">
          <p15:clr>
            <a:srgbClr val="5ACBF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2"/>
        <p:cNvGrpSpPr/>
        <p:nvPr/>
      </p:nvGrpSpPr>
      <p:grpSpPr>
        <a:xfrm>
          <a:off x="0" y="0"/>
          <a:ext cx="0" cy="0"/>
          <a:chOff x="0" y="0"/>
          <a:chExt cx="0" cy="0"/>
        </a:xfrm>
      </p:grpSpPr>
      <p:sp>
        <p:nvSpPr>
          <p:cNvPr id="593" name="Google Shape;593;p62"/>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400"/>
              <a:buFont typeface="Arial Black"/>
              <a:buNone/>
              <a:defRPr sz="2400" b="0" i="0" u="none" strike="noStrike" cap="none">
                <a:solidFill>
                  <a:schemeClr val="dk2"/>
                </a:solidFill>
                <a:latin typeface="Arial Black"/>
                <a:ea typeface="Arial Black"/>
                <a:cs typeface="Arial Black"/>
                <a:sym typeface="Arial Black"/>
              </a:defRPr>
            </a:lvl1pPr>
            <a:lvl2pPr marR="0" lvl="1" algn="l" rtl="0">
              <a:lnSpc>
                <a:spcPct val="100000"/>
              </a:lnSpc>
              <a:spcBef>
                <a:spcPts val="90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94" name="Google Shape;594;p62"/>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marR="0" lvl="0"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95" name="Google Shape;595;p62"/>
          <p:cNvSpPr txBox="1"/>
          <p:nvPr/>
        </p:nvSpPr>
        <p:spPr>
          <a:xfrm>
            <a:off x="342900" y="4717857"/>
            <a:ext cx="5479500" cy="200055"/>
          </a:xfrm>
          <a:prstGeom prst="rect">
            <a:avLst/>
          </a:prstGeom>
          <a:noFill/>
          <a:ln>
            <a:noFill/>
          </a:ln>
        </p:spPr>
        <p:txBody>
          <a:bodyPr spcFirstLastPara="1" wrap="square" lIns="0" tIns="0" rIns="0" bIns="0" anchor="b" anchorCtr="0">
            <a:spAutoFit/>
          </a:bodyPr>
          <a:lstStyle/>
          <a:p>
            <a:pPr marL="177800" marR="0" lvl="0" indent="-177800" algn="l"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chemeClr val="dk1"/>
                </a:solidFill>
                <a:latin typeface="Arial"/>
                <a:ea typeface="Arial"/>
                <a:cs typeface="Arial"/>
                <a:sym typeface="Arial"/>
              </a:rPr>
              <a:t>‹#›</a:t>
            </a:fld>
            <a:r>
              <a:rPr lang="en" sz="500" b="0" i="0" u="none" strike="noStrike" cap="none" dirty="0">
                <a:solidFill>
                  <a:schemeClr val="dk1"/>
                </a:solidFill>
                <a:latin typeface="Arial"/>
                <a:ea typeface="Arial"/>
                <a:cs typeface="Arial"/>
                <a:sym typeface="Arial"/>
              </a:rPr>
              <a:t>	© 2026 Gartner, Inc. and/or its affiliates. All rights reserved.				</a:t>
            </a:r>
            <a:endParaRPr sz="1100" b="0" i="0" u="none" strike="noStrike" cap="none" dirty="0">
              <a:solidFill>
                <a:srgbClr val="000000"/>
              </a:solidFill>
              <a:latin typeface="Arial"/>
              <a:ea typeface="Arial"/>
              <a:cs typeface="Arial"/>
              <a:sym typeface="Arial"/>
            </a:endParaRPr>
          </a:p>
        </p:txBody>
      </p:sp>
      <p:pic>
        <p:nvPicPr>
          <p:cNvPr id="596" name="Google Shape;596;p62"/>
          <p:cNvPicPr preferRelativeResize="0"/>
          <p:nvPr/>
        </p:nvPicPr>
        <p:blipFill rotWithShape="1">
          <a:blip r:embed="rId17">
            <a:alphaModFix/>
          </a:blip>
          <a:srcRect/>
          <a:stretch/>
        </p:blipFill>
        <p:spPr>
          <a:xfrm>
            <a:off x="7839789" y="4682203"/>
            <a:ext cx="960120" cy="2185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A4A3A4"/>
          </p15:clr>
        </p15:guide>
        <p15:guide id="2" pos="2880">
          <p15:clr>
            <a:srgbClr val="A4A3A4"/>
          </p15:clr>
        </p15:guide>
        <p15:guide id="3" orient="horz" pos="171">
          <p15:clr>
            <a:srgbClr val="5ACBF0"/>
          </p15:clr>
        </p15:guide>
        <p15:guide id="4" orient="horz" pos="403">
          <p15:clr>
            <a:srgbClr val="FDE53C"/>
          </p15:clr>
        </p15:guide>
        <p15:guide id="5" orient="horz" pos="636">
          <p15:clr>
            <a:srgbClr val="FDE53C"/>
          </p15:clr>
        </p15:guide>
        <p15:guide id="6" orient="horz" pos="720">
          <p15:clr>
            <a:srgbClr val="5ACBF0"/>
          </p15:clr>
        </p15:guide>
        <p15:guide id="7" orient="horz" pos="2830">
          <p15:clr>
            <a:srgbClr val="FBAE40"/>
          </p15:clr>
        </p15:guide>
        <p15:guide id="8" orient="horz" pos="3001">
          <p15:clr>
            <a:srgbClr val="5ACBF0"/>
          </p15:clr>
        </p15:guide>
        <p15:guide id="9" orient="horz" pos="3085">
          <p15:clr>
            <a:srgbClr val="5ACBF0"/>
          </p15:clr>
        </p15:guide>
        <p15:guide id="10" pos="216">
          <p15:clr>
            <a:srgbClr val="5ACBF0"/>
          </p15:clr>
        </p15:guide>
        <p15:guide id="11" pos="2817">
          <p15:clr>
            <a:srgbClr val="5ACBF0"/>
          </p15:clr>
        </p15:guide>
        <p15:guide id="12" pos="2945">
          <p15:clr>
            <a:srgbClr val="5ACBF0"/>
          </p15:clr>
        </p15:guide>
        <p15:guide id="13" pos="5545">
          <p15:clr>
            <a:srgbClr val="5ACBF0"/>
          </p15:clr>
        </p15:guide>
        <p15:guide id="14" orient="horz" pos="2977">
          <p15:clr>
            <a:srgbClr val="9FCC3B"/>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1"/>
        <p:cNvGrpSpPr/>
        <p:nvPr/>
      </p:nvGrpSpPr>
      <p:grpSpPr>
        <a:xfrm>
          <a:off x="0" y="0"/>
          <a:ext cx="0" cy="0"/>
          <a:chOff x="0" y="0"/>
          <a:chExt cx="0" cy="0"/>
        </a:xfrm>
      </p:grpSpPr>
      <p:sp>
        <p:nvSpPr>
          <p:cNvPr id="662" name="Google Shape;662;p257"/>
          <p:cNvSpPr txBox="1"/>
          <p:nvPr/>
        </p:nvSpPr>
        <p:spPr>
          <a:xfrm>
            <a:off x="342900" y="4714120"/>
            <a:ext cx="5479542" cy="196208"/>
          </a:xfrm>
          <a:prstGeom prst="rect">
            <a:avLst/>
          </a:prstGeom>
          <a:noFill/>
          <a:ln>
            <a:noFill/>
          </a:ln>
        </p:spPr>
        <p:txBody>
          <a:bodyPr spcFirstLastPara="1" wrap="square" lIns="0" tIns="0" rIns="0" bIns="0" anchor="b" anchorCtr="0">
            <a:spAutoFit/>
          </a:bodyPr>
          <a:lstStyle/>
          <a:p>
            <a:pPr marL="171450" marR="0" lvl="0" indent="-171450" algn="l" rtl="0">
              <a:lnSpc>
                <a:spcPct val="100000"/>
              </a:lnSpc>
              <a:spcBef>
                <a:spcPts val="0"/>
              </a:spcBef>
              <a:spcAft>
                <a:spcPts val="0"/>
              </a:spcAft>
              <a:buClr>
                <a:srgbClr val="000000"/>
              </a:buClr>
              <a:buSzPts val="750"/>
              <a:buFont typeface="Arial"/>
              <a:buNone/>
            </a:pPr>
            <a:fld id="{00000000-1234-1234-1234-123412341234}" type="slidenum">
              <a:rPr lang="en" sz="750" b="0" i="0" u="none" strike="noStrike" cap="none">
                <a:solidFill>
                  <a:schemeClr val="dk1"/>
                </a:solidFill>
                <a:latin typeface="Arial"/>
                <a:ea typeface="Arial"/>
                <a:cs typeface="Arial"/>
                <a:sym typeface="Arial"/>
              </a:rPr>
              <a:t>‹#›</a:t>
            </a:fld>
            <a:r>
              <a:rPr lang="en" sz="525" b="0" i="0" u="none" strike="noStrike" cap="none" dirty="0">
                <a:solidFill>
                  <a:schemeClr val="dk1"/>
                </a:solidFill>
                <a:latin typeface="Arial"/>
                <a:ea typeface="Arial"/>
                <a:cs typeface="Arial"/>
                <a:sym typeface="Arial"/>
              </a:rPr>
              <a:t>	© 2026 Gartner, Inc. and/or its affiliates. All rights reserved.				</a:t>
            </a:r>
            <a:endParaRPr sz="1050" b="0" i="0" u="none" strike="noStrike" cap="none" dirty="0">
              <a:solidFill>
                <a:srgbClr val="000000"/>
              </a:solidFill>
              <a:latin typeface="Arial"/>
              <a:ea typeface="Arial"/>
              <a:cs typeface="Arial"/>
              <a:sym typeface="Arial"/>
            </a:endParaRPr>
          </a:p>
        </p:txBody>
      </p:sp>
      <p:sp>
        <p:nvSpPr>
          <p:cNvPr id="663" name="Google Shape;663;p257"/>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3200"/>
              <a:buFont typeface="Arial Black"/>
              <a:buNone/>
              <a:defRPr sz="3200" b="0" i="0" u="none" strike="noStrike" cap="none">
                <a:solidFill>
                  <a:schemeClr val="dk2"/>
                </a:solidFill>
                <a:latin typeface="Arial Black"/>
                <a:ea typeface="Arial Black"/>
                <a:cs typeface="Arial Black"/>
                <a:sym typeface="Arial Black"/>
              </a:defRPr>
            </a:lvl1pPr>
            <a:lvl2pPr marR="0" lvl="1" algn="l" rtl="0">
              <a:lnSpc>
                <a:spcPct val="100000"/>
              </a:lnSpc>
              <a:spcBef>
                <a:spcPts val="120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64" name="Google Shape;664;p257"/>
          <p:cNvSpPr txBox="1">
            <a:spLocks noGrp="1"/>
          </p:cNvSpPr>
          <p:nvPr>
            <p:ph type="body" idx="1"/>
          </p:nvPr>
        </p:nvSpPr>
        <p:spPr>
          <a:xfrm>
            <a:off x="342900" y="1145286"/>
            <a:ext cx="8455914" cy="3346704"/>
          </a:xfrm>
          <a:prstGeom prst="rect">
            <a:avLst/>
          </a:prstGeom>
          <a:noFill/>
          <a:ln>
            <a:noFill/>
          </a:ln>
        </p:spPr>
        <p:txBody>
          <a:bodyPr spcFirstLastPara="1" wrap="square" lIns="0" tIns="0" rIns="0" bIns="0" anchor="t" anchorCtr="0">
            <a:noAutofit/>
          </a:bodyPr>
          <a:lstStyle>
            <a:lvl1pPr marL="457200" marR="0" lvl="0"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665" name="Google Shape;665;p257"/>
          <p:cNvPicPr preferRelativeResize="0"/>
          <p:nvPr/>
        </p:nvPicPr>
        <p:blipFill rotWithShape="1">
          <a:blip r:embed="rId17">
            <a:alphaModFix/>
          </a:blip>
          <a:srcRect/>
          <a:stretch/>
        </p:blipFill>
        <p:spPr>
          <a:xfrm>
            <a:off x="7839789" y="4682203"/>
            <a:ext cx="960120" cy="2185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228">
          <p15:clr>
            <a:srgbClr val="5ACBF0"/>
          </p15:clr>
        </p15:guide>
        <p15:guide id="4" orient="horz" pos="537">
          <p15:clr>
            <a:srgbClr val="FDE53C"/>
          </p15:clr>
        </p15:guide>
        <p15:guide id="5" orient="horz" pos="848">
          <p15:clr>
            <a:srgbClr val="FDE53C"/>
          </p15:clr>
        </p15:guide>
        <p15:guide id="6" orient="horz" pos="960">
          <p15:clr>
            <a:srgbClr val="5ACBF0"/>
          </p15:clr>
        </p15:guide>
        <p15:guide id="7" orient="horz" pos="3773">
          <p15:clr>
            <a:srgbClr val="FBAE40"/>
          </p15:clr>
        </p15:guide>
        <p15:guide id="8" orient="horz" pos="4001">
          <p15:clr>
            <a:srgbClr val="5ACBF0"/>
          </p15:clr>
        </p15:guide>
        <p15:guide id="9" orient="horz" pos="4113">
          <p15:clr>
            <a:srgbClr val="5ACBF0"/>
          </p15:clr>
        </p15:guide>
        <p15:guide id="10" pos="288">
          <p15:clr>
            <a:srgbClr val="5ACBF0"/>
          </p15:clr>
        </p15:guide>
        <p15:guide id="11" pos="3756">
          <p15:clr>
            <a:srgbClr val="5ACBF0"/>
          </p15:clr>
        </p15:guide>
        <p15:guide id="12" pos="3927">
          <p15:clr>
            <a:srgbClr val="5ACBF0"/>
          </p15:clr>
        </p15:guide>
        <p15:guide id="13" pos="7394">
          <p15:clr>
            <a:srgbClr val="5ACBF0"/>
          </p15:clr>
        </p15:guide>
        <p15:guide id="14" orient="horz" pos="3969">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3" Type="http://schemas.openxmlformats.org/officeDocument/2006/relationships/hyperlink" Target="https://www.gartner.com/document-reader/document/7486821?ref=hp-wylo" TargetMode="External"/><Relationship Id="rId2" Type="http://schemas.openxmlformats.org/officeDocument/2006/relationships/notesSlide" Target="../notesSlides/notesSlide10.xml"/><Relationship Id="rId1" Type="http://schemas.openxmlformats.org/officeDocument/2006/relationships/slideLayout" Target="../slideLayouts/slideLayout101.xml"/><Relationship Id="rId6" Type="http://schemas.openxmlformats.org/officeDocument/2006/relationships/hyperlink" Target="https://www.gartner.com/document-reader/document/6534102?ref=solrAll&amp;refval=496100990&amp;" TargetMode="External"/><Relationship Id="rId5" Type="http://schemas.openxmlformats.org/officeDocument/2006/relationships/hyperlink" Target="https://www.gartner.com/document/4655199" TargetMode="External"/><Relationship Id="rId4" Type="http://schemas.openxmlformats.org/officeDocument/2006/relationships/hyperlink" Target="https://www.gartner.com/interactive/hc/6591402?ref=solrAll&amp;refval=494964607"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1.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hyperlink" Target="https://www.gartner.com/document-reader/document/7486821?ref=TypeAheadSearch" TargetMode="External"/><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hyperlink" Target="https://www.gartner.com/document-reader/document/6534102" TargetMode="External"/><Relationship Id="rId5" Type="http://schemas.openxmlformats.org/officeDocument/2006/relationships/hyperlink" Target="https://www.gartner.com/document-reader/document/6534102?ref=solrAll&amp;refval=496100990&amp;" TargetMode="External"/><Relationship Id="rId4" Type="http://schemas.openxmlformats.org/officeDocument/2006/relationships/hyperlink" Target="https://www.gartner.com/interactive/hc/6591402"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1.xml"/><Relationship Id="rId5" Type="http://schemas.openxmlformats.org/officeDocument/2006/relationships/image" Target="../media/image22.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artner.com/document-reader/document/7486821?ref=hp-wylo" TargetMode="External"/><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1"/>
          <p:cNvSpPr txBox="1">
            <a:spLocks noGrp="1"/>
          </p:cNvSpPr>
          <p:nvPr>
            <p:ph type="ctrTitle"/>
          </p:nvPr>
        </p:nvSpPr>
        <p:spPr>
          <a:xfrm>
            <a:off x="1498825" y="1171975"/>
            <a:ext cx="3666900" cy="15501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accent5"/>
              </a:buClr>
              <a:buSzPts val="2700"/>
              <a:buFont typeface="Arial Black"/>
              <a:buNone/>
            </a:pPr>
            <a:r>
              <a:rPr lang="en" sz="24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AI </a:t>
            </a:r>
            <a:r>
              <a:rPr lang="en" sz="2400"/>
              <a:t>in HR </a:t>
            </a:r>
            <a:r>
              <a:rPr lang="en" sz="2400">
                <a:solidFill>
                  <a:schemeClr val="lt1"/>
                </a:solidFill>
              </a:rPr>
              <a:t>Workshop: </a:t>
            </a:r>
            <a:r>
              <a:rPr lang="en" sz="2400"/>
              <a:t>Ideation and Prioritization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2"/>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Introduction</a:t>
            </a:r>
            <a:endParaRPr dirty="0"/>
          </a:p>
        </p:txBody>
      </p:sp>
      <p:sp>
        <p:nvSpPr>
          <p:cNvPr id="741" name="Google Shape;741;p2"/>
          <p:cNvSpPr/>
          <p:nvPr/>
        </p:nvSpPr>
        <p:spPr>
          <a:xfrm>
            <a:off x="6028125" y="44625"/>
            <a:ext cx="3057600" cy="7932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E81159"/>
                </a:solidFill>
                <a:latin typeface="Arial"/>
                <a:ea typeface="Arial"/>
                <a:cs typeface="Arial"/>
                <a:sym typeface="Arial"/>
              </a:rPr>
              <a:t>This introduction section is for workshop preparation. Remove these slides before the workshop.</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3"/>
          <p:cNvSpPr txBox="1">
            <a:spLocks noGrp="1"/>
          </p:cNvSpPr>
          <p:nvPr>
            <p:ph type="title"/>
          </p:nvPr>
        </p:nvSpPr>
        <p:spPr>
          <a:xfrm>
            <a:off x="342900" y="275035"/>
            <a:ext cx="8457000" cy="332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Black"/>
              <a:buNone/>
            </a:pPr>
            <a:r>
              <a:rPr lang="en"/>
              <a:t>How to Use This Tool</a:t>
            </a:r>
            <a:endParaRPr dirty="0"/>
          </a:p>
        </p:txBody>
      </p:sp>
      <p:sp>
        <p:nvSpPr>
          <p:cNvPr id="747" name="Google Shape;747;p3"/>
          <p:cNvSpPr txBox="1"/>
          <p:nvPr/>
        </p:nvSpPr>
        <p:spPr>
          <a:xfrm>
            <a:off x="380400" y="751025"/>
            <a:ext cx="8383200" cy="38808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1200"/>
              </a:spcBef>
              <a:spcAft>
                <a:spcPts val="0"/>
              </a:spcAft>
              <a:buClr>
                <a:srgbClr val="000000"/>
              </a:buClr>
              <a:buSzPts val="1200"/>
              <a:buFont typeface="Arial"/>
              <a:buNone/>
            </a:pPr>
            <a:r>
              <a:rPr lang="en" sz="1200" b="1" i="0" u="none" strike="noStrike" cap="none" dirty="0">
                <a:solidFill>
                  <a:srgbClr val="000000"/>
                </a:solidFill>
                <a:latin typeface="Arial"/>
                <a:ea typeface="Arial"/>
                <a:cs typeface="Arial"/>
                <a:sym typeface="Arial"/>
              </a:rPr>
              <a:t>Toolkit Goal:</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12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This tool is intended to help HR leaders run a workshop for generating and prioritizing AI use-case ideas.</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200"/>
              </a:spcBef>
              <a:spcAft>
                <a:spcPts val="0"/>
              </a:spcAft>
              <a:buClr>
                <a:srgbClr val="000000"/>
              </a:buClr>
              <a:buSzPts val="1200"/>
              <a:buFont typeface="Arial"/>
              <a:buNone/>
            </a:pPr>
            <a:r>
              <a:rPr lang="en" sz="1200" b="1" i="0" u="none" strike="noStrike" cap="none" dirty="0">
                <a:solidFill>
                  <a:srgbClr val="000000"/>
                </a:solidFill>
                <a:latin typeface="Arial"/>
                <a:ea typeface="Arial"/>
                <a:cs typeface="Arial"/>
                <a:sym typeface="Arial"/>
              </a:rPr>
              <a:t>Directions for Use:</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12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Select a workshop facilitator to run the workshop (see the next slide for guidance on their activities).</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12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Customize the slides with information specific to your organization, where required.</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12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Read the instructional red boxes for directions on how to use and edit/customize the slide.</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12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Remove the instructional red boxes before the workshop.</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12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Share the prework slides and preread details at least a week before the workshop.</a:t>
            </a:r>
            <a:endParaRPr sz="1400" b="0" i="0" u="none" strike="noStrike" cap="none" dirty="0">
              <a:solidFill>
                <a:srgbClr val="000000"/>
              </a:solidFill>
              <a:latin typeface="Arial"/>
              <a:ea typeface="Arial"/>
              <a:cs typeface="Arial"/>
              <a:sym typeface="Arial"/>
            </a:endParaRPr>
          </a:p>
          <a:p>
            <a:pPr marL="171450" marR="0" lvl="0" indent="-139700" algn="l" rtl="0">
              <a:lnSpc>
                <a:spcPct val="90000"/>
              </a:lnSpc>
              <a:spcBef>
                <a:spcPts val="500"/>
              </a:spcBef>
              <a:spcAft>
                <a:spcPts val="0"/>
              </a:spcAft>
              <a:buClr>
                <a:srgbClr val="000000"/>
              </a:buClr>
              <a:buSzPts val="500"/>
              <a:buFont typeface="Arial"/>
              <a:buNone/>
            </a:pPr>
            <a:endParaRPr sz="1200" b="1" i="0" u="none" strike="noStrike" cap="none" dirty="0">
              <a:solidFill>
                <a:srgbClr val="000000"/>
              </a:solidFill>
              <a:latin typeface="Arial"/>
              <a:ea typeface="Arial"/>
              <a:cs typeface="Arial"/>
              <a:sym typeface="Arial"/>
            </a:endParaRPr>
          </a:p>
          <a:p>
            <a:pPr marL="0" marR="0" lvl="0" indent="0" algn="l" rtl="0">
              <a:lnSpc>
                <a:spcPct val="90000"/>
              </a:lnSpc>
              <a:spcBef>
                <a:spcPts val="500"/>
              </a:spcBef>
              <a:spcAft>
                <a:spcPts val="0"/>
              </a:spcAft>
              <a:buClr>
                <a:srgbClr val="000000"/>
              </a:buClr>
              <a:buSzPts val="1200"/>
              <a:buFont typeface="Arial"/>
              <a:buNone/>
            </a:pPr>
            <a:r>
              <a:rPr lang="en" sz="1200" b="1" i="0" u="none" strike="noStrike" cap="none" dirty="0">
                <a:solidFill>
                  <a:srgbClr val="000000"/>
                </a:solidFill>
                <a:latin typeface="Arial"/>
                <a:ea typeface="Arial"/>
                <a:cs typeface="Arial"/>
                <a:sym typeface="Arial"/>
              </a:rPr>
              <a:t>Disclaimer:</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50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Note the following when using this tool:</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5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AI changes very rapidly, and some of the topic introductions and use cases might evolve.</a:t>
            </a:r>
            <a:endParaRPr sz="1400" b="0" i="0" u="none" strike="noStrike" cap="none" dirty="0">
              <a:solidFill>
                <a:srgbClr val="000000"/>
              </a:solidFill>
              <a:latin typeface="Arial"/>
              <a:ea typeface="Arial"/>
              <a:cs typeface="Arial"/>
              <a:sym typeface="Arial"/>
            </a:endParaRPr>
          </a:p>
          <a:p>
            <a:pPr marL="171450" marR="0" lvl="0" indent="-171450" algn="l" rtl="0">
              <a:lnSpc>
                <a:spcPct val="90000"/>
              </a:lnSpc>
              <a:spcBef>
                <a:spcPts val="50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This presentation covers possible use cases, but the list is not exhaustive.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4"/>
          <p:cNvSpPr txBox="1">
            <a:spLocks noGrp="1"/>
          </p:cNvSpPr>
          <p:nvPr>
            <p:ph type="title"/>
          </p:nvPr>
        </p:nvSpPr>
        <p:spPr>
          <a:xfrm>
            <a:off x="342900" y="275035"/>
            <a:ext cx="8457000" cy="332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Black"/>
              <a:buNone/>
            </a:pPr>
            <a:r>
              <a:rPr lang="en"/>
              <a:t>Select a Workshop Facilitator</a:t>
            </a:r>
            <a:endParaRPr dirty="0"/>
          </a:p>
        </p:txBody>
      </p:sp>
      <p:graphicFrame>
        <p:nvGraphicFramePr>
          <p:cNvPr id="753" name="Google Shape;753;p4"/>
          <p:cNvGraphicFramePr/>
          <p:nvPr>
            <p:extLst>
              <p:ext uri="{D42A27DB-BD31-4B8C-83A1-F6EECF244321}">
                <p14:modId xmlns:p14="http://schemas.microsoft.com/office/powerpoint/2010/main" val="1136632103"/>
              </p:ext>
            </p:extLst>
          </p:nvPr>
        </p:nvGraphicFramePr>
        <p:xfrm>
          <a:off x="343450" y="714926"/>
          <a:ext cx="8455900" cy="4094064"/>
        </p:xfrm>
        <a:graphic>
          <a:graphicData uri="http://schemas.openxmlformats.org/drawingml/2006/table">
            <a:tbl>
              <a:tblPr firstRow="1" bandRow="1">
                <a:noFill/>
                <a:tableStyleId>{9BE34F45-9591-4427-9654-C0692E8A6D00}</a:tableStyleId>
              </a:tblPr>
              <a:tblGrid>
                <a:gridCol w="1364450">
                  <a:extLst>
                    <a:ext uri="{9D8B030D-6E8A-4147-A177-3AD203B41FA5}">
                      <a16:colId xmlns:a16="http://schemas.microsoft.com/office/drawing/2014/main" val="20000"/>
                    </a:ext>
                  </a:extLst>
                </a:gridCol>
                <a:gridCol w="7091450">
                  <a:extLst>
                    <a:ext uri="{9D8B030D-6E8A-4147-A177-3AD203B41FA5}">
                      <a16:colId xmlns:a16="http://schemas.microsoft.com/office/drawing/2014/main" val="20001"/>
                    </a:ext>
                  </a:extLst>
                </a:gridCol>
              </a:tblGrid>
              <a:tr h="199900">
                <a:tc>
                  <a:txBody>
                    <a:bodyPr/>
                    <a:lstStyle/>
                    <a:p>
                      <a:pPr marL="0" marR="0" lvl="0" indent="0" algn="l" rtl="0">
                        <a:lnSpc>
                          <a:spcPct val="150000"/>
                        </a:lnSpc>
                        <a:spcBef>
                          <a:spcPts val="0"/>
                        </a:spcBef>
                        <a:spcAft>
                          <a:spcPts val="0"/>
                        </a:spcAft>
                        <a:buClr>
                          <a:schemeClr val="dk1"/>
                        </a:buClr>
                        <a:buSzPts val="1100"/>
                        <a:buFont typeface="Arial"/>
                        <a:buNone/>
                      </a:pPr>
                      <a:r>
                        <a:rPr lang="en" sz="1100" u="none" strike="noStrike" cap="none" dirty="0">
                          <a:latin typeface="Arial"/>
                          <a:ea typeface="Arial"/>
                          <a:cs typeface="Arial"/>
                          <a:sym typeface="Arial"/>
                        </a:rPr>
                        <a:t>Key Tasks</a:t>
                      </a:r>
                      <a:endParaRPr sz="1100" b="1" u="none" strike="noStrike" cap="none" dirty="0">
                        <a:solidFill>
                          <a:schemeClr val="lt1"/>
                        </a:solidFill>
                        <a:latin typeface="Arial"/>
                        <a:ea typeface="Arial"/>
                        <a:cs typeface="Arial"/>
                        <a:sym typeface="Arial"/>
                      </a:endParaRPr>
                    </a:p>
                  </a:txBody>
                  <a:tcPr marL="68600" marR="68600" marT="34300" marB="34300"/>
                </a:tc>
                <a:tc>
                  <a:txBody>
                    <a:bodyPr/>
                    <a:lstStyle/>
                    <a:p>
                      <a:pPr marL="0" marR="0" lvl="0" indent="0" algn="l" rtl="0">
                        <a:lnSpc>
                          <a:spcPct val="150000"/>
                        </a:lnSpc>
                        <a:spcBef>
                          <a:spcPts val="0"/>
                        </a:spcBef>
                        <a:spcAft>
                          <a:spcPts val="0"/>
                        </a:spcAft>
                        <a:buClr>
                          <a:schemeClr val="dk1"/>
                        </a:buClr>
                        <a:buSzPts val="1100"/>
                        <a:buFont typeface="Arial"/>
                        <a:buNone/>
                      </a:pPr>
                      <a:r>
                        <a:rPr lang="en" sz="1100" u="none" strike="noStrike" cap="none" dirty="0">
                          <a:latin typeface="Arial"/>
                          <a:ea typeface="Arial"/>
                          <a:cs typeface="Arial"/>
                          <a:sym typeface="Arial"/>
                        </a:rPr>
                        <a:t>Expected Actions</a:t>
                      </a:r>
                      <a:endParaRPr sz="1100" b="1" u="none" strike="noStrike" cap="none" dirty="0">
                        <a:solidFill>
                          <a:schemeClr val="lt1"/>
                        </a:solidFill>
                        <a:latin typeface="Arial"/>
                        <a:ea typeface="Arial"/>
                        <a:cs typeface="Arial"/>
                        <a:sym typeface="Arial"/>
                      </a:endParaRPr>
                    </a:p>
                  </a:txBody>
                  <a:tcPr marL="68600" marR="68600" marT="34300" marB="34300"/>
                </a:tc>
                <a:extLst>
                  <a:ext uri="{0D108BD9-81ED-4DB2-BD59-A6C34878D82A}">
                    <a16:rowId xmlns:a16="http://schemas.microsoft.com/office/drawing/2014/main" val="10000"/>
                  </a:ext>
                </a:extLst>
              </a:tr>
              <a:tr h="74937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latin typeface="Arial"/>
                          <a:ea typeface="Arial"/>
                          <a:cs typeface="Arial"/>
                          <a:sym typeface="Arial"/>
                        </a:rPr>
                        <a:t>Set Up Logistics Before the Session</a:t>
                      </a:r>
                      <a:endParaRPr sz="1100" b="1" u="none" strike="noStrike" cap="none" dirty="0">
                        <a:latin typeface="Arial"/>
                        <a:ea typeface="Arial"/>
                        <a:cs typeface="Arial"/>
                        <a:sym typeface="Arial"/>
                      </a:endParaRPr>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Share necessary prework (see the next section) with participants at least one week prior to the session.</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latin typeface="Arial"/>
                          <a:ea typeface="Arial"/>
                          <a:cs typeface="Arial"/>
                          <a:sym typeface="Arial"/>
                        </a:rPr>
                        <a:t>Have the required materials available based on your planned activities (</a:t>
                      </a:r>
                      <a:r>
                        <a:rPr lang="en" sz="1100" u="none" strike="noStrike" cap="none" dirty="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participa</a:t>
                      </a:r>
                      <a:r>
                        <a:rPr lang="en" sz="1100" u="none" strike="noStrike" cap="none"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nt handouts printed</a:t>
                      </a:r>
                      <a:r>
                        <a:rPr lang="en" sz="1100" u="none" strike="noStrike" cap="none" dirty="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 breakout teams sch</a:t>
                      </a:r>
                      <a:r>
                        <a:rPr lang="en" sz="1100" u="none" strike="noStrike" cap="none"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eduled if virtual, </a:t>
                      </a:r>
                      <a:r>
                        <a:rPr lang="en" sz="1100" u="none" strike="noStrike" cap="none" dirty="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markers, whiteboard</a:t>
                      </a:r>
                      <a:r>
                        <a:rPr lang="en" sz="1100" u="none" strike="noStrike" cap="none"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 etc.</a:t>
                      </a:r>
                      <a:r>
                        <a:rPr lang="en" sz="1100" u="none" strike="noStrike" cap="none" dirty="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rPr>
                        <a:t>).</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Customize this </a:t>
                      </a:r>
                      <a:r>
                        <a:rPr lang="en" sz="1100" u="none" strike="noStrike" cap="none" dirty="0">
                          <a:latin typeface="Arial"/>
                          <a:ea typeface="Arial"/>
                          <a:cs typeface="Arial"/>
                          <a:sym typeface="Arial"/>
                        </a:rPr>
                        <a:t>deck</a:t>
                      </a:r>
                      <a:r>
                        <a:rPr lang="en" sz="1100" u="none" strike="noStrike" cap="none" dirty="0"/>
                        <a:t>, modifying the</a:t>
                      </a:r>
                      <a:r>
                        <a:rPr lang="en" sz="1100" u="none" strike="noStrike" cap="none" dirty="0">
                          <a:latin typeface="Arial"/>
                          <a:ea typeface="Arial"/>
                          <a:cs typeface="Arial"/>
                          <a:sym typeface="Arial"/>
                        </a:rPr>
                        <a:t> agenda, </a:t>
                      </a:r>
                      <a:r>
                        <a:rPr lang="en" sz="1100" u="none" strike="noStrike" cap="none" dirty="0"/>
                        <a:t>industry use cases, </a:t>
                      </a:r>
                      <a:r>
                        <a:rPr lang="en" sz="1100" u="none" strike="noStrike" cap="none" dirty="0">
                          <a:latin typeface="Arial"/>
                          <a:ea typeface="Arial"/>
                          <a:cs typeface="Arial"/>
                          <a:sym typeface="Arial"/>
                        </a:rPr>
                        <a:t>ideation </a:t>
                      </a:r>
                      <a:r>
                        <a:rPr lang="en" sz="1100" u="none" strike="noStrike" cap="none" dirty="0"/>
                        <a:t>exercises</a:t>
                      </a:r>
                      <a:r>
                        <a:rPr lang="en" sz="1100" u="none" strike="noStrike" cap="none" dirty="0">
                          <a:latin typeface="Arial"/>
                          <a:ea typeface="Arial"/>
                          <a:cs typeface="Arial"/>
                          <a:sym typeface="Arial"/>
                        </a:rPr>
                        <a:t> </a:t>
                      </a:r>
                      <a:r>
                        <a:rPr lang="en" sz="1100" u="none" strike="noStrike" cap="none" dirty="0"/>
                        <a:t>and </a:t>
                      </a:r>
                      <a:r>
                        <a:rPr lang="en" sz="1100" u="none" strike="noStrike" cap="none" dirty="0">
                          <a:latin typeface="Arial"/>
                          <a:ea typeface="Arial"/>
                          <a:cs typeface="Arial"/>
                          <a:sym typeface="Arial"/>
                        </a:rPr>
                        <a:t>other material</a:t>
                      </a:r>
                      <a:r>
                        <a:rPr lang="en" sz="1100" u="none" strike="noStrike" cap="none" dirty="0"/>
                        <a:t>s.</a:t>
                      </a:r>
                      <a:endParaRPr sz="1100" u="none" strike="noStrike" cap="none" dirty="0"/>
                    </a:p>
                  </a:txBody>
                  <a:tcPr marL="68600" marR="68600" marT="34300" marB="34300"/>
                </a:tc>
                <a:extLst>
                  <a:ext uri="{0D108BD9-81ED-4DB2-BD59-A6C34878D82A}">
                    <a16:rowId xmlns:a16="http://schemas.microsoft.com/office/drawing/2014/main" val="10001"/>
                  </a:ext>
                </a:extLst>
              </a:tr>
              <a:tr h="483650">
                <a:tc>
                  <a:txBody>
                    <a:bodyPr/>
                    <a:lstStyle/>
                    <a:p>
                      <a:pPr marL="0" marR="0" lvl="0" indent="0" algn="l" rtl="0">
                        <a:lnSpc>
                          <a:spcPct val="100000"/>
                        </a:lnSpc>
                        <a:spcBef>
                          <a:spcPts val="0"/>
                        </a:spcBef>
                        <a:spcAft>
                          <a:spcPts val="0"/>
                        </a:spcAft>
                        <a:buClr>
                          <a:schemeClr val="dk1"/>
                        </a:buClr>
                        <a:buSzPts val="1100"/>
                        <a:buFont typeface="Arial"/>
                        <a:buNone/>
                      </a:pPr>
                      <a:r>
                        <a:rPr lang="en" sz="1100" b="0" u="none" strike="noStrike" cap="none" dirty="0">
                          <a:latin typeface="Arial"/>
                          <a:ea typeface="Arial"/>
                          <a:cs typeface="Arial"/>
                          <a:sym typeface="Arial"/>
                        </a:rPr>
                        <a:t>Gain Situational Awareness</a:t>
                      </a:r>
                      <a:endParaRPr sz="1100" u="none" strike="noStrike" cap="none" dirty="0"/>
                    </a:p>
                  </a:txBody>
                  <a:tcPr marL="68600" marR="68600" marT="34300" marB="34300">
                    <a:lnB w="9525" cap="flat" cmpd="sng">
                      <a:solidFill>
                        <a:schemeClr val="accent1"/>
                      </a:solidFill>
                      <a:prstDash val="solid"/>
                      <a:round/>
                      <a:headEnd type="none" w="sm" len="sm"/>
                      <a:tailEnd type="none" w="sm" len="sm"/>
                    </a:lnB>
                  </a:tcPr>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Be thorough </a:t>
                      </a:r>
                      <a:r>
                        <a:rPr lang="en" sz="1100" u="none" strike="noStrike" cap="none" dirty="0"/>
                        <a:t>preparing</a:t>
                      </a:r>
                      <a:r>
                        <a:rPr lang="en" sz="1100" u="none" strike="noStrike" cap="none" dirty="0">
                          <a:latin typeface="Arial"/>
                          <a:ea typeface="Arial"/>
                          <a:cs typeface="Arial"/>
                          <a:sym typeface="Arial"/>
                        </a:rPr>
                        <a:t> the scope, agenda and proposed sequence of activities in the session.</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Understand exceptions (if any) to the ideation session template. </a:t>
                      </a:r>
                      <a:r>
                        <a:rPr lang="en" sz="1100" u="none" strike="noStrike" cap="none" dirty="0">
                          <a:latin typeface="Arial"/>
                          <a:ea typeface="Arial"/>
                          <a:cs typeface="Arial"/>
                          <a:sym typeface="Arial"/>
                        </a:rPr>
                        <a:t>For example, </a:t>
                      </a:r>
                      <a:r>
                        <a:rPr lang="en" sz="1100" u="none" strike="noStrike" cap="none" dirty="0"/>
                        <a:t>revise </a:t>
                      </a:r>
                      <a:r>
                        <a:rPr lang="en" sz="1100" u="none" strike="noStrike" cap="none" dirty="0">
                          <a:latin typeface="Arial"/>
                          <a:ea typeface="Arial"/>
                          <a:cs typeface="Arial"/>
                          <a:sym typeface="Arial"/>
                        </a:rPr>
                        <a:t>the </a:t>
                      </a:r>
                      <a:r>
                        <a:rPr lang="en" sz="1100" u="none" strike="noStrike" cap="none" dirty="0"/>
                        <a:t>plans </a:t>
                      </a:r>
                      <a:r>
                        <a:rPr lang="en" sz="1100" u="none" strike="noStrike" cap="none" dirty="0">
                          <a:latin typeface="Arial"/>
                          <a:ea typeface="Arial"/>
                          <a:cs typeface="Arial"/>
                          <a:sym typeface="Arial"/>
                        </a:rPr>
                        <a:t>if there </a:t>
                      </a:r>
                      <a:r>
                        <a:rPr lang="en" sz="1100" u="none" strike="noStrike" cap="none" dirty="0"/>
                        <a:t>are more </a:t>
                      </a:r>
                      <a:r>
                        <a:rPr lang="en" sz="1100" u="none" strike="noStrike" cap="none" dirty="0">
                          <a:latin typeface="Arial"/>
                          <a:ea typeface="Arial"/>
                          <a:cs typeface="Arial"/>
                          <a:sym typeface="Arial"/>
                        </a:rPr>
                        <a:t>participants or if resources are not available to conduct a specific </a:t>
                      </a:r>
                      <a:r>
                        <a:rPr lang="en" sz="1100" u="none" strike="noStrike" cap="none" dirty="0"/>
                        <a:t>exercise</a:t>
                      </a:r>
                      <a:r>
                        <a:rPr lang="en" sz="1100" u="none" strike="noStrike" cap="none" dirty="0">
                          <a:latin typeface="Arial"/>
                          <a:ea typeface="Arial"/>
                          <a:cs typeface="Arial"/>
                          <a:sym typeface="Arial"/>
                        </a:rPr>
                        <a:t>.</a:t>
                      </a:r>
                      <a:endParaRPr sz="1100" u="none" strike="noStrike" cap="none" dirty="0">
                        <a:latin typeface="Arial"/>
                        <a:ea typeface="Arial"/>
                        <a:cs typeface="Arial"/>
                        <a:sym typeface="Arial"/>
                      </a:endParaRPr>
                    </a:p>
                  </a:txBody>
                  <a:tcPr marL="68600" marR="68600" marT="34300" marB="34300">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105112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Manage Discussion Flow</a:t>
                      </a:r>
                      <a:endParaRPr sz="1100" b="1" u="none" strike="noStrike" cap="none" dirty="0">
                        <a:latin typeface="Arial"/>
                        <a:ea typeface="Arial"/>
                        <a:cs typeface="Arial"/>
                        <a:sym typeface="Arial"/>
                      </a:endParaRPr>
                    </a:p>
                  </a:txBody>
                  <a:tcPr marL="68600" marR="68600" marT="34300" marB="34300">
                    <a:lnL w="9525" cap="flat" cmpd="sng">
                      <a:solidFill>
                        <a:schemeClr val="accen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Set clear ground rules for participation and ensure adherence to the agenda.</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If you have a lot of participants, break them into working groups of four to six people. For a virtual setting, preassign breakout sessions for the exercises.</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Guard the discussion from drifting to unproductive topics. Ensure the focus remains on AI and not on broader HR technology use cases.</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Summarize and restate key points at regular intervals to ensure participants don’t lose track of the discussion.</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Note duplicate and related ideas while facilitating ideation.</a:t>
                      </a:r>
                      <a:endParaRPr sz="1100" u="none" strike="noStrike" cap="none" dirty="0">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909250">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Facilitate Participation</a:t>
                      </a:r>
                      <a:endParaRPr sz="1100" b="1" u="none" strike="noStrike" cap="none" dirty="0">
                        <a:latin typeface="Arial"/>
                        <a:ea typeface="Arial"/>
                        <a:cs typeface="Arial"/>
                        <a:sym typeface="Arial"/>
                      </a:endParaRPr>
                    </a:p>
                  </a:txBody>
                  <a:tcPr marL="68600" marR="68600" marT="34300" marB="34300">
                    <a:lnL w="9525" cap="flat" cmpd="sng">
                      <a:solidFill>
                        <a:schemeClr val="accen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Read the facilitator guidance (last section of this presentation).</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rPr>
                        <a:t>Plan for the risk of groupthink </a:t>
                      </a:r>
                      <a:r>
                        <a:rPr lang="en" sz="1100" u="none" strike="noStrike" cap="none" dirty="0"/>
                        <a:t>(i.e., let’s follow the others; they know more than me). Have questions ready to challenge thinking or add new ideas.</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Remain neutral while trying to balance out conflicting points of view.</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Provide context to facilitate an informed resolution of any conflicting opinions.</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Prepare to be inclusive of </a:t>
                      </a:r>
                      <a:r>
                        <a:rPr lang="en" sz="1100" u="none" strike="noStrike" cap="none"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1"/>
                            </a:ext>
                          </a:extLst>
                        </a:rPr>
                        <a:t>participants that not speaking up.</a:t>
                      </a:r>
                      <a:r>
                        <a:rPr lang="en" sz="1100" u="none" strike="noStrike" cap="none" dirty="0"/>
                        <a:t> Ask their thoughts or reframe questions to drive participation.</a:t>
                      </a:r>
                      <a:endParaRPr sz="1100" u="none" strike="noStrike" cap="none" dirty="0">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6"/>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Participant Prework</a:t>
            </a:r>
            <a:endParaRPr dirty="0"/>
          </a:p>
        </p:txBody>
      </p:sp>
      <p:sp>
        <p:nvSpPr>
          <p:cNvPr id="759" name="Google Shape;759;p6"/>
          <p:cNvSpPr/>
          <p:nvPr/>
        </p:nvSpPr>
        <p:spPr>
          <a:xfrm>
            <a:off x="5321508" y="14644"/>
            <a:ext cx="3764217" cy="967211"/>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E81159"/>
                </a:solidFill>
                <a:latin typeface="Arial"/>
                <a:ea typeface="Arial"/>
                <a:cs typeface="Arial"/>
                <a:sym typeface="Arial"/>
              </a:rPr>
              <a:t>Edit this section and send to all participants at least one week before the workshop along with links to essential readings and/or PDF downloads of the content (see Slide 10). Remove before workshop.</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7"/>
          <p:cNvSpPr/>
          <p:nvPr/>
        </p:nvSpPr>
        <p:spPr>
          <a:xfrm>
            <a:off x="481344" y="1052321"/>
            <a:ext cx="8387700" cy="2141100"/>
          </a:xfrm>
          <a:prstGeom prst="rect">
            <a:avLst/>
          </a:prstGeom>
          <a:noFill/>
          <a:ln w="12700" cap="flat" cmpd="sng">
            <a:solidFill>
              <a:schemeClr val="accen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rgbClr val="FFFFFF"/>
              </a:solidFill>
              <a:latin typeface="Arial"/>
              <a:ea typeface="Arial"/>
              <a:cs typeface="Arial"/>
              <a:sym typeface="Arial"/>
            </a:endParaRPr>
          </a:p>
        </p:txBody>
      </p:sp>
      <p:sp>
        <p:nvSpPr>
          <p:cNvPr id="765" name="Google Shape;765;p7"/>
          <p:cNvSpPr txBox="1"/>
          <p:nvPr/>
        </p:nvSpPr>
        <p:spPr>
          <a:xfrm>
            <a:off x="342900" y="275035"/>
            <a:ext cx="8457010" cy="33239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400"/>
              <a:buFont typeface="Arial Black"/>
              <a:buNone/>
            </a:pPr>
            <a:r>
              <a:rPr lang="en" sz="2400" b="0" i="0" u="none" strike="noStrike" cap="none" dirty="0">
                <a:solidFill>
                  <a:schemeClr val="dk2"/>
                </a:solidFill>
                <a:latin typeface="Arial Black"/>
                <a:ea typeface="Arial Black"/>
                <a:cs typeface="Arial Black"/>
                <a:sym typeface="Arial Black"/>
              </a:rPr>
              <a:t>Purpose of Prework and Upcoming </a:t>
            </a:r>
            <a:r>
              <a:rPr lang="en" sz="2400" b="0" i="0" u="none" strike="noStrike" cap="none" dirty="0">
                <a:solidFill>
                  <a:schemeClr val="dk2"/>
                </a:solidFill>
                <a:latin typeface="Arial Black"/>
                <a:ea typeface="Arial Black"/>
                <a:cs typeface="Arial Black"/>
                <a:sym typeface="Arial Bla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2"/>
                  </a:ext>
                </a:extLst>
              </a:rPr>
              <a:t>Workshop</a:t>
            </a:r>
            <a:endParaRPr sz="1800" b="0" i="0" u="none" strike="noStrike" cap="none" dirty="0">
              <a:solidFill>
                <a:srgbClr val="002060"/>
              </a:solidFill>
              <a:latin typeface="Arial Black"/>
              <a:ea typeface="Arial Black"/>
              <a:cs typeface="Arial Black"/>
              <a:sym typeface="Arial Black"/>
            </a:endParaRPr>
          </a:p>
        </p:txBody>
      </p:sp>
      <p:sp>
        <p:nvSpPr>
          <p:cNvPr id="766" name="Google Shape;766;p7"/>
          <p:cNvSpPr txBox="1"/>
          <p:nvPr/>
        </p:nvSpPr>
        <p:spPr>
          <a:xfrm>
            <a:off x="516691" y="1052325"/>
            <a:ext cx="8206800" cy="1728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529B"/>
              </a:buClr>
              <a:buSzPts val="1100"/>
              <a:buFont typeface="Arial"/>
              <a:buNone/>
            </a:pPr>
            <a:r>
              <a:rPr lang="en" sz="1200" b="0" i="0" u="none" strike="noStrike" cap="none" dirty="0">
                <a:solidFill>
                  <a:srgbClr val="000000"/>
                </a:solidFill>
                <a:latin typeface="Arial"/>
                <a:ea typeface="Arial"/>
                <a:cs typeface="Arial"/>
                <a:sym typeface="Arial"/>
              </a:rPr>
              <a:t>To prepare for this critical and </a:t>
            </a:r>
            <a:r>
              <a:rPr lang="en" sz="1200" b="1" i="0" u="none" strike="noStrike" cap="none" dirty="0">
                <a:solidFill>
                  <a:schemeClr val="dk1"/>
                </a:solidFill>
                <a:latin typeface="Arial"/>
                <a:ea typeface="Arial"/>
                <a:cs typeface="Arial"/>
                <a:sym typeface="Arial"/>
              </a:rPr>
              <a:t>interactive session</a:t>
            </a:r>
            <a:r>
              <a:rPr lang="en" sz="1200" b="0" i="0" u="none" strike="noStrike" cap="none" dirty="0">
                <a:solidFill>
                  <a:srgbClr val="000000"/>
                </a:solidFill>
                <a:latin typeface="Arial"/>
                <a:ea typeface="Arial"/>
                <a:cs typeface="Arial"/>
                <a:sym typeface="Arial"/>
              </a:rPr>
              <a:t>, complete two prework activities, which should take </a:t>
            </a:r>
            <a:r>
              <a:rPr lang="en" sz="1200" b="1" i="0" u="none" strike="noStrike" cap="none" dirty="0">
                <a:solidFill>
                  <a:schemeClr val="dk1"/>
                </a:solidFill>
                <a:latin typeface="Arial"/>
                <a:ea typeface="Arial"/>
                <a:cs typeface="Arial"/>
                <a:sym typeface="Arial"/>
              </a:rPr>
              <a:t>no longer than 30 to 45 minutes of your time:</a:t>
            </a:r>
            <a:endParaRPr sz="1100" b="0" i="0" u="none" strike="noStrike" cap="none" dirty="0">
              <a:solidFill>
                <a:schemeClr val="dk1"/>
              </a:solidFill>
              <a:latin typeface="Arial"/>
              <a:ea typeface="Arial"/>
              <a:cs typeface="Arial"/>
              <a:sym typeface="Arial"/>
            </a:endParaRPr>
          </a:p>
          <a:p>
            <a:pPr marL="482600" marR="0" lvl="1" indent="-209550" algn="l" rtl="0">
              <a:lnSpc>
                <a:spcPct val="100000"/>
              </a:lnSpc>
              <a:spcBef>
                <a:spcPts val="900"/>
              </a:spcBef>
              <a:spcAft>
                <a:spcPts val="0"/>
              </a:spcAft>
              <a:buClr>
                <a:schemeClr val="dk2"/>
              </a:buClr>
              <a:buSzPts val="1100"/>
              <a:buFont typeface="Arial"/>
              <a:buChar char="–"/>
            </a:pPr>
            <a:r>
              <a:rPr lang="en" sz="1200" b="1" i="0" u="none" strike="noStrike" cap="none" dirty="0">
                <a:solidFill>
                  <a:schemeClr val="dk1"/>
                </a:solidFill>
                <a:latin typeface="Arial"/>
                <a:ea typeface="Arial"/>
                <a:cs typeface="Arial"/>
                <a:sym typeface="Arial"/>
              </a:rPr>
              <a:t>Prework #1 — ask of you: </a:t>
            </a:r>
            <a:r>
              <a:rPr lang="en" sz="1200" b="0" i="0" u="none" strike="noStrike" cap="none" dirty="0">
                <a:solidFill>
                  <a:srgbClr val="000000"/>
                </a:solidFill>
                <a:latin typeface="Arial"/>
                <a:ea typeface="Arial"/>
                <a:cs typeface="Arial"/>
                <a:sym typeface="Arial"/>
              </a:rPr>
              <a:t>Read through the </a:t>
            </a:r>
            <a:r>
              <a:rPr lang="en" sz="1200" b="1" i="0" u="none" strike="noStrike" cap="none" dirty="0">
                <a:solidFill>
                  <a:schemeClr val="dk1"/>
                </a:solidFill>
                <a:latin typeface="Arial"/>
                <a:ea typeface="Arial"/>
                <a:cs typeface="Arial"/>
                <a:sym typeface="Arial"/>
              </a:rPr>
              <a:t>Prereading Resources </a:t>
            </a:r>
            <a:r>
              <a:rPr lang="en" sz="1200" dirty="0">
                <a:solidFill>
                  <a:schemeClr val="dk1"/>
                </a:solidFill>
              </a:rPr>
              <a:t>that</a:t>
            </a:r>
            <a:r>
              <a:rPr lang="en" sz="1200" b="0" i="0" u="none" strike="noStrike" cap="none" dirty="0">
                <a:solidFill>
                  <a:srgbClr val="000000"/>
                </a:solidFill>
                <a:latin typeface="Arial"/>
                <a:ea typeface="Arial"/>
                <a:cs typeface="Arial"/>
                <a:sym typeface="Arial"/>
              </a:rPr>
              <a:t> consist of an introduction to AI, AI use-case essential readings (attached and/or linked in the following slides), deployment variations, and how to approach your use-case evaluation.  </a:t>
            </a:r>
            <a:endParaRPr sz="1100" b="1" i="0" u="none" strike="noStrike" cap="none" dirty="0">
              <a:solidFill>
                <a:srgbClr val="000000"/>
              </a:solidFill>
              <a:latin typeface="Arial"/>
              <a:ea typeface="Arial"/>
              <a:cs typeface="Arial"/>
              <a:sym typeface="Arial"/>
            </a:endParaRPr>
          </a:p>
          <a:p>
            <a:pPr marL="482600" marR="0" lvl="1" indent="-209550" algn="l" rtl="0">
              <a:lnSpc>
                <a:spcPct val="100000"/>
              </a:lnSpc>
              <a:spcBef>
                <a:spcPts val="900"/>
              </a:spcBef>
              <a:spcAft>
                <a:spcPts val="0"/>
              </a:spcAft>
              <a:buClr>
                <a:schemeClr val="dk2"/>
              </a:buClr>
              <a:buSzPts val="1100"/>
              <a:buFont typeface="Arial"/>
              <a:buChar char="–"/>
            </a:pPr>
            <a:r>
              <a:rPr lang="en" sz="1200" b="1" i="0" u="none" strike="noStrike" cap="none" dirty="0">
                <a:solidFill>
                  <a:schemeClr val="dk1"/>
                </a:solidFill>
                <a:latin typeface="Arial"/>
                <a:ea typeface="Arial"/>
                <a:cs typeface="Arial"/>
                <a:sym typeface="Arial"/>
              </a:rPr>
              <a:t>Prework #2 — ask of you:</a:t>
            </a:r>
            <a:r>
              <a:rPr lang="en" sz="1200" b="0" i="0" u="none" strike="noStrike" cap="none" dirty="0">
                <a:solidFill>
                  <a:srgbClr val="000000"/>
                </a:solidFill>
                <a:latin typeface="Arial"/>
                <a:ea typeface="Arial"/>
                <a:cs typeface="Arial"/>
                <a:sym typeface="Arial"/>
              </a:rPr>
              <a:t> Using the AI use-case essential reading materials in this pack, document </a:t>
            </a:r>
            <a:r>
              <a:rPr lang="en" sz="1200" b="1" i="0" u="none" strike="noStrike" cap="none" dirty="0">
                <a:solidFill>
                  <a:schemeClr val="dk1"/>
                </a:solidFill>
                <a:latin typeface="Arial"/>
                <a:ea typeface="Arial"/>
                <a:cs typeface="Arial"/>
                <a:sym typeface="Arial"/>
              </a:rPr>
              <a:t>two to three use cases </a:t>
            </a:r>
            <a:r>
              <a:rPr lang="en" sz="1200" b="0" i="0" u="none" strike="noStrike" cap="none" dirty="0">
                <a:solidFill>
                  <a:srgbClr val="000000"/>
                </a:solidFill>
                <a:latin typeface="Arial"/>
                <a:ea typeface="Arial"/>
                <a:cs typeface="Arial"/>
                <a:sym typeface="Arial"/>
              </a:rPr>
              <a:t>that resonate with you using the template provided.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529B"/>
              </a:buClr>
              <a:buSzPts val="1100"/>
              <a:buFont typeface="Arial"/>
              <a:buNone/>
            </a:pPr>
            <a:endParaRPr sz="1200" b="0" i="0" u="none" strike="noStrike" cap="none" dirty="0">
              <a:solidFill>
                <a:srgbClr val="000000"/>
              </a:solidFill>
              <a:latin typeface="Arial"/>
              <a:ea typeface="Arial"/>
              <a:cs typeface="Arial"/>
              <a:sym typeface="Arial"/>
            </a:endParaRPr>
          </a:p>
        </p:txBody>
      </p:sp>
      <p:sp>
        <p:nvSpPr>
          <p:cNvPr id="767" name="Google Shape;767;p7"/>
          <p:cNvSpPr txBox="1"/>
          <p:nvPr/>
        </p:nvSpPr>
        <p:spPr>
          <a:xfrm>
            <a:off x="518242" y="854799"/>
            <a:ext cx="6005400" cy="702000"/>
          </a:xfrm>
          <a:prstGeom prst="rect">
            <a:avLst/>
          </a:prstGeom>
          <a:noFill/>
          <a:ln>
            <a:noFill/>
          </a:ln>
        </p:spPr>
        <p:txBody>
          <a:bodyPr spcFirstLastPara="1" wrap="square" lIns="68575" tIns="34275" rIns="68575" bIns="34275" anchor="t" anchorCtr="0">
            <a:noAutofit/>
          </a:bodyPr>
          <a:lstStyle/>
          <a:p>
            <a:pPr marL="203200" marR="0" lvl="0" indent="-88900" algn="l" rtl="0">
              <a:lnSpc>
                <a:spcPct val="100000"/>
              </a:lnSpc>
              <a:spcBef>
                <a:spcPts val="0"/>
              </a:spcBef>
              <a:spcAft>
                <a:spcPts val="0"/>
              </a:spcAft>
              <a:buClr>
                <a:srgbClr val="00529B"/>
              </a:buClr>
              <a:buSzPts val="1900"/>
              <a:buFont typeface="Arial"/>
              <a:buNone/>
            </a:pPr>
            <a:endParaRPr sz="2100" b="0" i="0" u="none" strike="noStrike" cap="none" dirty="0">
              <a:solidFill>
                <a:srgbClr val="000000"/>
              </a:solidFill>
              <a:latin typeface="Arial"/>
              <a:ea typeface="Arial"/>
              <a:cs typeface="Arial"/>
              <a:sym typeface="Arial"/>
            </a:endParaRPr>
          </a:p>
        </p:txBody>
      </p:sp>
      <p:sp>
        <p:nvSpPr>
          <p:cNvPr id="768" name="Google Shape;768;p7"/>
          <p:cNvSpPr/>
          <p:nvPr/>
        </p:nvSpPr>
        <p:spPr>
          <a:xfrm>
            <a:off x="426244" y="3619656"/>
            <a:ext cx="8387700" cy="968700"/>
          </a:xfrm>
          <a:prstGeom prst="rect">
            <a:avLst/>
          </a:prstGeom>
          <a:noFill/>
          <a:ln w="12700" cap="flat" cmpd="sng">
            <a:solidFill>
              <a:schemeClr val="accen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dirty="0">
              <a:solidFill>
                <a:srgbClr val="FFFFFF"/>
              </a:solidFill>
              <a:latin typeface="Arial"/>
              <a:ea typeface="Arial"/>
              <a:cs typeface="Arial"/>
              <a:sym typeface="Arial"/>
            </a:endParaRPr>
          </a:p>
        </p:txBody>
      </p:sp>
      <p:sp>
        <p:nvSpPr>
          <p:cNvPr id="769" name="Google Shape;769;p7"/>
          <p:cNvSpPr/>
          <p:nvPr/>
        </p:nvSpPr>
        <p:spPr>
          <a:xfrm>
            <a:off x="468591" y="3706299"/>
            <a:ext cx="8206800" cy="992700"/>
          </a:xfrm>
          <a:prstGeom prst="rect">
            <a:avLst/>
          </a:prstGeom>
          <a:noFill/>
          <a:ln>
            <a:noFill/>
          </a:ln>
        </p:spPr>
        <p:txBody>
          <a:bodyPr spcFirstLastPara="1" wrap="square" lIns="68575" tIns="34275" rIns="68575" bIns="34275" anchor="t" anchorCtr="0">
            <a:noAutofit/>
          </a:bodyPr>
          <a:lstStyle/>
          <a:p>
            <a:pPr marL="215900" marR="0" lvl="0" indent="-215900" algn="l" rtl="0">
              <a:lnSpc>
                <a:spcPct val="100000"/>
              </a:lnSpc>
              <a:spcBef>
                <a:spcPts val="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Conduct an interactive</a:t>
            </a:r>
            <a:r>
              <a:rPr lang="en" sz="1200" b="0" i="0" u="none" strike="noStrike" cap="none" dirty="0">
                <a:solidFill>
                  <a:schemeClr val="dk1"/>
                </a:solidFill>
                <a:latin typeface="Arial"/>
                <a:ea typeface="Arial"/>
                <a:cs typeface="Arial"/>
                <a:sym typeface="Arial"/>
              </a:rPr>
              <a:t> </a:t>
            </a:r>
            <a:r>
              <a:rPr lang="en" sz="1200" b="1" i="0" u="none" strike="noStrike" cap="none" dirty="0">
                <a:solidFill>
                  <a:schemeClr val="dk1"/>
                </a:solidFill>
                <a:latin typeface="Arial"/>
                <a:ea typeface="Arial"/>
                <a:cs typeface="Arial"/>
                <a:sym typeface="Arial"/>
              </a:rPr>
              <a:t>ideation session to identify, evaluate and prioritize AI use cases in HR.</a:t>
            </a:r>
            <a:r>
              <a:rPr lang="en" sz="1200" b="0" i="0" u="none" strike="noStrike" cap="none" dirty="0">
                <a:solidFill>
                  <a:srgbClr val="000000"/>
                </a:solidFill>
                <a:latin typeface="Arial"/>
                <a:ea typeface="Arial"/>
                <a:cs typeface="Arial"/>
                <a:sym typeface="Arial"/>
              </a:rPr>
              <a:t> Decide on which use cases to progress.</a:t>
            </a:r>
            <a:endParaRPr sz="1100" b="0" i="0" u="none" strike="noStrike" cap="none" dirty="0">
              <a:solidFill>
                <a:srgbClr val="000000"/>
              </a:solidFill>
              <a:latin typeface="Arial"/>
              <a:ea typeface="Arial"/>
              <a:cs typeface="Arial"/>
              <a:sym typeface="Arial"/>
            </a:endParaRPr>
          </a:p>
          <a:p>
            <a:pPr marL="215900" marR="0" lvl="0" indent="-215900" algn="l" rtl="0">
              <a:lnSpc>
                <a:spcPct val="100000"/>
              </a:lnSpc>
              <a:spcBef>
                <a:spcPts val="0"/>
              </a:spcBef>
              <a:spcAft>
                <a:spcPts val="0"/>
              </a:spcAft>
              <a:buClr>
                <a:srgbClr val="000000"/>
              </a:buClr>
              <a:buSzPts val="1200"/>
              <a:buFont typeface="Arial"/>
              <a:buChar char="•"/>
            </a:pPr>
            <a:r>
              <a:rPr lang="en" sz="1200" b="0" i="0" u="none" strike="noStrike" cap="none" dirty="0">
                <a:solidFill>
                  <a:srgbClr val="000000"/>
                </a:solidFill>
                <a:latin typeface="Arial"/>
                <a:ea typeface="Arial"/>
                <a:cs typeface="Arial"/>
                <a:sym typeface="Arial"/>
              </a:rPr>
              <a:t>Confirm any </a:t>
            </a:r>
            <a:r>
              <a:rPr lang="en" sz="1200" b="1" i="0" u="none" strike="noStrike" cap="none" dirty="0">
                <a:solidFill>
                  <a:schemeClr val="dk1"/>
                </a:solidFill>
                <a:latin typeface="Arial"/>
                <a:ea typeface="Arial"/>
                <a:cs typeface="Arial"/>
                <a:sym typeface="Arial"/>
              </a:rPr>
              <a:t>additional new use cases </a:t>
            </a:r>
            <a:r>
              <a:rPr lang="en" sz="1200" b="0" i="0" u="none" strike="noStrike" cap="none" dirty="0">
                <a:solidFill>
                  <a:schemeClr val="dk1"/>
                </a:solidFill>
                <a:latin typeface="Arial"/>
                <a:ea typeface="Arial"/>
                <a:cs typeface="Arial"/>
                <a:sym typeface="Arial"/>
              </a:rPr>
              <a:t>(if any) and</a:t>
            </a:r>
            <a:r>
              <a:rPr lang="en" sz="1200" b="0" i="0" u="none" strike="noStrike" cap="none" dirty="0">
                <a:solidFill>
                  <a:srgbClr val="000000"/>
                </a:solidFill>
                <a:latin typeface="Arial"/>
                <a:ea typeface="Arial"/>
                <a:cs typeface="Arial"/>
                <a:sym typeface="Arial"/>
              </a:rPr>
              <a:t> agree on their prioritization.</a:t>
            </a:r>
            <a:endParaRPr sz="1100" b="0" i="0" u="none" strike="noStrike" cap="none" dirty="0">
              <a:solidFill>
                <a:srgbClr val="000000"/>
              </a:solidFill>
              <a:latin typeface="Arial"/>
              <a:ea typeface="Arial"/>
              <a:cs typeface="Arial"/>
              <a:sym typeface="Arial"/>
            </a:endParaRPr>
          </a:p>
          <a:p>
            <a:pPr marL="215900" marR="0" lvl="0" indent="-139700" algn="l" rtl="0">
              <a:lnSpc>
                <a:spcPct val="100000"/>
              </a:lnSpc>
              <a:spcBef>
                <a:spcPts val="0"/>
              </a:spcBef>
              <a:spcAft>
                <a:spcPts val="0"/>
              </a:spcAft>
              <a:buClr>
                <a:schemeClr val="dk1"/>
              </a:buClr>
              <a:buSzPts val="1200"/>
              <a:buFont typeface="Arial"/>
              <a:buNone/>
            </a:pPr>
            <a:endParaRPr sz="1200" b="0" i="0" u="none" strike="noStrike" cap="none" dirty="0">
              <a:solidFill>
                <a:srgbClr val="000000"/>
              </a:solidFill>
              <a:latin typeface="Arial"/>
              <a:ea typeface="Arial"/>
              <a:cs typeface="Arial"/>
              <a:sym typeface="Arial"/>
            </a:endParaRPr>
          </a:p>
        </p:txBody>
      </p:sp>
      <p:sp>
        <p:nvSpPr>
          <p:cNvPr id="770" name="Google Shape;770;p7"/>
          <p:cNvSpPr/>
          <p:nvPr/>
        </p:nvSpPr>
        <p:spPr>
          <a:xfrm>
            <a:off x="86500" y="3326645"/>
            <a:ext cx="3367200" cy="3510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 sz="1400" b="1" i="0" u="none" strike="noStrike" cap="none">
                <a:solidFill>
                  <a:srgbClr val="FFFFFF"/>
                </a:solidFill>
                <a:latin typeface="Arial"/>
                <a:ea typeface="Arial"/>
                <a:cs typeface="Arial"/>
                <a:sym typeface="Arial"/>
              </a:rPr>
              <a:t>Purpose of the Workshop</a:t>
            </a:r>
            <a:endParaRPr sz="1400" b="0" i="0" u="none" strike="noStrike" cap="none" dirty="0">
              <a:solidFill>
                <a:srgbClr val="000000"/>
              </a:solidFill>
              <a:latin typeface="Arial"/>
              <a:ea typeface="Arial"/>
              <a:cs typeface="Arial"/>
              <a:sym typeface="Arial"/>
            </a:endParaRPr>
          </a:p>
        </p:txBody>
      </p:sp>
      <p:sp>
        <p:nvSpPr>
          <p:cNvPr id="771" name="Google Shape;771;p7"/>
          <p:cNvSpPr/>
          <p:nvPr/>
        </p:nvSpPr>
        <p:spPr>
          <a:xfrm>
            <a:off x="286405" y="897866"/>
            <a:ext cx="273570" cy="273570"/>
          </a:xfrm>
          <a:custGeom>
            <a:avLst/>
            <a:gdLst/>
            <a:ahLst/>
            <a:cxnLst/>
            <a:rect l="l" t="t" r="r" b="b"/>
            <a:pathLst>
              <a:path w="188" h="188" extrusionOk="0">
                <a:moveTo>
                  <a:pt x="175" y="76"/>
                </a:moveTo>
                <a:cubicBezTo>
                  <a:pt x="163" y="76"/>
                  <a:pt x="163" y="76"/>
                  <a:pt x="163" y="76"/>
                </a:cubicBezTo>
                <a:cubicBezTo>
                  <a:pt x="161" y="76"/>
                  <a:pt x="159" y="75"/>
                  <a:pt x="158" y="74"/>
                </a:cubicBezTo>
                <a:cubicBezTo>
                  <a:pt x="157" y="74"/>
                  <a:pt x="157" y="74"/>
                  <a:pt x="157" y="74"/>
                </a:cubicBezTo>
                <a:cubicBezTo>
                  <a:pt x="154" y="72"/>
                  <a:pt x="152" y="68"/>
                  <a:pt x="152" y="64"/>
                </a:cubicBezTo>
                <a:cubicBezTo>
                  <a:pt x="152" y="63"/>
                  <a:pt x="152" y="61"/>
                  <a:pt x="153" y="60"/>
                </a:cubicBezTo>
                <a:cubicBezTo>
                  <a:pt x="153" y="59"/>
                  <a:pt x="154" y="58"/>
                  <a:pt x="155" y="56"/>
                </a:cubicBezTo>
                <a:cubicBezTo>
                  <a:pt x="157" y="54"/>
                  <a:pt x="157" y="54"/>
                  <a:pt x="157" y="54"/>
                </a:cubicBezTo>
                <a:cubicBezTo>
                  <a:pt x="161" y="50"/>
                  <a:pt x="161" y="50"/>
                  <a:pt x="161" y="50"/>
                </a:cubicBezTo>
                <a:cubicBezTo>
                  <a:pt x="164" y="47"/>
                  <a:pt x="164" y="47"/>
                  <a:pt x="164" y="47"/>
                </a:cubicBezTo>
                <a:cubicBezTo>
                  <a:pt x="167" y="42"/>
                  <a:pt x="167" y="35"/>
                  <a:pt x="163" y="30"/>
                </a:cubicBezTo>
                <a:cubicBezTo>
                  <a:pt x="156" y="23"/>
                  <a:pt x="156" y="23"/>
                  <a:pt x="156" y="23"/>
                </a:cubicBezTo>
                <a:cubicBezTo>
                  <a:pt x="151" y="19"/>
                  <a:pt x="144" y="19"/>
                  <a:pt x="139" y="22"/>
                </a:cubicBezTo>
                <a:cubicBezTo>
                  <a:pt x="136" y="25"/>
                  <a:pt x="136" y="25"/>
                  <a:pt x="136" y="25"/>
                </a:cubicBezTo>
                <a:cubicBezTo>
                  <a:pt x="130" y="32"/>
                  <a:pt x="130" y="32"/>
                  <a:pt x="130" y="32"/>
                </a:cubicBezTo>
                <a:cubicBezTo>
                  <a:pt x="130" y="32"/>
                  <a:pt x="130" y="32"/>
                  <a:pt x="130" y="32"/>
                </a:cubicBezTo>
                <a:cubicBezTo>
                  <a:pt x="126" y="36"/>
                  <a:pt x="122" y="35"/>
                  <a:pt x="118" y="33"/>
                </a:cubicBezTo>
                <a:cubicBezTo>
                  <a:pt x="116" y="33"/>
                  <a:pt x="116" y="32"/>
                  <a:pt x="115" y="31"/>
                </a:cubicBezTo>
                <a:cubicBezTo>
                  <a:pt x="113" y="29"/>
                  <a:pt x="112" y="26"/>
                  <a:pt x="112" y="24"/>
                </a:cubicBezTo>
                <a:cubicBezTo>
                  <a:pt x="112" y="15"/>
                  <a:pt x="112" y="15"/>
                  <a:pt x="112" y="15"/>
                </a:cubicBezTo>
                <a:cubicBezTo>
                  <a:pt x="111" y="11"/>
                  <a:pt x="111" y="11"/>
                  <a:pt x="111" y="11"/>
                </a:cubicBezTo>
                <a:cubicBezTo>
                  <a:pt x="111" y="5"/>
                  <a:pt x="105" y="0"/>
                  <a:pt x="99" y="0"/>
                </a:cubicBezTo>
                <a:cubicBezTo>
                  <a:pt x="88" y="0"/>
                  <a:pt x="88" y="0"/>
                  <a:pt x="88" y="0"/>
                </a:cubicBezTo>
                <a:cubicBezTo>
                  <a:pt x="81" y="0"/>
                  <a:pt x="76" y="5"/>
                  <a:pt x="76" y="11"/>
                </a:cubicBezTo>
                <a:cubicBezTo>
                  <a:pt x="76" y="24"/>
                  <a:pt x="76" y="24"/>
                  <a:pt x="76" y="24"/>
                </a:cubicBezTo>
                <a:cubicBezTo>
                  <a:pt x="76" y="24"/>
                  <a:pt x="76" y="24"/>
                  <a:pt x="75" y="24"/>
                </a:cubicBezTo>
                <a:cubicBezTo>
                  <a:pt x="75" y="24"/>
                  <a:pt x="75" y="25"/>
                  <a:pt x="75" y="25"/>
                </a:cubicBezTo>
                <a:cubicBezTo>
                  <a:pt x="75" y="25"/>
                  <a:pt x="75" y="25"/>
                  <a:pt x="75" y="26"/>
                </a:cubicBezTo>
                <a:cubicBezTo>
                  <a:pt x="75" y="26"/>
                  <a:pt x="75" y="26"/>
                  <a:pt x="75" y="26"/>
                </a:cubicBezTo>
                <a:cubicBezTo>
                  <a:pt x="75" y="27"/>
                  <a:pt x="75" y="28"/>
                  <a:pt x="75" y="28"/>
                </a:cubicBezTo>
                <a:cubicBezTo>
                  <a:pt x="75" y="28"/>
                  <a:pt x="75" y="28"/>
                  <a:pt x="75" y="28"/>
                </a:cubicBezTo>
                <a:cubicBezTo>
                  <a:pt x="74" y="28"/>
                  <a:pt x="74" y="28"/>
                  <a:pt x="74" y="28"/>
                </a:cubicBezTo>
                <a:cubicBezTo>
                  <a:pt x="74" y="28"/>
                  <a:pt x="74" y="28"/>
                  <a:pt x="74" y="28"/>
                </a:cubicBezTo>
                <a:cubicBezTo>
                  <a:pt x="73" y="29"/>
                  <a:pt x="72" y="30"/>
                  <a:pt x="71" y="31"/>
                </a:cubicBezTo>
                <a:cubicBezTo>
                  <a:pt x="69" y="33"/>
                  <a:pt x="67" y="34"/>
                  <a:pt x="64" y="34"/>
                </a:cubicBezTo>
                <a:cubicBezTo>
                  <a:pt x="61" y="34"/>
                  <a:pt x="58" y="33"/>
                  <a:pt x="56" y="32"/>
                </a:cubicBezTo>
                <a:cubicBezTo>
                  <a:pt x="54" y="29"/>
                  <a:pt x="54" y="29"/>
                  <a:pt x="54" y="29"/>
                </a:cubicBezTo>
                <a:cubicBezTo>
                  <a:pt x="50" y="25"/>
                  <a:pt x="50" y="25"/>
                  <a:pt x="50" y="25"/>
                </a:cubicBezTo>
                <a:cubicBezTo>
                  <a:pt x="47" y="22"/>
                  <a:pt x="47" y="22"/>
                  <a:pt x="47" y="22"/>
                </a:cubicBezTo>
                <a:cubicBezTo>
                  <a:pt x="42" y="19"/>
                  <a:pt x="35" y="19"/>
                  <a:pt x="30" y="23"/>
                </a:cubicBezTo>
                <a:cubicBezTo>
                  <a:pt x="22" y="30"/>
                  <a:pt x="22" y="30"/>
                  <a:pt x="22" y="30"/>
                </a:cubicBezTo>
                <a:cubicBezTo>
                  <a:pt x="19" y="35"/>
                  <a:pt x="18" y="42"/>
                  <a:pt x="22" y="47"/>
                </a:cubicBezTo>
                <a:cubicBezTo>
                  <a:pt x="25" y="50"/>
                  <a:pt x="25" y="50"/>
                  <a:pt x="25" y="50"/>
                </a:cubicBezTo>
                <a:cubicBezTo>
                  <a:pt x="31" y="56"/>
                  <a:pt x="31" y="56"/>
                  <a:pt x="31" y="56"/>
                </a:cubicBezTo>
                <a:cubicBezTo>
                  <a:pt x="31" y="57"/>
                  <a:pt x="32" y="57"/>
                  <a:pt x="32" y="57"/>
                </a:cubicBezTo>
                <a:cubicBezTo>
                  <a:pt x="32" y="57"/>
                  <a:pt x="32" y="57"/>
                  <a:pt x="32" y="57"/>
                </a:cubicBezTo>
                <a:cubicBezTo>
                  <a:pt x="32" y="57"/>
                  <a:pt x="32" y="58"/>
                  <a:pt x="32" y="58"/>
                </a:cubicBezTo>
                <a:cubicBezTo>
                  <a:pt x="32" y="58"/>
                  <a:pt x="32" y="58"/>
                  <a:pt x="33" y="58"/>
                </a:cubicBezTo>
                <a:cubicBezTo>
                  <a:pt x="33" y="58"/>
                  <a:pt x="33" y="59"/>
                  <a:pt x="33" y="59"/>
                </a:cubicBezTo>
                <a:cubicBezTo>
                  <a:pt x="33" y="59"/>
                  <a:pt x="33" y="59"/>
                  <a:pt x="33" y="59"/>
                </a:cubicBezTo>
                <a:cubicBezTo>
                  <a:pt x="33" y="59"/>
                  <a:pt x="33" y="60"/>
                  <a:pt x="33" y="60"/>
                </a:cubicBezTo>
                <a:cubicBezTo>
                  <a:pt x="33" y="60"/>
                  <a:pt x="33" y="60"/>
                  <a:pt x="33" y="60"/>
                </a:cubicBezTo>
                <a:cubicBezTo>
                  <a:pt x="33" y="60"/>
                  <a:pt x="33" y="61"/>
                  <a:pt x="33" y="61"/>
                </a:cubicBezTo>
                <a:cubicBezTo>
                  <a:pt x="33" y="61"/>
                  <a:pt x="32" y="62"/>
                  <a:pt x="32" y="62"/>
                </a:cubicBezTo>
                <a:cubicBezTo>
                  <a:pt x="32" y="62"/>
                  <a:pt x="32" y="62"/>
                  <a:pt x="32" y="62"/>
                </a:cubicBezTo>
                <a:cubicBezTo>
                  <a:pt x="36" y="66"/>
                  <a:pt x="32" y="70"/>
                  <a:pt x="30" y="72"/>
                </a:cubicBezTo>
                <a:cubicBezTo>
                  <a:pt x="28" y="74"/>
                  <a:pt x="26" y="76"/>
                  <a:pt x="24" y="76"/>
                </a:cubicBezTo>
                <a:cubicBezTo>
                  <a:pt x="11" y="76"/>
                  <a:pt x="11" y="76"/>
                  <a:pt x="11" y="76"/>
                </a:cubicBezTo>
                <a:cubicBezTo>
                  <a:pt x="4" y="76"/>
                  <a:pt x="0" y="81"/>
                  <a:pt x="0" y="88"/>
                </a:cubicBezTo>
                <a:cubicBezTo>
                  <a:pt x="0" y="99"/>
                  <a:pt x="0" y="99"/>
                  <a:pt x="0" y="99"/>
                </a:cubicBezTo>
                <a:cubicBezTo>
                  <a:pt x="0" y="105"/>
                  <a:pt x="4" y="108"/>
                  <a:pt x="11" y="112"/>
                </a:cubicBezTo>
                <a:cubicBezTo>
                  <a:pt x="23" y="112"/>
                  <a:pt x="23" y="112"/>
                  <a:pt x="23" y="112"/>
                </a:cubicBezTo>
                <a:cubicBezTo>
                  <a:pt x="24" y="112"/>
                  <a:pt x="24" y="111"/>
                  <a:pt x="25" y="112"/>
                </a:cubicBezTo>
                <a:cubicBezTo>
                  <a:pt x="25" y="112"/>
                  <a:pt x="25" y="111"/>
                  <a:pt x="25" y="111"/>
                </a:cubicBezTo>
                <a:cubicBezTo>
                  <a:pt x="25" y="111"/>
                  <a:pt x="25" y="111"/>
                  <a:pt x="26" y="111"/>
                </a:cubicBezTo>
                <a:cubicBezTo>
                  <a:pt x="30" y="113"/>
                  <a:pt x="34" y="117"/>
                  <a:pt x="34" y="122"/>
                </a:cubicBezTo>
                <a:cubicBezTo>
                  <a:pt x="34" y="125"/>
                  <a:pt x="33" y="128"/>
                  <a:pt x="31" y="130"/>
                </a:cubicBezTo>
                <a:cubicBezTo>
                  <a:pt x="29" y="132"/>
                  <a:pt x="29" y="132"/>
                  <a:pt x="29" y="132"/>
                </a:cubicBezTo>
                <a:cubicBezTo>
                  <a:pt x="25" y="136"/>
                  <a:pt x="25" y="136"/>
                  <a:pt x="25" y="136"/>
                </a:cubicBezTo>
                <a:cubicBezTo>
                  <a:pt x="22" y="139"/>
                  <a:pt x="22" y="139"/>
                  <a:pt x="22" y="139"/>
                </a:cubicBezTo>
                <a:cubicBezTo>
                  <a:pt x="18" y="144"/>
                  <a:pt x="19" y="151"/>
                  <a:pt x="22" y="156"/>
                </a:cubicBezTo>
                <a:cubicBezTo>
                  <a:pt x="30" y="164"/>
                  <a:pt x="30" y="164"/>
                  <a:pt x="30" y="164"/>
                </a:cubicBezTo>
                <a:cubicBezTo>
                  <a:pt x="35" y="167"/>
                  <a:pt x="42" y="168"/>
                  <a:pt x="47" y="164"/>
                </a:cubicBezTo>
                <a:cubicBezTo>
                  <a:pt x="50" y="161"/>
                  <a:pt x="50" y="161"/>
                  <a:pt x="50" y="161"/>
                </a:cubicBezTo>
                <a:cubicBezTo>
                  <a:pt x="56" y="155"/>
                  <a:pt x="56" y="155"/>
                  <a:pt x="56" y="155"/>
                </a:cubicBezTo>
                <a:cubicBezTo>
                  <a:pt x="56" y="155"/>
                  <a:pt x="56" y="155"/>
                  <a:pt x="56" y="155"/>
                </a:cubicBezTo>
                <a:cubicBezTo>
                  <a:pt x="56" y="155"/>
                  <a:pt x="56" y="155"/>
                  <a:pt x="57" y="155"/>
                </a:cubicBezTo>
                <a:cubicBezTo>
                  <a:pt x="57" y="154"/>
                  <a:pt x="57" y="154"/>
                  <a:pt x="57" y="154"/>
                </a:cubicBezTo>
                <a:cubicBezTo>
                  <a:pt x="57" y="154"/>
                  <a:pt x="57" y="154"/>
                  <a:pt x="58" y="154"/>
                </a:cubicBezTo>
                <a:cubicBezTo>
                  <a:pt x="58" y="154"/>
                  <a:pt x="58" y="154"/>
                  <a:pt x="58" y="153"/>
                </a:cubicBezTo>
                <a:cubicBezTo>
                  <a:pt x="58" y="153"/>
                  <a:pt x="59" y="153"/>
                  <a:pt x="59" y="153"/>
                </a:cubicBezTo>
                <a:cubicBezTo>
                  <a:pt x="59" y="153"/>
                  <a:pt x="59" y="153"/>
                  <a:pt x="59" y="153"/>
                </a:cubicBezTo>
                <a:cubicBezTo>
                  <a:pt x="59" y="153"/>
                  <a:pt x="60" y="152"/>
                  <a:pt x="60" y="152"/>
                </a:cubicBezTo>
                <a:cubicBezTo>
                  <a:pt x="60" y="152"/>
                  <a:pt x="60" y="152"/>
                  <a:pt x="60" y="152"/>
                </a:cubicBezTo>
                <a:cubicBezTo>
                  <a:pt x="60" y="152"/>
                  <a:pt x="61" y="152"/>
                  <a:pt x="61" y="152"/>
                </a:cubicBezTo>
                <a:cubicBezTo>
                  <a:pt x="61" y="152"/>
                  <a:pt x="61" y="152"/>
                  <a:pt x="61" y="152"/>
                </a:cubicBezTo>
                <a:cubicBezTo>
                  <a:pt x="61" y="152"/>
                  <a:pt x="62" y="152"/>
                  <a:pt x="62" y="152"/>
                </a:cubicBezTo>
                <a:cubicBezTo>
                  <a:pt x="62" y="152"/>
                  <a:pt x="62" y="152"/>
                  <a:pt x="62" y="152"/>
                </a:cubicBezTo>
                <a:cubicBezTo>
                  <a:pt x="62" y="152"/>
                  <a:pt x="63" y="152"/>
                  <a:pt x="63" y="152"/>
                </a:cubicBezTo>
                <a:cubicBezTo>
                  <a:pt x="66" y="152"/>
                  <a:pt x="70" y="153"/>
                  <a:pt x="72" y="156"/>
                </a:cubicBezTo>
                <a:cubicBezTo>
                  <a:pt x="74" y="158"/>
                  <a:pt x="76" y="160"/>
                  <a:pt x="76" y="163"/>
                </a:cubicBezTo>
                <a:cubicBezTo>
                  <a:pt x="76" y="175"/>
                  <a:pt x="76" y="175"/>
                  <a:pt x="76" y="175"/>
                </a:cubicBezTo>
                <a:cubicBezTo>
                  <a:pt x="76" y="182"/>
                  <a:pt x="81" y="188"/>
                  <a:pt x="88" y="188"/>
                </a:cubicBezTo>
                <a:cubicBezTo>
                  <a:pt x="99" y="188"/>
                  <a:pt x="99" y="188"/>
                  <a:pt x="99" y="188"/>
                </a:cubicBezTo>
                <a:cubicBezTo>
                  <a:pt x="105" y="188"/>
                  <a:pt x="108" y="182"/>
                  <a:pt x="112" y="175"/>
                </a:cubicBezTo>
                <a:cubicBezTo>
                  <a:pt x="112" y="163"/>
                  <a:pt x="112" y="163"/>
                  <a:pt x="112" y="163"/>
                </a:cubicBezTo>
                <a:cubicBezTo>
                  <a:pt x="112" y="160"/>
                  <a:pt x="112" y="158"/>
                  <a:pt x="114" y="157"/>
                </a:cubicBezTo>
                <a:cubicBezTo>
                  <a:pt x="114" y="157"/>
                  <a:pt x="114" y="156"/>
                  <a:pt x="114" y="156"/>
                </a:cubicBezTo>
                <a:cubicBezTo>
                  <a:pt x="114" y="156"/>
                  <a:pt x="114" y="155"/>
                  <a:pt x="114" y="155"/>
                </a:cubicBezTo>
                <a:cubicBezTo>
                  <a:pt x="115" y="154"/>
                  <a:pt x="115" y="156"/>
                  <a:pt x="116" y="152"/>
                </a:cubicBezTo>
                <a:cubicBezTo>
                  <a:pt x="116" y="152"/>
                  <a:pt x="116" y="152"/>
                  <a:pt x="116" y="152"/>
                </a:cubicBezTo>
                <a:cubicBezTo>
                  <a:pt x="116" y="152"/>
                  <a:pt x="117" y="153"/>
                  <a:pt x="117" y="153"/>
                </a:cubicBezTo>
                <a:cubicBezTo>
                  <a:pt x="117" y="152"/>
                  <a:pt x="117" y="153"/>
                  <a:pt x="117" y="153"/>
                </a:cubicBezTo>
                <a:cubicBezTo>
                  <a:pt x="117" y="153"/>
                  <a:pt x="117" y="153"/>
                  <a:pt x="117" y="153"/>
                </a:cubicBezTo>
                <a:cubicBezTo>
                  <a:pt x="118" y="153"/>
                  <a:pt x="118" y="153"/>
                  <a:pt x="119" y="152"/>
                </a:cubicBezTo>
                <a:cubicBezTo>
                  <a:pt x="119" y="152"/>
                  <a:pt x="119" y="153"/>
                  <a:pt x="119" y="153"/>
                </a:cubicBezTo>
                <a:cubicBezTo>
                  <a:pt x="120" y="152"/>
                  <a:pt x="121" y="152"/>
                  <a:pt x="122" y="152"/>
                </a:cubicBezTo>
                <a:cubicBezTo>
                  <a:pt x="123" y="152"/>
                  <a:pt x="123" y="152"/>
                  <a:pt x="123" y="152"/>
                </a:cubicBezTo>
                <a:cubicBezTo>
                  <a:pt x="123" y="152"/>
                  <a:pt x="123" y="152"/>
                  <a:pt x="123" y="152"/>
                </a:cubicBezTo>
                <a:cubicBezTo>
                  <a:pt x="125" y="152"/>
                  <a:pt x="127" y="153"/>
                  <a:pt x="128" y="154"/>
                </a:cubicBezTo>
                <a:cubicBezTo>
                  <a:pt x="129" y="154"/>
                  <a:pt x="129" y="154"/>
                  <a:pt x="130" y="155"/>
                </a:cubicBezTo>
                <a:cubicBezTo>
                  <a:pt x="132" y="157"/>
                  <a:pt x="132" y="157"/>
                  <a:pt x="132" y="157"/>
                </a:cubicBezTo>
                <a:cubicBezTo>
                  <a:pt x="136" y="161"/>
                  <a:pt x="136" y="161"/>
                  <a:pt x="136" y="161"/>
                </a:cubicBezTo>
                <a:cubicBezTo>
                  <a:pt x="139" y="164"/>
                  <a:pt x="139" y="164"/>
                  <a:pt x="139" y="164"/>
                </a:cubicBezTo>
                <a:cubicBezTo>
                  <a:pt x="144" y="168"/>
                  <a:pt x="151" y="167"/>
                  <a:pt x="156" y="164"/>
                </a:cubicBezTo>
                <a:cubicBezTo>
                  <a:pt x="163" y="156"/>
                  <a:pt x="163" y="156"/>
                  <a:pt x="163" y="156"/>
                </a:cubicBezTo>
                <a:cubicBezTo>
                  <a:pt x="167" y="151"/>
                  <a:pt x="167" y="144"/>
                  <a:pt x="164" y="139"/>
                </a:cubicBezTo>
                <a:cubicBezTo>
                  <a:pt x="161" y="136"/>
                  <a:pt x="161" y="136"/>
                  <a:pt x="161" y="136"/>
                </a:cubicBezTo>
                <a:cubicBezTo>
                  <a:pt x="156" y="131"/>
                  <a:pt x="156" y="131"/>
                  <a:pt x="156" y="131"/>
                </a:cubicBezTo>
                <a:cubicBezTo>
                  <a:pt x="155" y="128"/>
                  <a:pt x="155" y="128"/>
                  <a:pt x="155" y="128"/>
                </a:cubicBezTo>
                <a:cubicBezTo>
                  <a:pt x="155" y="128"/>
                  <a:pt x="155" y="128"/>
                  <a:pt x="155" y="128"/>
                </a:cubicBezTo>
                <a:cubicBezTo>
                  <a:pt x="151" y="124"/>
                  <a:pt x="151" y="118"/>
                  <a:pt x="156" y="113"/>
                </a:cubicBezTo>
                <a:cubicBezTo>
                  <a:pt x="157" y="112"/>
                  <a:pt x="158" y="112"/>
                  <a:pt x="159" y="112"/>
                </a:cubicBezTo>
                <a:cubicBezTo>
                  <a:pt x="160" y="111"/>
                  <a:pt x="161" y="112"/>
                  <a:pt x="163" y="112"/>
                </a:cubicBezTo>
                <a:cubicBezTo>
                  <a:pt x="175" y="112"/>
                  <a:pt x="175" y="112"/>
                  <a:pt x="175" y="112"/>
                </a:cubicBezTo>
                <a:cubicBezTo>
                  <a:pt x="181" y="108"/>
                  <a:pt x="188" y="105"/>
                  <a:pt x="188" y="99"/>
                </a:cubicBezTo>
                <a:cubicBezTo>
                  <a:pt x="188" y="88"/>
                  <a:pt x="188" y="88"/>
                  <a:pt x="188" y="88"/>
                </a:cubicBezTo>
                <a:cubicBezTo>
                  <a:pt x="188" y="81"/>
                  <a:pt x="182" y="76"/>
                  <a:pt x="175" y="76"/>
                </a:cubicBezTo>
                <a:close/>
                <a:moveTo>
                  <a:pt x="93" y="122"/>
                </a:moveTo>
                <a:cubicBezTo>
                  <a:pt x="77" y="122"/>
                  <a:pt x="64" y="109"/>
                  <a:pt x="64" y="93"/>
                </a:cubicBezTo>
                <a:cubicBezTo>
                  <a:pt x="64" y="77"/>
                  <a:pt x="77" y="64"/>
                  <a:pt x="93" y="64"/>
                </a:cubicBezTo>
                <a:cubicBezTo>
                  <a:pt x="109" y="64"/>
                  <a:pt x="122" y="77"/>
                  <a:pt x="122" y="93"/>
                </a:cubicBezTo>
                <a:cubicBezTo>
                  <a:pt x="122" y="109"/>
                  <a:pt x="109" y="122"/>
                  <a:pt x="93" y="122"/>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72" name="Google Shape;772;p7"/>
          <p:cNvSpPr/>
          <p:nvPr/>
        </p:nvSpPr>
        <p:spPr>
          <a:xfrm>
            <a:off x="86500" y="748759"/>
            <a:ext cx="3367200" cy="3510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 sz="1400" b="1" i="0" u="none" strike="noStrike" cap="none" dirty="0">
                <a:solidFill>
                  <a:srgbClr val="FFFFFF"/>
                </a:solidFill>
                <a:latin typeface="Arial"/>
                <a:ea typeface="Arial"/>
                <a:cs typeface="Arial"/>
                <a:sym typeface="Arial"/>
              </a:rPr>
              <a:t>Purpose of Prework</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
          <p:cNvSpPr txBox="1"/>
          <p:nvPr/>
        </p:nvSpPr>
        <p:spPr>
          <a:xfrm>
            <a:off x="344038" y="201788"/>
            <a:ext cx="8455800" cy="338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100"/>
              <a:buFont typeface="Arial Black"/>
              <a:buNone/>
            </a:pPr>
            <a:r>
              <a:rPr lang="en" sz="2400" b="0" i="0" u="none" strike="noStrike" cap="none">
                <a:solidFill>
                  <a:schemeClr val="dk2"/>
                </a:solidFill>
                <a:latin typeface="Arial Black"/>
                <a:ea typeface="Arial Black"/>
                <a:cs typeface="Arial Black"/>
                <a:sym typeface="Arial Black"/>
              </a:rPr>
              <a:t>Introduction to AI: General </a:t>
            </a:r>
            <a:r>
              <a:rPr lang="en" sz="2400" b="0" i="0" u="none" strike="noStrike" cap="none">
                <a:solidFill>
                  <a:schemeClr val="dk2"/>
                </a:solidFill>
                <a:latin typeface="Arial Black"/>
                <a:ea typeface="Arial Black"/>
                <a:cs typeface="Arial Black"/>
                <a:sym typeface="Arial Bla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3"/>
                  </a:ext>
                </a:extLst>
              </a:rPr>
              <a:t>Terms</a:t>
            </a:r>
            <a:endParaRPr sz="1400" b="0" i="0" u="none" strike="noStrike" cap="none" dirty="0">
              <a:solidFill>
                <a:srgbClr val="000000"/>
              </a:solidFill>
              <a:latin typeface="Arial"/>
              <a:ea typeface="Arial"/>
              <a:cs typeface="Arial"/>
              <a:sym typeface="Arial"/>
            </a:endParaRPr>
          </a:p>
        </p:txBody>
      </p:sp>
      <p:sp>
        <p:nvSpPr>
          <p:cNvPr id="778" name="Google Shape;778;p5"/>
          <p:cNvSpPr/>
          <p:nvPr/>
        </p:nvSpPr>
        <p:spPr>
          <a:xfrm>
            <a:off x="365500" y="2185950"/>
            <a:ext cx="8412900" cy="1028100"/>
          </a:xfrm>
          <a:prstGeom prst="rect">
            <a:avLst/>
          </a:prstGeom>
          <a:solidFill>
            <a:srgbClr val="002856"/>
          </a:solidFill>
          <a:ln w="25400" cap="flat" cmpd="sng">
            <a:solidFill>
              <a:srgbClr val="00285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lt1"/>
                </a:solidFill>
                <a:latin typeface="Arial"/>
                <a:ea typeface="Arial"/>
                <a:cs typeface="Arial"/>
                <a:sym typeface="Arial"/>
              </a:rPr>
              <a:t>Generative AI (GenAI) can generate new derived versions of content, strategies, designs and methods by learning from large repositories of original source content. GenAI has profound business impacts, including on content discovery, creation, authenticity and regulations; automation of human work; and customer and employee experiences.</a:t>
            </a:r>
            <a:endParaRPr sz="1400" b="1" i="0" u="none" strike="noStrike" cap="none" dirty="0">
              <a:solidFill>
                <a:srgbClr val="000000"/>
              </a:solidFill>
              <a:latin typeface="Arial"/>
              <a:ea typeface="Arial"/>
              <a:cs typeface="Arial"/>
              <a:sym typeface="Arial"/>
            </a:endParaRPr>
          </a:p>
        </p:txBody>
      </p:sp>
      <p:sp>
        <p:nvSpPr>
          <p:cNvPr id="779" name="Google Shape;779;p5"/>
          <p:cNvSpPr txBox="1"/>
          <p:nvPr/>
        </p:nvSpPr>
        <p:spPr>
          <a:xfrm>
            <a:off x="365500" y="3429000"/>
            <a:ext cx="8412900" cy="923400"/>
          </a:xfrm>
          <a:prstGeom prst="rect">
            <a:avLst/>
          </a:prstGeom>
          <a:solidFill>
            <a:srgbClr val="002856"/>
          </a:solidFill>
          <a:ln w="25400" cap="flat" cmpd="sng">
            <a:solidFill>
              <a:srgbClr val="002856"/>
            </a:solidFill>
            <a:prstDash val="solid"/>
            <a:round/>
            <a:headEnd type="none" w="sm" len="sm"/>
            <a:tailEnd type="none" w="sm" len="sm"/>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lt1"/>
                </a:solidFill>
                <a:latin typeface="Arial"/>
                <a:ea typeface="Arial"/>
                <a:cs typeface="Arial"/>
                <a:sym typeface="Arial"/>
              </a:rPr>
              <a:t>Machine learning (ML) is an AI discipline that solves business problems by utilizing statistical models to extract knowledge and patterns from data. ML techniques, when applied to HR, translate most frequently into data-driven recommendations and predictive insights in domains such as recruiting, learning, employee engagement, compensation, benefits, HR service management and career development.</a:t>
            </a:r>
            <a:endParaRPr sz="1200" b="1" i="0" u="none" strike="noStrike" cap="none" dirty="0">
              <a:solidFill>
                <a:schemeClr val="lt1"/>
              </a:solidFill>
              <a:latin typeface="Arial"/>
              <a:ea typeface="Arial"/>
              <a:cs typeface="Arial"/>
              <a:sym typeface="Arial"/>
            </a:endParaRPr>
          </a:p>
        </p:txBody>
      </p:sp>
      <p:sp>
        <p:nvSpPr>
          <p:cNvPr id="780" name="Google Shape;780;p5"/>
          <p:cNvSpPr txBox="1"/>
          <p:nvPr/>
        </p:nvSpPr>
        <p:spPr>
          <a:xfrm>
            <a:off x="365500" y="881325"/>
            <a:ext cx="8412900" cy="1108200"/>
          </a:xfrm>
          <a:prstGeom prst="rect">
            <a:avLst/>
          </a:prstGeom>
          <a:solidFill>
            <a:srgbClr val="002856"/>
          </a:solidFill>
          <a:ln w="25400" cap="flat" cmpd="sng">
            <a:solidFill>
              <a:srgbClr val="002856"/>
            </a:solidFill>
            <a:prstDash val="solid"/>
            <a:round/>
            <a:headEnd type="none" w="sm" len="sm"/>
            <a:tailEnd type="none" w="sm" len="sm"/>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lt1"/>
                </a:solidFill>
                <a:latin typeface="Arial"/>
                <a:ea typeface="Arial"/>
                <a:cs typeface="Arial"/>
                <a:sym typeface="Arial"/>
              </a:rPr>
              <a:t>Artificial intelligence (AI) uses advanced techniques like machine learning, deep learning and prescriptive analytics to identify patterns, predict outcomes, make and execute decisions, and generate content. AI augments human decision making and automating routine and nonroutine tasks. Within the HR domain, we see AI used to provide predictive insights, execute tasks, create and personalize content, and offer a conversational user interface.</a:t>
            </a:r>
            <a:endParaRPr sz="1200" b="1" i="0" u="none" strike="noStrike" cap="none" dirty="0">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11"/>
          <p:cNvSpPr txBox="1"/>
          <p:nvPr/>
        </p:nvSpPr>
        <p:spPr>
          <a:xfrm>
            <a:off x="344038" y="201788"/>
            <a:ext cx="8455800" cy="338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100"/>
              <a:buFont typeface="Arial Black"/>
              <a:buNone/>
            </a:pPr>
            <a:r>
              <a:rPr lang="en" sz="2400" b="0" i="0" u="none" strike="noStrike" cap="none">
                <a:solidFill>
                  <a:schemeClr val="dk2"/>
                </a:solidFill>
                <a:latin typeface="Arial Black"/>
                <a:ea typeface="Arial Black"/>
                <a:cs typeface="Arial Black"/>
                <a:sym typeface="Arial Black"/>
              </a:rPr>
              <a:t>Introduction to AI: Now Introducing AI Agency</a:t>
            </a:r>
            <a:endParaRPr sz="1400" b="0" i="0" u="none" strike="noStrike" cap="none" dirty="0">
              <a:solidFill>
                <a:srgbClr val="000000"/>
              </a:solidFill>
              <a:latin typeface="Arial"/>
              <a:ea typeface="Arial"/>
              <a:cs typeface="Arial"/>
              <a:sym typeface="Arial"/>
            </a:endParaRPr>
          </a:p>
        </p:txBody>
      </p:sp>
      <p:graphicFrame>
        <p:nvGraphicFramePr>
          <p:cNvPr id="786" name="Google Shape;786;p11"/>
          <p:cNvGraphicFramePr/>
          <p:nvPr>
            <p:extLst>
              <p:ext uri="{D42A27DB-BD31-4B8C-83A1-F6EECF244321}">
                <p14:modId xmlns:p14="http://schemas.microsoft.com/office/powerpoint/2010/main" val="3663284207"/>
              </p:ext>
            </p:extLst>
          </p:nvPr>
        </p:nvGraphicFramePr>
        <p:xfrm>
          <a:off x="455138" y="1472904"/>
          <a:ext cx="8344700" cy="2398475"/>
        </p:xfrm>
        <a:graphic>
          <a:graphicData uri="http://schemas.openxmlformats.org/drawingml/2006/table">
            <a:tbl>
              <a:tblPr firstRow="1" bandRow="1">
                <a:noFill/>
                <a:tableStyleId>{9BE34F45-9591-4427-9654-C0692E8A6D00}</a:tableStyleId>
              </a:tblPr>
              <a:tblGrid>
                <a:gridCol w="1912325">
                  <a:extLst>
                    <a:ext uri="{9D8B030D-6E8A-4147-A177-3AD203B41FA5}">
                      <a16:colId xmlns:a16="http://schemas.microsoft.com/office/drawing/2014/main" val="20000"/>
                    </a:ext>
                  </a:extLst>
                </a:gridCol>
                <a:gridCol w="6432375">
                  <a:extLst>
                    <a:ext uri="{9D8B030D-6E8A-4147-A177-3AD203B41FA5}">
                      <a16:colId xmlns:a16="http://schemas.microsoft.com/office/drawing/2014/main" val="20001"/>
                    </a:ext>
                  </a:extLst>
                </a:gridCol>
              </a:tblGrid>
              <a:tr h="88365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AI Assistants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b="0" u="none" strike="noStrike" cap="none" dirty="0">
                          <a:solidFill>
                            <a:schemeClr val="dk1"/>
                          </a:solidFill>
                        </a:rPr>
                        <a:t>Specialized applications or modules in a wider system that incorporate AI techniques to support or carry out tasks as requested, specified and led by external (human) actors through a (conversational) interface.</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311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AI Agents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dk1"/>
                          </a:solidFill>
                        </a:rPr>
                        <a:t>Autonomous or semiautonomous software entities that use AI techniques to perceive, make decisions, take actions and achieve goals in digital or physical environments.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8365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Agentic AI</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dk1"/>
                          </a:solidFill>
                        </a:rPr>
                        <a:t>An approach to building AI solutions that is based on the use of one or multiple software entities that classify completely or at least partially as AI agents (as defined by Gartner), possibly combined with other non-AI elements.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87" name="Google Shape;787;p11"/>
          <p:cNvSpPr txBox="1"/>
          <p:nvPr/>
        </p:nvSpPr>
        <p:spPr>
          <a:xfrm>
            <a:off x="344038" y="855871"/>
            <a:ext cx="729615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The terms “AI assistants,” “AI agents,” and “agentic AI” are often used interchangeably in the market. However, Gartner sees them as distinct: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8"/>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rmAutofit fontScale="90000"/>
          </a:bodyPr>
          <a:lstStyle/>
          <a:p>
            <a:pPr marL="0" lvl="0" indent="0" algn="l" rtl="0">
              <a:lnSpc>
                <a:spcPct val="90000"/>
              </a:lnSpc>
              <a:spcBef>
                <a:spcPts val="0"/>
              </a:spcBef>
              <a:spcAft>
                <a:spcPts val="0"/>
              </a:spcAft>
              <a:buClr>
                <a:schemeClr val="dk2"/>
              </a:buClr>
              <a:buSzPct val="131687"/>
              <a:buFont typeface="Arial Black"/>
              <a:buNone/>
            </a:pPr>
            <a:r>
              <a:rPr lang="en" sz="2700"/>
              <a:t>AI Evolution: Assisted to Augmented to </a:t>
            </a:r>
            <a:r>
              <a:rPr lang="en" sz="27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4"/>
                  </a:ext>
                </a:extLst>
              </a:rPr>
              <a:t>Powered</a:t>
            </a:r>
            <a:endParaRPr sz="2700" dirty="0"/>
          </a:p>
        </p:txBody>
      </p:sp>
      <p:sp>
        <p:nvSpPr>
          <p:cNvPr id="793" name="Google Shape;793;p8"/>
          <p:cNvSpPr txBox="1"/>
          <p:nvPr/>
        </p:nvSpPr>
        <p:spPr>
          <a:xfrm>
            <a:off x="484075" y="4402775"/>
            <a:ext cx="5662200" cy="51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1" u="none" strike="noStrike" cap="none" dirty="0">
                <a:solidFill>
                  <a:schemeClr val="dk1"/>
                </a:solidFill>
                <a:latin typeface="Arial"/>
                <a:ea typeface="Arial"/>
                <a:cs typeface="Arial"/>
                <a:sym typeface="Arial"/>
              </a:rPr>
              <a:t>Please see the Notes section for further information.</a:t>
            </a:r>
            <a:endParaRPr sz="1300" b="0" i="1" u="none" strike="noStrike" cap="none" dirty="0">
              <a:solidFill>
                <a:schemeClr val="dk1"/>
              </a:solidFill>
              <a:latin typeface="Arial"/>
              <a:ea typeface="Arial"/>
              <a:cs typeface="Arial"/>
              <a:sym typeface="Arial"/>
            </a:endParaRPr>
          </a:p>
        </p:txBody>
      </p:sp>
      <p:pic>
        <p:nvPicPr>
          <p:cNvPr id="794" name="Google Shape;794;p8"/>
          <p:cNvPicPr preferRelativeResize="0"/>
          <p:nvPr/>
        </p:nvPicPr>
        <p:blipFill>
          <a:blip r:embed="rId3">
            <a:alphaModFix/>
          </a:blip>
          <a:stretch>
            <a:fillRect/>
          </a:stretch>
        </p:blipFill>
        <p:spPr>
          <a:xfrm>
            <a:off x="342900" y="836720"/>
            <a:ext cx="8648700" cy="33798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0"/>
          <p:cNvSpPr txBox="1">
            <a:spLocks noGrp="1"/>
          </p:cNvSpPr>
          <p:nvPr>
            <p:ph type="title"/>
          </p:nvPr>
        </p:nvSpPr>
        <p:spPr>
          <a:xfrm>
            <a:off x="364327" y="274650"/>
            <a:ext cx="7694218" cy="383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2400"/>
              <a:buNone/>
            </a:pPr>
            <a:r>
              <a:rPr lang="en"/>
              <a:t>The “Prework” Essential Readings</a:t>
            </a:r>
            <a:endParaRPr dirty="0"/>
          </a:p>
        </p:txBody>
      </p:sp>
      <p:sp>
        <p:nvSpPr>
          <p:cNvPr id="800" name="Google Shape;800;p10"/>
          <p:cNvSpPr/>
          <p:nvPr/>
        </p:nvSpPr>
        <p:spPr>
          <a:xfrm>
            <a:off x="1384922" y="921364"/>
            <a:ext cx="6040254" cy="1105800"/>
          </a:xfrm>
          <a:prstGeom prst="rect">
            <a:avLst/>
          </a:prstGeom>
          <a:solidFill>
            <a:srgbClr val="002856"/>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70C0"/>
              </a:buClr>
              <a:buSzPts val="1100"/>
              <a:buFont typeface="Arial"/>
              <a:buNone/>
            </a:pPr>
            <a:r>
              <a:rPr lang="en" sz="1400" b="1" i="0" u="sng" strike="noStrike" cap="none" dirty="0">
                <a:solidFill>
                  <a:schemeClr val="bg1"/>
                </a:solidFill>
                <a:latin typeface="Arial"/>
                <a:ea typeface="Arial"/>
                <a:cs typeface="Arial"/>
                <a:sym typeface="Arial"/>
                <a:hlinkClick r:id="rId3">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5"/>
                  </a:ext>
                </a:extLst>
              </a:rPr>
              <a:t>AI Use-Case Assessment for HR</a:t>
            </a:r>
            <a:endParaRPr sz="1400" b="0" i="0" u="none" strike="noStrike" cap="none" dirty="0">
              <a:solidFill>
                <a:schemeClr val="bg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chemeClr val="lt1"/>
                </a:solidFill>
                <a:latin typeface="Arial"/>
                <a:ea typeface="Arial"/>
                <a:cs typeface="Arial"/>
                <a:sym typeface="Arial"/>
              </a:rPr>
              <a:t>Why it's essential: </a:t>
            </a:r>
            <a:r>
              <a:rPr lang="en" sz="1400" b="0" i="0" u="none" strike="noStrike" cap="none" dirty="0">
                <a:solidFill>
                  <a:schemeClr val="lt1"/>
                </a:solidFill>
                <a:latin typeface="Arial"/>
                <a:ea typeface="Arial"/>
                <a:cs typeface="Arial"/>
                <a:sym typeface="Arial"/>
              </a:rPr>
              <a:t>Provides definitions of use cases based on        business value and feasibility rankings for the top 1</a:t>
            </a:r>
            <a:r>
              <a:rPr lang="en" dirty="0">
                <a:solidFill>
                  <a:schemeClr val="lt1"/>
                </a:solidFill>
              </a:rPr>
              <a:t>6</a:t>
            </a:r>
            <a:r>
              <a:rPr lang="en" sz="1400" b="0" i="0" u="none" strike="noStrike" cap="none" dirty="0">
                <a:solidFill>
                  <a:schemeClr val="lt1"/>
                </a:solidFill>
                <a:latin typeface="Arial"/>
                <a:ea typeface="Arial"/>
                <a:cs typeface="Arial"/>
                <a:sym typeface="Arial"/>
              </a:rPr>
              <a:t> AI use cases in HR</a:t>
            </a:r>
            <a:endParaRPr sz="1400" b="0" i="0" u="none" strike="noStrike" cap="none" dirty="0">
              <a:solidFill>
                <a:srgbClr val="000000"/>
              </a:solidFill>
              <a:latin typeface="Arial"/>
              <a:ea typeface="Arial"/>
              <a:cs typeface="Arial"/>
              <a:sym typeface="Arial"/>
            </a:endParaRPr>
          </a:p>
        </p:txBody>
      </p:sp>
      <p:sp>
        <p:nvSpPr>
          <p:cNvPr id="801" name="Google Shape;801;p10"/>
          <p:cNvSpPr/>
          <p:nvPr/>
        </p:nvSpPr>
        <p:spPr>
          <a:xfrm>
            <a:off x="1384922" y="2191364"/>
            <a:ext cx="6040254" cy="1105800"/>
          </a:xfrm>
          <a:prstGeom prst="rect">
            <a:avLst/>
          </a:prstGeom>
          <a:solidFill>
            <a:srgbClr val="002856"/>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sng" strike="noStrike" cap="none" dirty="0">
                <a:solidFill>
                  <a:schemeClr val="lt1"/>
                </a:solidFill>
                <a:latin typeface="Arial"/>
                <a:ea typeface="Arial"/>
                <a:cs typeface="Arial"/>
                <a:sym typeface="Arial"/>
                <a:hlinkClick r:id="rId4">
                  <a:extLst>
                    <a:ext uri="{A12FA001-AC4F-418D-AE19-62706E023703}">
                      <ahyp:hlinkClr xmlns:ahyp="http://schemas.microsoft.com/office/drawing/2018/hyperlinkcolor" val="tx"/>
                    </a:ext>
                  </a:extLst>
                </a:hlinkClick>
              </a:rPr>
              <a:t>AI in HR Hype Cycle</a:t>
            </a:r>
            <a:r>
              <a:rPr lang="en" sz="1400" b="1" i="0" u="sng" strike="noStrike" cap="none" dirty="0">
                <a:solidFill>
                  <a:schemeClr val="lt1"/>
                </a:solidFill>
                <a:latin typeface="Arial"/>
                <a:ea typeface="Arial"/>
                <a:cs typeface="Arial"/>
                <a:sym typeface="Arial"/>
                <a:hlinkClick r:id="rId5">
                  <a:extLst>
                    <a:ext uri="{A12FA001-AC4F-418D-AE19-62706E023703}">
                      <ahyp:hlinkClr xmlns:ahyp="http://schemas.microsoft.com/office/drawing/2018/hyperlinkcolor" val="tx"/>
                    </a:ext>
                  </a:extLst>
                </a:hlinkClick>
              </a:rPr>
              <a:t> </a:t>
            </a:r>
            <a:endParaRPr sz="1400" b="1" i="0" u="sng" strike="noStrike" cap="none" dirty="0">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chemeClr val="lt1"/>
                </a:solidFill>
                <a:latin typeface="Arial"/>
                <a:ea typeface="Arial"/>
                <a:cs typeface="Arial"/>
                <a:sym typeface="Arial"/>
              </a:rPr>
              <a:t>Why it's essential: </a:t>
            </a:r>
            <a:r>
              <a:rPr lang="en" sz="1400" b="0" i="0" u="none" strike="noStrike" cap="none" dirty="0">
                <a:solidFill>
                  <a:schemeClr val="lt1"/>
                </a:solidFill>
                <a:latin typeface="Arial"/>
                <a:ea typeface="Arial"/>
                <a:cs typeface="Arial"/>
                <a:sym typeface="Arial"/>
              </a:rPr>
              <a:t>Provides details for AI use cases in HR, including market presence, maturity, business impact and sample vendors</a:t>
            </a:r>
            <a:endParaRPr sz="1400" b="0" i="0" u="none" strike="noStrike" cap="none" dirty="0">
              <a:solidFill>
                <a:srgbClr val="000000"/>
              </a:solidFill>
              <a:latin typeface="Arial"/>
              <a:ea typeface="Arial"/>
              <a:cs typeface="Arial"/>
              <a:sym typeface="Arial"/>
            </a:endParaRPr>
          </a:p>
        </p:txBody>
      </p:sp>
      <p:sp>
        <p:nvSpPr>
          <p:cNvPr id="802" name="Google Shape;802;p10"/>
          <p:cNvSpPr/>
          <p:nvPr/>
        </p:nvSpPr>
        <p:spPr>
          <a:xfrm>
            <a:off x="1384922" y="3461364"/>
            <a:ext cx="6040254" cy="1105800"/>
          </a:xfrm>
          <a:prstGeom prst="rect">
            <a:avLst/>
          </a:prstGeom>
          <a:solidFill>
            <a:srgbClr val="002856"/>
          </a:solidFill>
          <a:ln w="9525" cap="flat" cmpd="sng">
            <a:solidFill>
              <a:srgbClr val="00206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sng" strike="noStrike" cap="none" dirty="0">
                <a:solidFill>
                  <a:schemeClr val="lt1"/>
                </a:solidFill>
                <a:latin typeface="Arial"/>
                <a:ea typeface="Arial"/>
                <a:cs typeface="Arial"/>
                <a:sym typeface="Arial"/>
                <a:hlinkClick r:id="rId6">
                  <a:extLst>
                    <a:ext uri="{A12FA001-AC4F-418D-AE19-62706E023703}">
                      <ahyp:hlinkClr xmlns:ahyp="http://schemas.microsoft.com/office/drawing/2018/hyperlinkcolor" val="tx"/>
                    </a:ext>
                  </a:extLst>
                </a:hlinkClick>
              </a:rPr>
              <a:t>AI Agent Essentials for CHROs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chemeClr val="lt1"/>
                </a:solidFill>
                <a:latin typeface="Arial"/>
                <a:ea typeface="Arial"/>
                <a:cs typeface="Arial"/>
                <a:sym typeface="Arial"/>
              </a:rPr>
              <a:t>Why it's essential: </a:t>
            </a:r>
            <a:r>
              <a:rPr lang="en" sz="1400" b="0" i="0" u="none" strike="noStrike" cap="none" dirty="0">
                <a:solidFill>
                  <a:schemeClr val="lt1"/>
                </a:solidFill>
                <a:latin typeface="Arial"/>
                <a:ea typeface="Arial"/>
                <a:cs typeface="Arial"/>
                <a:sym typeface="Arial"/>
              </a:rPr>
              <a:t>Provides the </a:t>
            </a:r>
            <a:r>
              <a:rPr lang="en" sz="1400" b="0" i="0" u="none" strike="noStrike" cap="none" dirty="0">
                <a:solidFill>
                  <a:schemeClr val="lt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6"/>
                  </a:ext>
                </a:extLst>
              </a:rPr>
              <a:t>fundamentals</a:t>
            </a:r>
            <a:r>
              <a:rPr lang="en" sz="1400" b="0" i="0" u="none" strike="noStrike" cap="none" dirty="0">
                <a:solidFill>
                  <a:schemeClr val="lt1"/>
                </a:solidFill>
                <a:latin typeface="Arial"/>
                <a:ea typeface="Arial"/>
                <a:cs typeface="Arial"/>
                <a:sym typeface="Arial"/>
              </a:rPr>
              <a:t> of AI agents, navigates vendor hype and facilitates C-suite discussions about AI agents</a:t>
            </a:r>
            <a:endParaRPr sz="1400" b="0" i="0" u="none" strike="noStrike" cap="none" dirty="0">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329"/>
          <p:cNvSpPr txBox="1">
            <a:spLocks noGrp="1"/>
          </p:cNvSpPr>
          <p:nvPr>
            <p:ph type="title"/>
          </p:nvPr>
        </p:nvSpPr>
        <p:spPr>
          <a:xfrm>
            <a:off x="342900" y="275035"/>
            <a:ext cx="8457000" cy="332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400"/>
              <a:buFont typeface="Arial Black"/>
              <a:buNone/>
            </a:pPr>
            <a:r>
              <a:rPr lang="en" dirty="0"/>
              <a:t>AI in </a:t>
            </a:r>
            <a:r>
              <a:rPr lang="en"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7"/>
                  </a:ext>
                </a:extLst>
              </a:rPr>
              <a:t>HR Deployment Variations</a:t>
            </a:r>
            <a:endParaRPr sz="1100" dirty="0"/>
          </a:p>
        </p:txBody>
      </p:sp>
      <p:sp>
        <p:nvSpPr>
          <p:cNvPr id="808" name="Google Shape;808;p329"/>
          <p:cNvSpPr txBox="1"/>
          <p:nvPr/>
        </p:nvSpPr>
        <p:spPr>
          <a:xfrm>
            <a:off x="339444" y="638783"/>
            <a:ext cx="845234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424242"/>
                </a:solidFill>
                <a:latin typeface="Arial"/>
                <a:ea typeface="Arial"/>
                <a:cs typeface="Arial"/>
                <a:sym typeface="Arial"/>
              </a:rPr>
              <a:t>While evaluating AI use cases, HR leaders must decide, for each individual use case, whether they will build or buy the capability. HR leaders can follow multiple paths to use AI by doing one of the following:</a:t>
            </a:r>
            <a:endParaRPr sz="1400" b="0" i="0" u="none" strike="noStrike" cap="none" dirty="0">
              <a:solidFill>
                <a:srgbClr val="000000"/>
              </a:solidFill>
              <a:latin typeface="Arial"/>
              <a:ea typeface="Arial"/>
              <a:cs typeface="Arial"/>
              <a:sym typeface="Arial"/>
            </a:endParaRPr>
          </a:p>
        </p:txBody>
      </p:sp>
      <p:sp>
        <p:nvSpPr>
          <p:cNvPr id="809" name="Google Shape;809;p329"/>
          <p:cNvSpPr/>
          <p:nvPr/>
        </p:nvSpPr>
        <p:spPr>
          <a:xfrm>
            <a:off x="339443" y="1187028"/>
            <a:ext cx="8439574" cy="636693"/>
          </a:xfrm>
          <a:prstGeom prst="rect">
            <a:avLst/>
          </a:prstGeom>
          <a:solidFill>
            <a:srgbClr val="002856"/>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Consume:</a:t>
            </a:r>
            <a:r>
              <a:rPr lang="en" sz="1400" b="0" i="0" u="none" strike="noStrike" cap="none" dirty="0">
                <a:solidFill>
                  <a:srgbClr val="FF540A"/>
                </a:solidFill>
                <a:latin typeface="Arial"/>
                <a:ea typeface="Arial"/>
                <a:cs typeface="Arial"/>
                <a:sym typeface="Arial"/>
              </a:rPr>
              <a:t> </a:t>
            </a:r>
            <a:r>
              <a:rPr lang="en" sz="1400" b="0" i="0" u="none" strike="noStrike" cap="none" dirty="0">
                <a:solidFill>
                  <a:srgbClr val="FFFFFF"/>
                </a:solidFill>
                <a:latin typeface="Arial"/>
                <a:ea typeface="Arial"/>
                <a:cs typeface="Arial"/>
                <a:sym typeface="Arial"/>
              </a:rPr>
              <a:t>Using the features already deployed within their existing HR technology stack (e.g., ATS, CRM). This scenario is common for many use cases listed in the AI use-case materials.</a:t>
            </a:r>
            <a:endParaRPr sz="1400" b="0" i="0" u="none" strike="noStrike" cap="none" dirty="0">
              <a:solidFill>
                <a:srgbClr val="000000"/>
              </a:solidFill>
              <a:latin typeface="Arial"/>
              <a:ea typeface="Arial"/>
              <a:cs typeface="Arial"/>
              <a:sym typeface="Arial"/>
            </a:endParaRPr>
          </a:p>
        </p:txBody>
      </p:sp>
      <p:sp>
        <p:nvSpPr>
          <p:cNvPr id="810" name="Google Shape;810;p329"/>
          <p:cNvSpPr/>
          <p:nvPr/>
        </p:nvSpPr>
        <p:spPr>
          <a:xfrm>
            <a:off x="347556" y="1985152"/>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Buy:</a:t>
            </a:r>
            <a:r>
              <a:rPr lang="en" sz="1400" b="0" i="0" u="none" strike="noStrike" cap="none" dirty="0">
                <a:solidFill>
                  <a:srgbClr val="FF540A"/>
                </a:solidFill>
                <a:latin typeface="Arial"/>
                <a:ea typeface="Arial"/>
                <a:cs typeface="Arial"/>
                <a:sym typeface="Arial"/>
              </a:rPr>
              <a:t> </a:t>
            </a:r>
            <a:r>
              <a:rPr lang="en" sz="1400" b="0" i="0" u="none" strike="noStrike" cap="none" dirty="0">
                <a:solidFill>
                  <a:srgbClr val="FFFFFF"/>
                </a:solidFill>
                <a:latin typeface="Arial"/>
                <a:ea typeface="Arial"/>
                <a:cs typeface="Arial"/>
                <a:sym typeface="Arial"/>
              </a:rPr>
              <a:t>Purchasing new HR technology point solutions that incorporate an AI feature or features. In general, point solutions will be tailored to a single or narrow set of use cases.</a:t>
            </a:r>
            <a:endParaRPr sz="1400" b="0" i="0" u="none" strike="noStrike" cap="none" dirty="0">
              <a:solidFill>
                <a:srgbClr val="000000"/>
              </a:solidFill>
              <a:latin typeface="Arial"/>
              <a:ea typeface="Arial"/>
              <a:cs typeface="Arial"/>
              <a:sym typeface="Arial"/>
            </a:endParaRPr>
          </a:p>
        </p:txBody>
      </p:sp>
      <p:sp>
        <p:nvSpPr>
          <p:cNvPr id="811" name="Google Shape;811;p329"/>
          <p:cNvSpPr/>
          <p:nvPr/>
        </p:nvSpPr>
        <p:spPr>
          <a:xfrm>
            <a:off x="347556" y="2783276"/>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Join in: </a:t>
            </a:r>
            <a:r>
              <a:rPr lang="en" sz="1400" b="0" i="0" u="none" strike="noStrike" cap="none" dirty="0">
                <a:solidFill>
                  <a:srgbClr val="FFFFFF"/>
                </a:solidFill>
                <a:latin typeface="Arial"/>
                <a:ea typeface="Arial"/>
                <a:cs typeface="Arial"/>
                <a:sym typeface="Arial"/>
              </a:rPr>
              <a:t>Partnering with the IT function to leverage enterprisewide </a:t>
            </a:r>
            <a:r>
              <a:rPr lang="en" sz="1400" b="0" i="0" u="none" strike="noStrike" cap="none" dirty="0">
                <a:solidFill>
                  <a:srgbClr val="FFFFFF"/>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8"/>
                  </a:ext>
                </a:extLst>
              </a:rPr>
              <a:t>AI </a:t>
            </a:r>
            <a:r>
              <a:rPr lang="en" sz="1400" b="0" i="0" u="none" strike="noStrike" cap="none" dirty="0">
                <a:solidFill>
                  <a:srgbClr val="FFFFFF"/>
                </a:solidFill>
                <a:latin typeface="Arial"/>
                <a:ea typeface="Arial"/>
                <a:cs typeface="Arial"/>
                <a:sym typeface="Arial"/>
              </a:rPr>
              <a:t>investments. This path will be the most common for HR services use cases such as HR virtual assistants (e.g., through Copilot).</a:t>
            </a:r>
            <a:endParaRPr sz="1400" b="0" i="0" u="none" strike="noStrike" cap="none" dirty="0">
              <a:solidFill>
                <a:srgbClr val="000000"/>
              </a:solidFill>
              <a:latin typeface="Arial"/>
              <a:ea typeface="Arial"/>
              <a:cs typeface="Arial"/>
              <a:sym typeface="Arial"/>
            </a:endParaRPr>
          </a:p>
        </p:txBody>
      </p:sp>
      <p:sp>
        <p:nvSpPr>
          <p:cNvPr id="812" name="Google Shape;812;p329"/>
          <p:cNvSpPr/>
          <p:nvPr/>
        </p:nvSpPr>
        <p:spPr>
          <a:xfrm>
            <a:off x="347556" y="3581401"/>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Build: </a:t>
            </a:r>
            <a:r>
              <a:rPr lang="en" sz="1400" b="0" i="0" u="none" strike="noStrike" cap="none" dirty="0">
                <a:solidFill>
                  <a:srgbClr val="FFFFFF"/>
                </a:solidFill>
                <a:latin typeface="Arial"/>
                <a:ea typeface="Arial"/>
                <a:cs typeface="Arial"/>
                <a:sym typeface="Arial"/>
              </a:rPr>
              <a:t>Building capabilities directly in HR teams. This path requires the HR team to include roles for AI and application design and delivery, which will be rare.</a:t>
            </a:r>
            <a:endParaRPr sz="1400" b="0" i="0" u="none" strike="noStrike" cap="none" dirty="0">
              <a:solidFill>
                <a:srgbClr val="000000"/>
              </a:solidFill>
              <a:latin typeface="Arial"/>
              <a:ea typeface="Arial"/>
              <a:cs typeface="Arial"/>
              <a:sym typeface="Arial"/>
            </a:endParaRPr>
          </a:p>
        </p:txBody>
      </p:sp>
      <p:sp>
        <p:nvSpPr>
          <p:cNvPr id="813" name="Google Shape;813;p329"/>
          <p:cNvSpPr/>
          <p:nvPr/>
        </p:nvSpPr>
        <p:spPr>
          <a:xfrm>
            <a:off x="451717" y="2106955"/>
            <a:ext cx="459011" cy="356344"/>
          </a:xfrm>
          <a:custGeom>
            <a:avLst/>
            <a:gdLst/>
            <a:ahLst/>
            <a:cxnLst/>
            <a:rect l="l" t="t" r="r" b="b"/>
            <a:pathLst>
              <a:path w="622833" h="527268" extrusionOk="0">
                <a:moveTo>
                  <a:pt x="236220" y="440646"/>
                </a:moveTo>
                <a:cubicBezTo>
                  <a:pt x="234315" y="441588"/>
                  <a:pt x="231458" y="441588"/>
                  <a:pt x="229553" y="441588"/>
                </a:cubicBezTo>
                <a:cubicBezTo>
                  <a:pt x="214313" y="441588"/>
                  <a:pt x="201930" y="429348"/>
                  <a:pt x="201930" y="414283"/>
                </a:cubicBezTo>
                <a:cubicBezTo>
                  <a:pt x="201930" y="399218"/>
                  <a:pt x="214313" y="386978"/>
                  <a:pt x="229553" y="386978"/>
                </a:cubicBezTo>
                <a:lnTo>
                  <a:pt x="229553" y="386978"/>
                </a:lnTo>
                <a:cubicBezTo>
                  <a:pt x="244793" y="386978"/>
                  <a:pt x="256223" y="399218"/>
                  <a:pt x="256223" y="414283"/>
                </a:cubicBezTo>
                <a:cubicBezTo>
                  <a:pt x="256223" y="426523"/>
                  <a:pt x="247650" y="436880"/>
                  <a:pt x="236220" y="440646"/>
                </a:cubicBezTo>
                <a:moveTo>
                  <a:pt x="271463" y="365322"/>
                </a:moveTo>
                <a:lnTo>
                  <a:pt x="271463" y="365322"/>
                </a:lnTo>
                <a:cubicBezTo>
                  <a:pt x="261938" y="356848"/>
                  <a:pt x="249555" y="351199"/>
                  <a:pt x="236220" y="350257"/>
                </a:cubicBezTo>
                <a:cubicBezTo>
                  <a:pt x="234315" y="350257"/>
                  <a:pt x="231458" y="350257"/>
                  <a:pt x="229553" y="350257"/>
                </a:cubicBezTo>
                <a:cubicBezTo>
                  <a:pt x="193358" y="350257"/>
                  <a:pt x="163830" y="379445"/>
                  <a:pt x="163830" y="415224"/>
                </a:cubicBezTo>
                <a:cubicBezTo>
                  <a:pt x="163830" y="451003"/>
                  <a:pt x="193358" y="480191"/>
                  <a:pt x="229553" y="480191"/>
                </a:cubicBezTo>
                <a:cubicBezTo>
                  <a:pt x="239078" y="480191"/>
                  <a:pt x="248603" y="478308"/>
                  <a:pt x="256223" y="474542"/>
                </a:cubicBezTo>
                <a:cubicBezTo>
                  <a:pt x="267653" y="468893"/>
                  <a:pt x="278130" y="460419"/>
                  <a:pt x="284798" y="450062"/>
                </a:cubicBezTo>
                <a:cubicBezTo>
                  <a:pt x="290513" y="440646"/>
                  <a:pt x="294323" y="428406"/>
                  <a:pt x="294323" y="416166"/>
                </a:cubicBezTo>
                <a:cubicBezTo>
                  <a:pt x="294323" y="394510"/>
                  <a:pt x="285750" y="376621"/>
                  <a:pt x="271463" y="365322"/>
                </a:cubicBezTo>
                <a:moveTo>
                  <a:pt x="574358" y="439705"/>
                </a:moveTo>
                <a:cubicBezTo>
                  <a:pt x="563880" y="456653"/>
                  <a:pt x="544830" y="466068"/>
                  <a:pt x="518160" y="467951"/>
                </a:cubicBezTo>
                <a:cubicBezTo>
                  <a:pt x="515303" y="467951"/>
                  <a:pt x="482918" y="467951"/>
                  <a:pt x="458153" y="467951"/>
                </a:cubicBezTo>
                <a:lnTo>
                  <a:pt x="458153" y="301297"/>
                </a:lnTo>
                <a:lnTo>
                  <a:pt x="297180" y="301297"/>
                </a:lnTo>
                <a:cubicBezTo>
                  <a:pt x="308610" y="280582"/>
                  <a:pt x="321945" y="259868"/>
                  <a:pt x="338138" y="239154"/>
                </a:cubicBezTo>
                <a:lnTo>
                  <a:pt x="388620" y="175129"/>
                </a:lnTo>
                <a:lnTo>
                  <a:pt x="397193" y="175129"/>
                </a:lnTo>
                <a:lnTo>
                  <a:pt x="370523" y="241037"/>
                </a:lnTo>
                <a:lnTo>
                  <a:pt x="405765" y="255161"/>
                </a:lnTo>
                <a:lnTo>
                  <a:pt x="424815" y="207141"/>
                </a:lnTo>
                <a:lnTo>
                  <a:pt x="443865" y="255161"/>
                </a:lnTo>
                <a:lnTo>
                  <a:pt x="479108" y="241037"/>
                </a:lnTo>
                <a:lnTo>
                  <a:pt x="452438" y="175129"/>
                </a:lnTo>
                <a:lnTo>
                  <a:pt x="461010" y="175129"/>
                </a:lnTo>
                <a:lnTo>
                  <a:pt x="511493" y="239154"/>
                </a:lnTo>
                <a:cubicBezTo>
                  <a:pt x="537210" y="272108"/>
                  <a:pt x="557213" y="306004"/>
                  <a:pt x="570548" y="339900"/>
                </a:cubicBezTo>
                <a:cubicBezTo>
                  <a:pt x="588645" y="380387"/>
                  <a:pt x="588645" y="416166"/>
                  <a:pt x="574358" y="439705"/>
                </a:cubicBezTo>
                <a:moveTo>
                  <a:pt x="419100" y="489607"/>
                </a:moveTo>
                <a:lnTo>
                  <a:pt x="38100" y="489607"/>
                </a:lnTo>
                <a:lnTo>
                  <a:pt x="38100" y="338959"/>
                </a:lnTo>
                <a:lnTo>
                  <a:pt x="419100" y="338959"/>
                </a:lnTo>
                <a:lnTo>
                  <a:pt x="419100" y="489607"/>
                </a:lnTo>
                <a:close/>
                <a:moveTo>
                  <a:pt x="337185" y="64967"/>
                </a:moveTo>
                <a:cubicBezTo>
                  <a:pt x="347663" y="54610"/>
                  <a:pt x="371475" y="37662"/>
                  <a:pt x="425768" y="37662"/>
                </a:cubicBezTo>
                <a:cubicBezTo>
                  <a:pt x="480060" y="37662"/>
                  <a:pt x="504825" y="54610"/>
                  <a:pt x="514350" y="64967"/>
                </a:cubicBezTo>
                <a:lnTo>
                  <a:pt x="461963" y="137467"/>
                </a:lnTo>
                <a:lnTo>
                  <a:pt x="388620" y="137467"/>
                </a:lnTo>
                <a:lnTo>
                  <a:pt x="337185" y="64967"/>
                </a:lnTo>
                <a:close/>
                <a:moveTo>
                  <a:pt x="607695" y="326718"/>
                </a:moveTo>
                <a:cubicBezTo>
                  <a:pt x="592455" y="289056"/>
                  <a:pt x="571500" y="252336"/>
                  <a:pt x="542925" y="216557"/>
                </a:cubicBezTo>
                <a:lnTo>
                  <a:pt x="495300" y="156298"/>
                </a:lnTo>
                <a:lnTo>
                  <a:pt x="558165" y="67792"/>
                </a:lnTo>
                <a:lnTo>
                  <a:pt x="554355" y="58376"/>
                </a:lnTo>
                <a:cubicBezTo>
                  <a:pt x="554355" y="55552"/>
                  <a:pt x="530543" y="0"/>
                  <a:pt x="425768" y="0"/>
                </a:cubicBezTo>
                <a:cubicBezTo>
                  <a:pt x="320993" y="0"/>
                  <a:pt x="298133" y="55552"/>
                  <a:pt x="297180" y="57435"/>
                </a:cubicBezTo>
                <a:lnTo>
                  <a:pt x="293370" y="66850"/>
                </a:lnTo>
                <a:lnTo>
                  <a:pt x="356235" y="155356"/>
                </a:lnTo>
                <a:lnTo>
                  <a:pt x="308610" y="215615"/>
                </a:lnTo>
                <a:cubicBezTo>
                  <a:pt x="286703" y="242920"/>
                  <a:pt x="268605" y="272108"/>
                  <a:pt x="255270" y="301297"/>
                </a:cubicBezTo>
                <a:lnTo>
                  <a:pt x="0" y="301297"/>
                </a:lnTo>
                <a:lnTo>
                  <a:pt x="0" y="527269"/>
                </a:lnTo>
                <a:lnTo>
                  <a:pt x="457200" y="527269"/>
                </a:lnTo>
                <a:lnTo>
                  <a:pt x="457200" y="505613"/>
                </a:lnTo>
                <a:cubicBezTo>
                  <a:pt x="483870" y="505613"/>
                  <a:pt x="517208" y="505613"/>
                  <a:pt x="519113" y="505613"/>
                </a:cubicBezTo>
                <a:cubicBezTo>
                  <a:pt x="568643" y="502789"/>
                  <a:pt x="593408" y="479250"/>
                  <a:pt x="605790" y="460419"/>
                </a:cubicBezTo>
                <a:cubicBezTo>
                  <a:pt x="627698" y="426523"/>
                  <a:pt x="628650" y="377562"/>
                  <a:pt x="607695" y="326718"/>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14" name="Google Shape;814;p329"/>
          <p:cNvSpPr/>
          <p:nvPr/>
        </p:nvSpPr>
        <p:spPr>
          <a:xfrm>
            <a:off x="495849" y="2906523"/>
            <a:ext cx="398052" cy="390198"/>
          </a:xfrm>
          <a:custGeom>
            <a:avLst/>
            <a:gdLst/>
            <a:ahLst/>
            <a:cxnLst/>
            <a:rect l="l" t="t" r="r" b="b"/>
            <a:pathLst>
              <a:path w="533400" h="533400" extrusionOk="0">
                <a:moveTo>
                  <a:pt x="502520" y="375504"/>
                </a:moveTo>
                <a:lnTo>
                  <a:pt x="490118" y="195701"/>
                </a:lnTo>
                <a:cubicBezTo>
                  <a:pt x="515360" y="186204"/>
                  <a:pt x="533400" y="161877"/>
                  <a:pt x="533400" y="133350"/>
                </a:cubicBezTo>
                <a:cubicBezTo>
                  <a:pt x="533400" y="96584"/>
                  <a:pt x="503482" y="66675"/>
                  <a:pt x="466725" y="66675"/>
                </a:cubicBezTo>
                <a:cubicBezTo>
                  <a:pt x="449209" y="66675"/>
                  <a:pt x="433292" y="73523"/>
                  <a:pt x="421376" y="84611"/>
                </a:cubicBezTo>
                <a:lnTo>
                  <a:pt x="323612" y="35728"/>
                </a:lnTo>
                <a:cubicBezTo>
                  <a:pt x="322364" y="15812"/>
                  <a:pt x="305981" y="0"/>
                  <a:pt x="285750" y="0"/>
                </a:cubicBezTo>
                <a:cubicBezTo>
                  <a:pt x="265795" y="0"/>
                  <a:pt x="249612" y="15392"/>
                  <a:pt x="247974" y="34919"/>
                </a:cubicBezTo>
                <a:lnTo>
                  <a:pt x="115529" y="97660"/>
                </a:lnTo>
                <a:cubicBezTo>
                  <a:pt x="103337" y="84496"/>
                  <a:pt x="85982" y="76200"/>
                  <a:pt x="66675" y="76200"/>
                </a:cubicBezTo>
                <a:cubicBezTo>
                  <a:pt x="29909" y="76200"/>
                  <a:pt x="0" y="106109"/>
                  <a:pt x="0" y="142875"/>
                </a:cubicBezTo>
                <a:cubicBezTo>
                  <a:pt x="0" y="174869"/>
                  <a:pt x="22670" y="201654"/>
                  <a:pt x="52778" y="208074"/>
                </a:cubicBezTo>
                <a:lnTo>
                  <a:pt x="61646" y="318897"/>
                </a:lnTo>
                <a:cubicBezTo>
                  <a:pt x="36757" y="328584"/>
                  <a:pt x="19050" y="352739"/>
                  <a:pt x="19050" y="381000"/>
                </a:cubicBezTo>
                <a:cubicBezTo>
                  <a:pt x="19050" y="417757"/>
                  <a:pt x="48959" y="447675"/>
                  <a:pt x="85725" y="447675"/>
                </a:cubicBezTo>
                <a:cubicBezTo>
                  <a:pt x="104308" y="447675"/>
                  <a:pt x="121129" y="440017"/>
                  <a:pt x="133226" y="427701"/>
                </a:cubicBezTo>
                <a:lnTo>
                  <a:pt x="182270" y="453666"/>
                </a:lnTo>
                <a:cubicBezTo>
                  <a:pt x="181432" y="457895"/>
                  <a:pt x="180975" y="462258"/>
                  <a:pt x="180975" y="466725"/>
                </a:cubicBezTo>
                <a:cubicBezTo>
                  <a:pt x="180975" y="503482"/>
                  <a:pt x="210884" y="533400"/>
                  <a:pt x="247650" y="533400"/>
                </a:cubicBezTo>
                <a:cubicBezTo>
                  <a:pt x="283188" y="533400"/>
                  <a:pt x="312239" y="505425"/>
                  <a:pt x="314144" y="470354"/>
                </a:cubicBezTo>
                <a:lnTo>
                  <a:pt x="458229" y="435778"/>
                </a:lnTo>
                <a:cubicBezTo>
                  <a:pt x="465163" y="443074"/>
                  <a:pt x="474907" y="447675"/>
                  <a:pt x="485775" y="447675"/>
                </a:cubicBezTo>
                <a:cubicBezTo>
                  <a:pt x="506816" y="447675"/>
                  <a:pt x="523875" y="430616"/>
                  <a:pt x="523875" y="409575"/>
                </a:cubicBezTo>
                <a:cubicBezTo>
                  <a:pt x="523875" y="394573"/>
                  <a:pt x="515122" y="381724"/>
                  <a:pt x="502520" y="375504"/>
                </a:cubicBezTo>
                <a:close/>
                <a:moveTo>
                  <a:pt x="402022" y="117539"/>
                </a:moveTo>
                <a:cubicBezTo>
                  <a:pt x="400783" y="122615"/>
                  <a:pt x="400050" y="127892"/>
                  <a:pt x="400050" y="133350"/>
                </a:cubicBezTo>
                <a:cubicBezTo>
                  <a:pt x="400050" y="146790"/>
                  <a:pt x="404079" y="159296"/>
                  <a:pt x="410947" y="169774"/>
                </a:cubicBezTo>
                <a:lnTo>
                  <a:pt x="388649" y="196120"/>
                </a:lnTo>
                <a:cubicBezTo>
                  <a:pt x="380467" y="192529"/>
                  <a:pt x="371446" y="190500"/>
                  <a:pt x="361950" y="190500"/>
                </a:cubicBezTo>
                <a:cubicBezTo>
                  <a:pt x="360950" y="190500"/>
                  <a:pt x="359969" y="190605"/>
                  <a:pt x="358978" y="190652"/>
                </a:cubicBezTo>
                <a:lnTo>
                  <a:pt x="319135" y="76095"/>
                </a:lnTo>
                <a:lnTo>
                  <a:pt x="402022" y="117539"/>
                </a:lnTo>
                <a:close/>
                <a:moveTo>
                  <a:pt x="390525" y="257175"/>
                </a:moveTo>
                <a:cubicBezTo>
                  <a:pt x="390525" y="258689"/>
                  <a:pt x="390306" y="260137"/>
                  <a:pt x="390077" y="261595"/>
                </a:cubicBezTo>
                <a:cubicBezTo>
                  <a:pt x="388277" y="273072"/>
                  <a:pt x="379695" y="282264"/>
                  <a:pt x="368522" y="284921"/>
                </a:cubicBezTo>
                <a:cubicBezTo>
                  <a:pt x="366398" y="285417"/>
                  <a:pt x="364217" y="285750"/>
                  <a:pt x="361950" y="285750"/>
                </a:cubicBezTo>
                <a:cubicBezTo>
                  <a:pt x="361455" y="285750"/>
                  <a:pt x="360998" y="285626"/>
                  <a:pt x="360512" y="285607"/>
                </a:cubicBezTo>
                <a:cubicBezTo>
                  <a:pt x="356130" y="285388"/>
                  <a:pt x="352044" y="284159"/>
                  <a:pt x="348405" y="282178"/>
                </a:cubicBezTo>
                <a:cubicBezTo>
                  <a:pt x="342233" y="278816"/>
                  <a:pt x="337480" y="273320"/>
                  <a:pt x="335109" y="266614"/>
                </a:cubicBezTo>
                <a:cubicBezTo>
                  <a:pt x="334051" y="263642"/>
                  <a:pt x="333375" y="260499"/>
                  <a:pt x="333375" y="257175"/>
                </a:cubicBezTo>
                <a:cubicBezTo>
                  <a:pt x="333375" y="253222"/>
                  <a:pt x="334185" y="249460"/>
                  <a:pt x="335642" y="246040"/>
                </a:cubicBezTo>
                <a:cubicBezTo>
                  <a:pt x="336023" y="245145"/>
                  <a:pt x="336556" y="244335"/>
                  <a:pt x="337023" y="243497"/>
                </a:cubicBezTo>
                <a:cubicBezTo>
                  <a:pt x="341757" y="234906"/>
                  <a:pt x="350691" y="229000"/>
                  <a:pt x="361102" y="228695"/>
                </a:cubicBezTo>
                <a:cubicBezTo>
                  <a:pt x="361388" y="228676"/>
                  <a:pt x="361664" y="228600"/>
                  <a:pt x="361950" y="228600"/>
                </a:cubicBezTo>
                <a:cubicBezTo>
                  <a:pt x="365846" y="228600"/>
                  <a:pt x="369560" y="229391"/>
                  <a:pt x="372951" y="230810"/>
                </a:cubicBezTo>
                <a:cubicBezTo>
                  <a:pt x="382124" y="234648"/>
                  <a:pt x="388763" y="243173"/>
                  <a:pt x="390144" y="253346"/>
                </a:cubicBezTo>
                <a:cubicBezTo>
                  <a:pt x="390306" y="254613"/>
                  <a:pt x="390525" y="255861"/>
                  <a:pt x="390525" y="257175"/>
                </a:cubicBezTo>
                <a:close/>
                <a:moveTo>
                  <a:pt x="287198" y="100270"/>
                </a:moveTo>
                <a:lnTo>
                  <a:pt x="322993" y="203178"/>
                </a:lnTo>
                <a:cubicBezTo>
                  <a:pt x="306657" y="214998"/>
                  <a:pt x="295885" y="233982"/>
                  <a:pt x="295351" y="255518"/>
                </a:cubicBezTo>
                <a:lnTo>
                  <a:pt x="237192" y="269205"/>
                </a:lnTo>
                <a:cubicBezTo>
                  <a:pt x="237173" y="269186"/>
                  <a:pt x="237163" y="269167"/>
                  <a:pt x="237153" y="269157"/>
                </a:cubicBezTo>
                <a:lnTo>
                  <a:pt x="287198" y="100270"/>
                </a:lnTo>
                <a:close/>
                <a:moveTo>
                  <a:pt x="132359" y="131836"/>
                </a:moveTo>
                <a:lnTo>
                  <a:pt x="255375" y="73571"/>
                </a:lnTo>
                <a:lnTo>
                  <a:pt x="200816" y="257718"/>
                </a:lnTo>
                <a:lnTo>
                  <a:pt x="124825" y="175403"/>
                </a:lnTo>
                <a:cubicBezTo>
                  <a:pt x="130235" y="165773"/>
                  <a:pt x="133350" y="154686"/>
                  <a:pt x="133350" y="142875"/>
                </a:cubicBezTo>
                <a:cubicBezTo>
                  <a:pt x="133350" y="139103"/>
                  <a:pt x="132959" y="135436"/>
                  <a:pt x="132359" y="131836"/>
                </a:cubicBezTo>
                <a:close/>
                <a:moveTo>
                  <a:pt x="49368" y="165459"/>
                </a:moveTo>
                <a:cubicBezTo>
                  <a:pt x="42567" y="160230"/>
                  <a:pt x="38100" y="152105"/>
                  <a:pt x="38100" y="142875"/>
                </a:cubicBezTo>
                <a:cubicBezTo>
                  <a:pt x="38100" y="127121"/>
                  <a:pt x="50921" y="114300"/>
                  <a:pt x="66675" y="114300"/>
                </a:cubicBezTo>
                <a:cubicBezTo>
                  <a:pt x="82429" y="114300"/>
                  <a:pt x="95250" y="127121"/>
                  <a:pt x="95250" y="142875"/>
                </a:cubicBezTo>
                <a:cubicBezTo>
                  <a:pt x="95250" y="150485"/>
                  <a:pt x="92221" y="157363"/>
                  <a:pt x="87354" y="162487"/>
                </a:cubicBezTo>
                <a:cubicBezTo>
                  <a:pt x="82144" y="167973"/>
                  <a:pt x="74828" y="171450"/>
                  <a:pt x="66675" y="171450"/>
                </a:cubicBezTo>
                <a:cubicBezTo>
                  <a:pt x="60141" y="171450"/>
                  <a:pt x="54188" y="169164"/>
                  <a:pt x="49368" y="165459"/>
                </a:cubicBezTo>
                <a:close/>
                <a:moveTo>
                  <a:pt x="113929" y="384639"/>
                </a:moveTo>
                <a:cubicBezTo>
                  <a:pt x="112547" y="395326"/>
                  <a:pt x="105327" y="404127"/>
                  <a:pt x="95517" y="407737"/>
                </a:cubicBezTo>
                <a:cubicBezTo>
                  <a:pt x="92450" y="408861"/>
                  <a:pt x="89183" y="409575"/>
                  <a:pt x="85725" y="409575"/>
                </a:cubicBezTo>
                <a:cubicBezTo>
                  <a:pt x="69971" y="409575"/>
                  <a:pt x="57150" y="396754"/>
                  <a:pt x="57150" y="381000"/>
                </a:cubicBezTo>
                <a:cubicBezTo>
                  <a:pt x="57150" y="373390"/>
                  <a:pt x="60179" y="366512"/>
                  <a:pt x="65046" y="361388"/>
                </a:cubicBezTo>
                <a:cubicBezTo>
                  <a:pt x="70256" y="355892"/>
                  <a:pt x="77572" y="352425"/>
                  <a:pt x="85725" y="352425"/>
                </a:cubicBezTo>
                <a:cubicBezTo>
                  <a:pt x="88001" y="352425"/>
                  <a:pt x="90192" y="352758"/>
                  <a:pt x="92316" y="353263"/>
                </a:cubicBezTo>
                <a:cubicBezTo>
                  <a:pt x="96288" y="354206"/>
                  <a:pt x="99889" y="355997"/>
                  <a:pt x="103032" y="358416"/>
                </a:cubicBezTo>
                <a:cubicBezTo>
                  <a:pt x="108061" y="362283"/>
                  <a:pt x="111766" y="367741"/>
                  <a:pt x="113357" y="374075"/>
                </a:cubicBezTo>
                <a:cubicBezTo>
                  <a:pt x="113909" y="376304"/>
                  <a:pt x="114300" y="378600"/>
                  <a:pt x="114300" y="381000"/>
                </a:cubicBezTo>
                <a:cubicBezTo>
                  <a:pt x="114300" y="382248"/>
                  <a:pt x="114090" y="383438"/>
                  <a:pt x="113929" y="384639"/>
                </a:cubicBezTo>
                <a:close/>
                <a:moveTo>
                  <a:pt x="127359" y="329003"/>
                </a:moveTo>
                <a:cubicBezTo>
                  <a:pt x="119396" y="322612"/>
                  <a:pt x="109957" y="318002"/>
                  <a:pt x="99622" y="315801"/>
                </a:cubicBezTo>
                <a:lnTo>
                  <a:pt x="90754" y="204978"/>
                </a:lnTo>
                <a:cubicBezTo>
                  <a:pt x="93059" y="204083"/>
                  <a:pt x="95307" y="203083"/>
                  <a:pt x="97479" y="201949"/>
                </a:cubicBezTo>
                <a:lnTo>
                  <a:pt x="173307" y="284102"/>
                </a:lnTo>
                <a:cubicBezTo>
                  <a:pt x="172212" y="287655"/>
                  <a:pt x="171450" y="291360"/>
                  <a:pt x="171450" y="295275"/>
                </a:cubicBezTo>
                <a:cubicBezTo>
                  <a:pt x="171450" y="296304"/>
                  <a:pt x="171669" y="297266"/>
                  <a:pt x="171755" y="298275"/>
                </a:cubicBezTo>
                <a:lnTo>
                  <a:pt x="127359" y="329003"/>
                </a:lnTo>
                <a:close/>
                <a:moveTo>
                  <a:pt x="200149" y="420024"/>
                </a:moveTo>
                <a:lnTo>
                  <a:pt x="151105" y="394059"/>
                </a:lnTo>
                <a:cubicBezTo>
                  <a:pt x="151943" y="389830"/>
                  <a:pt x="152400" y="385467"/>
                  <a:pt x="152400" y="381000"/>
                </a:cubicBezTo>
                <a:cubicBezTo>
                  <a:pt x="152400" y="373780"/>
                  <a:pt x="151209" y="366836"/>
                  <a:pt x="149076" y="360312"/>
                </a:cubicBezTo>
                <a:lnTo>
                  <a:pt x="193367" y="329651"/>
                </a:lnTo>
                <a:cubicBezTo>
                  <a:pt x="194881" y="330365"/>
                  <a:pt x="196453" y="330908"/>
                  <a:pt x="198072" y="331422"/>
                </a:cubicBezTo>
                <a:lnTo>
                  <a:pt x="215208" y="408527"/>
                </a:lnTo>
                <a:cubicBezTo>
                  <a:pt x="209645" y="411642"/>
                  <a:pt x="204578" y="415509"/>
                  <a:pt x="200149" y="420024"/>
                </a:cubicBezTo>
                <a:close/>
                <a:moveTo>
                  <a:pt x="272625" y="480317"/>
                </a:moveTo>
                <a:cubicBezTo>
                  <a:pt x="267776" y="489195"/>
                  <a:pt x="258461" y="495300"/>
                  <a:pt x="247650" y="495300"/>
                </a:cubicBezTo>
                <a:cubicBezTo>
                  <a:pt x="234296" y="495300"/>
                  <a:pt x="223142" y="486051"/>
                  <a:pt x="220018" y="473650"/>
                </a:cubicBezTo>
                <a:cubicBezTo>
                  <a:pt x="219466" y="471421"/>
                  <a:pt x="219075" y="469125"/>
                  <a:pt x="219075" y="466725"/>
                </a:cubicBezTo>
                <a:cubicBezTo>
                  <a:pt x="219075" y="460534"/>
                  <a:pt x="221104" y="454838"/>
                  <a:pt x="224457" y="450161"/>
                </a:cubicBezTo>
                <a:cubicBezTo>
                  <a:pt x="227771" y="445532"/>
                  <a:pt x="232429" y="441989"/>
                  <a:pt x="237858" y="439988"/>
                </a:cubicBezTo>
                <a:cubicBezTo>
                  <a:pt x="238906" y="439598"/>
                  <a:pt x="239973" y="439245"/>
                  <a:pt x="241078" y="438988"/>
                </a:cubicBezTo>
                <a:cubicBezTo>
                  <a:pt x="243202" y="438483"/>
                  <a:pt x="245383" y="438150"/>
                  <a:pt x="247650" y="438150"/>
                </a:cubicBezTo>
                <a:cubicBezTo>
                  <a:pt x="252765" y="438150"/>
                  <a:pt x="257508" y="439607"/>
                  <a:pt x="261661" y="441970"/>
                </a:cubicBezTo>
                <a:cubicBezTo>
                  <a:pt x="262404" y="442389"/>
                  <a:pt x="263176" y="442760"/>
                  <a:pt x="263871" y="443236"/>
                </a:cubicBezTo>
                <a:cubicBezTo>
                  <a:pt x="268776" y="446637"/>
                  <a:pt x="272482" y="451552"/>
                  <a:pt x="274501" y="457276"/>
                </a:cubicBezTo>
                <a:cubicBezTo>
                  <a:pt x="275549" y="460258"/>
                  <a:pt x="276225" y="463401"/>
                  <a:pt x="276225" y="466725"/>
                </a:cubicBezTo>
                <a:cubicBezTo>
                  <a:pt x="276225" y="471669"/>
                  <a:pt x="274844" y="476260"/>
                  <a:pt x="272625" y="480317"/>
                </a:cubicBezTo>
                <a:close/>
                <a:moveTo>
                  <a:pt x="261518" y="401517"/>
                </a:moveTo>
                <a:cubicBezTo>
                  <a:pt x="258547" y="400888"/>
                  <a:pt x="255499" y="400507"/>
                  <a:pt x="252403" y="400288"/>
                </a:cubicBezTo>
                <a:lnTo>
                  <a:pt x="235277" y="323221"/>
                </a:lnTo>
                <a:cubicBezTo>
                  <a:pt x="240201" y="318687"/>
                  <a:pt x="243840" y="312877"/>
                  <a:pt x="245840" y="306314"/>
                </a:cubicBezTo>
                <a:lnTo>
                  <a:pt x="305391" y="292303"/>
                </a:lnTo>
                <a:cubicBezTo>
                  <a:pt x="308048" y="296570"/>
                  <a:pt x="311134" y="300552"/>
                  <a:pt x="314658" y="304114"/>
                </a:cubicBezTo>
                <a:lnTo>
                  <a:pt x="261518" y="401517"/>
                </a:lnTo>
                <a:close/>
                <a:moveTo>
                  <a:pt x="305257" y="433311"/>
                </a:moveTo>
                <a:cubicBezTo>
                  <a:pt x="302381" y="428377"/>
                  <a:pt x="298942" y="423824"/>
                  <a:pt x="294951" y="419795"/>
                </a:cubicBezTo>
                <a:lnTo>
                  <a:pt x="348091" y="322374"/>
                </a:lnTo>
                <a:cubicBezTo>
                  <a:pt x="352558" y="323326"/>
                  <a:pt x="357197" y="323850"/>
                  <a:pt x="361950" y="323850"/>
                </a:cubicBezTo>
                <a:cubicBezTo>
                  <a:pt x="370980" y="323850"/>
                  <a:pt x="379590" y="322031"/>
                  <a:pt x="387448" y="318764"/>
                </a:cubicBezTo>
                <a:lnTo>
                  <a:pt x="450256" y="396069"/>
                </a:lnTo>
                <a:cubicBezTo>
                  <a:pt x="449932" y="396926"/>
                  <a:pt x="449704" y="397831"/>
                  <a:pt x="449437" y="398717"/>
                </a:cubicBezTo>
                <a:lnTo>
                  <a:pt x="305257" y="433311"/>
                </a:lnTo>
                <a:close/>
                <a:moveTo>
                  <a:pt x="416995" y="294723"/>
                </a:moveTo>
                <a:cubicBezTo>
                  <a:pt x="424320" y="284016"/>
                  <a:pt x="428625" y="271091"/>
                  <a:pt x="428625" y="257175"/>
                </a:cubicBezTo>
                <a:cubicBezTo>
                  <a:pt x="428625" y="243735"/>
                  <a:pt x="424596" y="231229"/>
                  <a:pt x="417728" y="220751"/>
                </a:cubicBezTo>
                <a:lnTo>
                  <a:pt x="440026" y="194405"/>
                </a:lnTo>
                <a:cubicBezTo>
                  <a:pt x="443884" y="196101"/>
                  <a:pt x="447932" y="197425"/>
                  <a:pt x="452123" y="198368"/>
                </a:cubicBezTo>
                <a:lnTo>
                  <a:pt x="462639" y="350901"/>
                </a:lnTo>
                <a:lnTo>
                  <a:pt x="416995" y="294723"/>
                </a:lnTo>
                <a:close/>
                <a:moveTo>
                  <a:pt x="467573" y="161839"/>
                </a:moveTo>
                <a:cubicBezTo>
                  <a:pt x="467287" y="161849"/>
                  <a:pt x="467011" y="161925"/>
                  <a:pt x="466725" y="161925"/>
                </a:cubicBezTo>
                <a:cubicBezTo>
                  <a:pt x="460077" y="161925"/>
                  <a:pt x="454038" y="159553"/>
                  <a:pt x="449170" y="155734"/>
                </a:cubicBezTo>
                <a:cubicBezTo>
                  <a:pt x="443465" y="151247"/>
                  <a:pt x="439550" y="144704"/>
                  <a:pt x="438531" y="137179"/>
                </a:cubicBezTo>
                <a:cubicBezTo>
                  <a:pt x="438369" y="135912"/>
                  <a:pt x="438150" y="134664"/>
                  <a:pt x="438150" y="133350"/>
                </a:cubicBezTo>
                <a:cubicBezTo>
                  <a:pt x="438150" y="117596"/>
                  <a:pt x="450971" y="104775"/>
                  <a:pt x="466725" y="104775"/>
                </a:cubicBezTo>
                <a:cubicBezTo>
                  <a:pt x="482479" y="104775"/>
                  <a:pt x="495300" y="117596"/>
                  <a:pt x="495300" y="133350"/>
                </a:cubicBezTo>
                <a:cubicBezTo>
                  <a:pt x="495300" y="141075"/>
                  <a:pt x="492185" y="148076"/>
                  <a:pt x="487185" y="153219"/>
                </a:cubicBezTo>
                <a:cubicBezTo>
                  <a:pt x="482184" y="158382"/>
                  <a:pt x="475259" y="161611"/>
                  <a:pt x="467573" y="16183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15" name="Google Shape;815;p329"/>
          <p:cNvSpPr/>
          <p:nvPr/>
        </p:nvSpPr>
        <p:spPr>
          <a:xfrm>
            <a:off x="486541" y="1359297"/>
            <a:ext cx="421864" cy="285875"/>
          </a:xfrm>
          <a:custGeom>
            <a:avLst/>
            <a:gdLst/>
            <a:ahLst/>
            <a:cxnLst/>
            <a:rect l="l" t="t" r="r" b="b"/>
            <a:pathLst>
              <a:path w="581025" h="390525" extrusionOk="0">
                <a:moveTo>
                  <a:pt x="578644" y="350044"/>
                </a:moveTo>
                <a:lnTo>
                  <a:pt x="578644" y="388144"/>
                </a:lnTo>
                <a:lnTo>
                  <a:pt x="7144" y="388144"/>
                </a:lnTo>
                <a:lnTo>
                  <a:pt x="7144" y="350044"/>
                </a:lnTo>
                <a:lnTo>
                  <a:pt x="578644" y="350044"/>
                </a:lnTo>
                <a:close/>
                <a:moveTo>
                  <a:pt x="502444" y="311944"/>
                </a:moveTo>
                <a:lnTo>
                  <a:pt x="83344" y="311944"/>
                </a:lnTo>
                <a:lnTo>
                  <a:pt x="83344" y="7144"/>
                </a:lnTo>
                <a:lnTo>
                  <a:pt x="502444" y="7144"/>
                </a:lnTo>
                <a:lnTo>
                  <a:pt x="502444" y="311944"/>
                </a:lnTo>
                <a:close/>
                <a:moveTo>
                  <a:pt x="464344" y="45244"/>
                </a:moveTo>
                <a:lnTo>
                  <a:pt x="121444" y="45244"/>
                </a:lnTo>
                <a:lnTo>
                  <a:pt x="121444" y="273844"/>
                </a:lnTo>
                <a:lnTo>
                  <a:pt x="464344" y="273844"/>
                </a:lnTo>
                <a:lnTo>
                  <a:pt x="464344" y="45244"/>
                </a:lnTo>
                <a:close/>
                <a:moveTo>
                  <a:pt x="254794" y="107156"/>
                </a:moveTo>
                <a:lnTo>
                  <a:pt x="254794" y="211931"/>
                </a:lnTo>
                <a:lnTo>
                  <a:pt x="346520" y="159544"/>
                </a:lnTo>
                <a:lnTo>
                  <a:pt x="254794" y="10715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16" name="Google Shape;816;p329"/>
          <p:cNvSpPr/>
          <p:nvPr/>
        </p:nvSpPr>
        <p:spPr>
          <a:xfrm>
            <a:off x="505950" y="3703374"/>
            <a:ext cx="377849" cy="374570"/>
          </a:xfrm>
          <a:custGeom>
            <a:avLst/>
            <a:gdLst/>
            <a:ahLst/>
            <a:cxnLst/>
            <a:rect l="l" t="t" r="r" b="b"/>
            <a:pathLst>
              <a:path w="504825" h="409575" extrusionOk="0">
                <a:moveTo>
                  <a:pt x="435769" y="35719"/>
                </a:moveTo>
                <a:lnTo>
                  <a:pt x="407194" y="54769"/>
                </a:lnTo>
                <a:lnTo>
                  <a:pt x="281750" y="54769"/>
                </a:lnTo>
                <a:lnTo>
                  <a:pt x="281750" y="7144"/>
                </a:lnTo>
                <a:lnTo>
                  <a:pt x="7144" y="7144"/>
                </a:lnTo>
                <a:lnTo>
                  <a:pt x="7144" y="140494"/>
                </a:lnTo>
                <a:lnTo>
                  <a:pt x="281750" y="140494"/>
                </a:lnTo>
                <a:lnTo>
                  <a:pt x="281750" y="92869"/>
                </a:lnTo>
                <a:lnTo>
                  <a:pt x="407194" y="92869"/>
                </a:lnTo>
                <a:lnTo>
                  <a:pt x="435769" y="111919"/>
                </a:lnTo>
                <a:lnTo>
                  <a:pt x="502444" y="92869"/>
                </a:lnTo>
                <a:lnTo>
                  <a:pt x="502444" y="54769"/>
                </a:lnTo>
                <a:lnTo>
                  <a:pt x="435769" y="35719"/>
                </a:lnTo>
                <a:close/>
                <a:moveTo>
                  <a:pt x="243650" y="102394"/>
                </a:moveTo>
                <a:lnTo>
                  <a:pt x="45244" y="102394"/>
                </a:lnTo>
                <a:lnTo>
                  <a:pt x="45244" y="45244"/>
                </a:lnTo>
                <a:lnTo>
                  <a:pt x="243650" y="45244"/>
                </a:lnTo>
                <a:lnTo>
                  <a:pt x="243650" y="102394"/>
                </a:lnTo>
                <a:close/>
                <a:moveTo>
                  <a:pt x="121444" y="178594"/>
                </a:moveTo>
                <a:cubicBezTo>
                  <a:pt x="58293" y="178594"/>
                  <a:pt x="7144" y="229743"/>
                  <a:pt x="7144" y="292894"/>
                </a:cubicBezTo>
                <a:cubicBezTo>
                  <a:pt x="7144" y="356045"/>
                  <a:pt x="58293" y="407194"/>
                  <a:pt x="121444" y="407194"/>
                </a:cubicBezTo>
                <a:cubicBezTo>
                  <a:pt x="159639" y="407194"/>
                  <a:pt x="193358" y="388334"/>
                  <a:pt x="214122" y="359569"/>
                </a:cubicBezTo>
                <a:lnTo>
                  <a:pt x="502444" y="359569"/>
                </a:lnTo>
                <a:lnTo>
                  <a:pt x="502444" y="226219"/>
                </a:lnTo>
                <a:lnTo>
                  <a:pt x="214122" y="226219"/>
                </a:lnTo>
                <a:cubicBezTo>
                  <a:pt x="193358" y="197453"/>
                  <a:pt x="159639" y="178594"/>
                  <a:pt x="121444" y="178594"/>
                </a:cubicBezTo>
                <a:close/>
                <a:moveTo>
                  <a:pt x="464344" y="321469"/>
                </a:moveTo>
                <a:lnTo>
                  <a:pt x="192024" y="321469"/>
                </a:lnTo>
                <a:cubicBezTo>
                  <a:pt x="180689" y="349377"/>
                  <a:pt x="153352" y="369094"/>
                  <a:pt x="121444" y="369094"/>
                </a:cubicBezTo>
                <a:cubicBezTo>
                  <a:pt x="93250" y="369094"/>
                  <a:pt x="68675" y="353759"/>
                  <a:pt x="55531" y="330994"/>
                </a:cubicBezTo>
                <a:lnTo>
                  <a:pt x="121444" y="330994"/>
                </a:lnTo>
                <a:lnTo>
                  <a:pt x="121444" y="254794"/>
                </a:lnTo>
                <a:lnTo>
                  <a:pt x="55531" y="254794"/>
                </a:lnTo>
                <a:cubicBezTo>
                  <a:pt x="68675" y="232029"/>
                  <a:pt x="93250" y="216694"/>
                  <a:pt x="121444" y="216694"/>
                </a:cubicBezTo>
                <a:cubicBezTo>
                  <a:pt x="153448" y="216694"/>
                  <a:pt x="180785" y="236411"/>
                  <a:pt x="192024" y="264319"/>
                </a:cubicBezTo>
                <a:lnTo>
                  <a:pt x="464344" y="264319"/>
                </a:lnTo>
                <a:lnTo>
                  <a:pt x="464344" y="321469"/>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330"/>
          <p:cNvSpPr txBox="1">
            <a:spLocks noGrp="1"/>
          </p:cNvSpPr>
          <p:nvPr>
            <p:ph type="title"/>
          </p:nvPr>
        </p:nvSpPr>
        <p:spPr>
          <a:xfrm>
            <a:off x="364327" y="274650"/>
            <a:ext cx="4755900" cy="383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400"/>
              <a:buFont typeface="Arial Black"/>
              <a:buNone/>
            </a:pPr>
            <a:r>
              <a:rPr lang="en"/>
              <a:t>The “Prework” Exercise</a:t>
            </a:r>
            <a:endParaRPr dirty="0"/>
          </a:p>
        </p:txBody>
      </p:sp>
      <p:sp>
        <p:nvSpPr>
          <p:cNvPr id="822" name="Google Shape;822;p330"/>
          <p:cNvSpPr/>
          <p:nvPr/>
        </p:nvSpPr>
        <p:spPr>
          <a:xfrm>
            <a:off x="1109272" y="934064"/>
            <a:ext cx="6320522" cy="1105800"/>
          </a:xfrm>
          <a:prstGeom prst="rect">
            <a:avLst/>
          </a:prstGeom>
          <a:solidFill>
            <a:schemeClr val="dk2"/>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70C0"/>
              </a:buClr>
              <a:buSzPts val="1100"/>
              <a:buFont typeface="Arial"/>
              <a:buNone/>
            </a:pPr>
            <a:r>
              <a:rPr lang="en" sz="1600" b="0" i="0" u="none" strike="noStrike" cap="none" dirty="0">
                <a:solidFill>
                  <a:schemeClr val="lt1"/>
                </a:solidFill>
                <a:latin typeface="Arial"/>
                <a:ea typeface="Arial"/>
                <a:cs typeface="Arial"/>
                <a:sym typeface="Arial"/>
              </a:rPr>
              <a:t>Reflect on the high-level </a:t>
            </a:r>
            <a:r>
              <a:rPr lang="en" sz="1600" b="1" i="0" u="none" strike="noStrike" cap="none" dirty="0">
                <a:solidFill>
                  <a:schemeClr val="lt1"/>
                </a:solidFill>
                <a:latin typeface="Arial"/>
                <a:ea typeface="Arial"/>
                <a:cs typeface="Arial"/>
                <a:sym typeface="Arial"/>
              </a:rPr>
              <a:t>AI use cases for your HR organization</a:t>
            </a:r>
            <a:r>
              <a:rPr lang="en" sz="1600" b="0" i="0" u="none" strike="noStrike" cap="none" dirty="0">
                <a:solidFill>
                  <a:schemeClr val="lt1"/>
                </a:solidFill>
                <a:latin typeface="Arial"/>
                <a:ea typeface="Arial"/>
                <a:cs typeface="Arial"/>
                <a:sym typeface="Arial"/>
              </a:rPr>
              <a:t>,        consider them for your team</a:t>
            </a:r>
            <a:r>
              <a:rPr lang="en" sz="1600" dirty="0">
                <a:solidFill>
                  <a:schemeClr val="lt1"/>
                </a:solidFill>
              </a:rPr>
              <a:t> or </a:t>
            </a:r>
            <a:r>
              <a:rPr lang="en" sz="1600" b="0" i="0" u="none" strike="noStrike" cap="none" dirty="0">
                <a:solidFill>
                  <a:schemeClr val="lt1"/>
                </a:solidFill>
                <a:latin typeface="Arial"/>
                <a:ea typeface="Arial"/>
                <a:cs typeface="Arial"/>
                <a:sym typeface="Arial"/>
              </a:rPr>
              <a:t>area of HR, and pick </a:t>
            </a:r>
            <a:r>
              <a:rPr lang="en" sz="1600" b="1" i="0" u="none" strike="noStrike" cap="none" dirty="0">
                <a:solidFill>
                  <a:schemeClr val="lt1"/>
                </a:solidFill>
                <a:latin typeface="Arial"/>
                <a:ea typeface="Arial"/>
                <a:cs typeface="Arial"/>
                <a:sym typeface="Arial"/>
              </a:rPr>
              <a:t>up to three relevant use cases </a:t>
            </a:r>
            <a:r>
              <a:rPr lang="en" sz="1600" b="0" i="0" u="none" strike="noStrike" cap="none" dirty="0">
                <a:solidFill>
                  <a:schemeClr val="lt1"/>
                </a:solidFill>
                <a:latin typeface="Arial"/>
                <a:ea typeface="Arial"/>
                <a:cs typeface="Arial"/>
                <a:sym typeface="Arial"/>
              </a:rPr>
              <a:t>where </a:t>
            </a:r>
            <a:r>
              <a:rPr lang="en" sz="1600" b="1" i="0" u="none" strike="noStrike" cap="none" dirty="0">
                <a:solidFill>
                  <a:schemeClr val="lt1"/>
                </a:solidFill>
                <a:latin typeface="Arial"/>
                <a:ea typeface="Arial"/>
                <a:cs typeface="Arial"/>
                <a:sym typeface="Arial"/>
              </a:rPr>
              <a:t>AI</a:t>
            </a:r>
            <a:r>
              <a:rPr lang="en" sz="1600" b="0" i="0" u="none" strike="noStrike" cap="none" dirty="0">
                <a:solidFill>
                  <a:schemeClr val="lt1"/>
                </a:solidFill>
                <a:latin typeface="Arial"/>
                <a:ea typeface="Arial"/>
                <a:cs typeface="Arial"/>
                <a:sym typeface="Arial"/>
              </a:rPr>
              <a:t> can play a key enabling role.</a:t>
            </a:r>
            <a:endParaRPr sz="1600" b="0" i="0" u="none" strike="noStrike" cap="none" dirty="0">
              <a:solidFill>
                <a:srgbClr val="000000"/>
              </a:solidFill>
              <a:latin typeface="Arial"/>
              <a:ea typeface="Arial"/>
              <a:cs typeface="Arial"/>
              <a:sym typeface="Arial"/>
            </a:endParaRPr>
          </a:p>
        </p:txBody>
      </p:sp>
      <p:sp>
        <p:nvSpPr>
          <p:cNvPr id="823" name="Google Shape;823;p330"/>
          <p:cNvSpPr txBox="1"/>
          <p:nvPr/>
        </p:nvSpPr>
        <p:spPr>
          <a:xfrm>
            <a:off x="1109272" y="2131533"/>
            <a:ext cx="6361200" cy="2277547"/>
          </a:xfrm>
          <a:prstGeom prst="rect">
            <a:avLst/>
          </a:prstGeom>
          <a:noFill/>
          <a:ln>
            <a:noFill/>
          </a:ln>
        </p:spPr>
        <p:txBody>
          <a:bodyPr spcFirstLastPara="1" wrap="square" lIns="0" tIns="0" rIns="0" bIns="0" anchor="ctr" anchorCtr="0">
            <a:spAutoFit/>
          </a:bodyPr>
          <a:lstStyle/>
          <a:p>
            <a:pPr marL="254000" marR="0" lvl="0" indent="-254000" algn="l" rtl="0">
              <a:lnSpc>
                <a:spcPct val="100000"/>
              </a:lnSpc>
              <a:spcBef>
                <a:spcPts val="0"/>
              </a:spcBef>
              <a:spcAft>
                <a:spcPts val="0"/>
              </a:spcAft>
              <a:buClr>
                <a:schemeClr val="dk1"/>
              </a:buClr>
              <a:buSzPts val="1200"/>
              <a:buFont typeface="Arial Black"/>
              <a:buAutoNum type="arabicPeriod"/>
            </a:pPr>
            <a:r>
              <a:rPr lang="en" sz="1400" b="0" i="0" u="none" strike="noStrike" cap="none" dirty="0">
                <a:solidFill>
                  <a:schemeClr val="dk1"/>
                </a:solidFill>
                <a:latin typeface="Arial"/>
                <a:ea typeface="Arial"/>
                <a:cs typeface="Arial"/>
                <a:sym typeface="Arial"/>
              </a:rPr>
              <a:t>Review the AI use-case template and the sections (see </a:t>
            </a:r>
            <a:r>
              <a:rPr lang="en" sz="1400" b="1" i="0" u="sng" strike="noStrike" cap="none" dirty="0">
                <a:solidFill>
                  <a:schemeClr val="dk1"/>
                </a:solidFill>
                <a:latin typeface="Arial"/>
                <a:ea typeface="Arial"/>
                <a:cs typeface="Arial"/>
                <a:sym typeface="Arial"/>
              </a:rPr>
              <a:t>next slide</a:t>
            </a:r>
            <a:r>
              <a:rPr lang="en" sz="14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254000" marR="0" lvl="0" indent="-254000" algn="l" rtl="0">
              <a:lnSpc>
                <a:spcPct val="100000"/>
              </a:lnSpc>
              <a:spcBef>
                <a:spcPts val="1200"/>
              </a:spcBef>
              <a:spcAft>
                <a:spcPts val="0"/>
              </a:spcAft>
              <a:buClr>
                <a:schemeClr val="dk1"/>
              </a:buClr>
              <a:buSzPts val="1200"/>
              <a:buFont typeface="Arial Black"/>
              <a:buAutoNum type="arabicPeriod"/>
            </a:pPr>
            <a:r>
              <a:rPr lang="en" sz="1400" b="0" i="0" u="none" strike="noStrike" cap="none" dirty="0">
                <a:solidFill>
                  <a:schemeClr val="dk1"/>
                </a:solidFill>
                <a:latin typeface="Arial"/>
                <a:ea typeface="Arial"/>
                <a:cs typeface="Arial"/>
                <a:sym typeface="Arial"/>
              </a:rPr>
              <a:t>Try to envisage how AI can transform the work for your HR team.</a:t>
            </a:r>
            <a:endParaRPr sz="1400" b="0" i="0" u="none" strike="noStrike" cap="none" dirty="0">
              <a:solidFill>
                <a:srgbClr val="000000"/>
              </a:solidFill>
              <a:latin typeface="Arial"/>
              <a:ea typeface="Arial"/>
              <a:cs typeface="Arial"/>
              <a:sym typeface="Arial"/>
            </a:endParaRPr>
          </a:p>
          <a:p>
            <a:pPr marL="254000" marR="0" lvl="0" indent="-254000" algn="l" rtl="0">
              <a:lnSpc>
                <a:spcPct val="100000"/>
              </a:lnSpc>
              <a:spcBef>
                <a:spcPts val="1200"/>
              </a:spcBef>
              <a:spcAft>
                <a:spcPts val="0"/>
              </a:spcAft>
              <a:buClr>
                <a:schemeClr val="dk1"/>
              </a:buClr>
              <a:buSzPts val="1200"/>
              <a:buFont typeface="Arial Black"/>
              <a:buAutoNum type="arabicPeriod"/>
            </a:pPr>
            <a:r>
              <a:rPr lang="en" sz="1400" b="0" i="0" u="none" strike="noStrike" cap="none" dirty="0">
                <a:solidFill>
                  <a:schemeClr val="dk1"/>
                </a:solidFill>
                <a:latin typeface="Arial"/>
                <a:ea typeface="Arial"/>
                <a:cs typeface="Arial"/>
                <a:sym typeface="Arial"/>
              </a:rPr>
              <a:t>Sketch out up to three use cases in the template (see </a:t>
            </a:r>
            <a:r>
              <a:rPr lang="en" sz="1400" b="1" i="0" u="sng" strike="noStrike" cap="none" dirty="0">
                <a:solidFill>
                  <a:schemeClr val="dk1"/>
                </a:solidFill>
                <a:latin typeface="Arial"/>
                <a:ea typeface="Arial"/>
                <a:cs typeface="Arial"/>
                <a:sym typeface="Arial"/>
              </a:rPr>
              <a:t>next slide</a:t>
            </a:r>
            <a:r>
              <a:rPr lang="en" sz="1400" b="0" i="0" u="none" strike="noStrike" cap="none" dirty="0">
                <a:solidFill>
                  <a:schemeClr val="dk1"/>
                </a:solidFill>
                <a:latin typeface="Arial"/>
                <a:ea typeface="Arial"/>
                <a:cs typeface="Arial"/>
                <a:sym typeface="Arial"/>
              </a:rPr>
              <a:t>) — </a:t>
            </a:r>
            <a:r>
              <a:rPr lang="en" sz="1400" b="0" i="1" u="none" strike="noStrike" cap="none" dirty="0">
                <a:solidFill>
                  <a:schemeClr val="dk1"/>
                </a:solidFill>
                <a:latin typeface="Arial"/>
                <a:ea typeface="Arial"/>
                <a:cs typeface="Arial"/>
                <a:sym typeface="Arial"/>
              </a:rPr>
              <a:t>at minimum, focus on Expected Value and Benefits at this stage.</a:t>
            </a:r>
            <a:endParaRPr sz="1400" b="0" i="0" u="none" strike="noStrike" cap="none" dirty="0">
              <a:solidFill>
                <a:srgbClr val="000000"/>
              </a:solidFill>
              <a:latin typeface="Arial"/>
              <a:ea typeface="Arial"/>
              <a:cs typeface="Arial"/>
              <a:sym typeface="Arial"/>
            </a:endParaRPr>
          </a:p>
          <a:p>
            <a:pPr marL="254000" marR="0" lvl="0" indent="-254000" algn="l" rtl="0">
              <a:lnSpc>
                <a:spcPct val="100000"/>
              </a:lnSpc>
              <a:spcBef>
                <a:spcPts val="1200"/>
              </a:spcBef>
              <a:spcAft>
                <a:spcPts val="0"/>
              </a:spcAft>
              <a:buClr>
                <a:schemeClr val="dk1"/>
              </a:buClr>
              <a:buSzPts val="1200"/>
              <a:buFont typeface="Arial Black"/>
              <a:buAutoNum type="arabicPeriod"/>
            </a:pPr>
            <a:r>
              <a:rPr lang="en" sz="1400" b="0" i="0" u="none" strike="noStrike" cap="none" dirty="0">
                <a:solidFill>
                  <a:schemeClr val="dk1"/>
                </a:solidFill>
                <a:latin typeface="Arial"/>
                <a:ea typeface="Arial"/>
                <a:cs typeface="Arial"/>
                <a:sym typeface="Arial"/>
              </a:rPr>
              <a:t>Be prepared to refine, present and share them with the other attendees.</a:t>
            </a:r>
            <a:endParaRPr sz="1400" b="0" i="0" u="none" strike="noStrike" cap="none" dirty="0">
              <a:solidFill>
                <a:srgbClr val="000000"/>
              </a:solidFill>
              <a:latin typeface="Arial"/>
              <a:ea typeface="Arial"/>
              <a:cs typeface="Arial"/>
              <a:sym typeface="Arial"/>
            </a:endParaRPr>
          </a:p>
          <a:p>
            <a:pPr marL="254000" marR="0" lvl="0" indent="-254000" algn="l" rtl="0">
              <a:lnSpc>
                <a:spcPct val="100000"/>
              </a:lnSpc>
              <a:spcBef>
                <a:spcPts val="1200"/>
              </a:spcBef>
              <a:spcAft>
                <a:spcPts val="1200"/>
              </a:spcAft>
              <a:buClr>
                <a:schemeClr val="dk1"/>
              </a:buClr>
              <a:buSzPts val="1200"/>
              <a:buFont typeface="Arial Black"/>
              <a:buAutoNum type="arabicPeriod"/>
            </a:pPr>
            <a:r>
              <a:rPr lang="en" sz="1400" b="0" i="0" u="none" strike="noStrike" cap="none" dirty="0">
                <a:solidFill>
                  <a:schemeClr val="dk1"/>
                </a:solidFill>
                <a:latin typeface="Arial"/>
                <a:ea typeface="Arial"/>
                <a:cs typeface="Arial"/>
                <a:sym typeface="Arial"/>
              </a:rPr>
              <a:t>The tasks including the use-case creation should hopefully take no longer than </a:t>
            </a:r>
            <a:r>
              <a:rPr lang="en" sz="1400" b="1" i="0" u="none" strike="noStrike" cap="none" dirty="0">
                <a:solidFill>
                  <a:schemeClr val="dk1"/>
                </a:solidFill>
                <a:latin typeface="Arial"/>
                <a:ea typeface="Arial"/>
                <a:cs typeface="Arial"/>
                <a:sym typeface="Arial"/>
              </a:rPr>
              <a:t>30 to 45 minutes </a:t>
            </a:r>
            <a:r>
              <a:rPr lang="en" sz="1400" b="0" i="0" u="none" strike="noStrike" cap="none" dirty="0">
                <a:solidFill>
                  <a:schemeClr val="dk1"/>
                </a:solidFill>
                <a:latin typeface="Arial"/>
                <a:ea typeface="Arial"/>
                <a:cs typeface="Arial"/>
                <a:sym typeface="Arial"/>
              </a:rPr>
              <a:t>of your time.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331"/>
          <p:cNvSpPr txBox="1"/>
          <p:nvPr/>
        </p:nvSpPr>
        <p:spPr>
          <a:xfrm>
            <a:off x="342900" y="666200"/>
            <a:ext cx="3889200" cy="6429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Business Value Added</a:t>
            </a:r>
            <a:endParaRPr sz="1200" b="0" i="0" u="none" strike="noStrike" cap="none" dirty="0">
              <a:solidFill>
                <a:schemeClr val="accent1"/>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800"/>
              <a:buFont typeface="Arial"/>
              <a:buNone/>
            </a:pPr>
            <a:r>
              <a:rPr lang="en" sz="900" b="0" i="0" u="none" strike="noStrike" cap="none" dirty="0">
                <a:solidFill>
                  <a:srgbClr val="000000"/>
                </a:solidFill>
                <a:latin typeface="Arial"/>
                <a:ea typeface="Arial"/>
                <a:cs typeface="Arial"/>
                <a:sym typeface="Arial"/>
              </a:rPr>
              <a:t>For example: I</a:t>
            </a:r>
            <a:r>
              <a:rPr lang="en" sz="9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0"/>
                  </a:ext>
                </a:extLst>
              </a:rPr>
              <a:t>mprove employee and/or candidate experience; increased HR productivity; drive innovation</a:t>
            </a:r>
            <a:endParaRPr sz="1200" b="0" i="0" u="none" strike="noStrike" cap="none" dirty="0">
              <a:solidFill>
                <a:srgbClr val="000000"/>
              </a:solidFill>
              <a:latin typeface="Arial"/>
              <a:ea typeface="Arial"/>
              <a:cs typeface="Arial"/>
              <a:sym typeface="Arial"/>
            </a:endParaRPr>
          </a:p>
        </p:txBody>
      </p:sp>
      <p:sp>
        <p:nvSpPr>
          <p:cNvPr id="829" name="Google Shape;829;p331"/>
          <p:cNvSpPr txBox="1"/>
          <p:nvPr/>
        </p:nvSpPr>
        <p:spPr>
          <a:xfrm>
            <a:off x="342900" y="1379251"/>
            <a:ext cx="4719000" cy="17586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dk2"/>
                </a:solidFill>
                <a:latin typeface="Arial Black"/>
                <a:ea typeface="Arial Black"/>
                <a:cs typeface="Arial Black"/>
                <a:sym typeface="Arial Black"/>
              </a:rPr>
              <a:t>Description (Include Objective)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900"/>
              <a:buFont typeface="Arial"/>
              <a:buNone/>
            </a:pPr>
            <a:r>
              <a:rPr lang="en" sz="900" b="1" i="0" u="none" strike="noStrike" cap="none" dirty="0">
                <a:solidFill>
                  <a:schemeClr val="dk1"/>
                </a:solidFill>
                <a:latin typeface="Arial"/>
                <a:ea typeface="Arial"/>
                <a:cs typeface="Arial"/>
                <a:sym typeface="Arial"/>
              </a:rPr>
              <a:t>Objective</a:t>
            </a:r>
            <a:r>
              <a:rPr lang="en" sz="9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900"/>
              <a:buFont typeface="Arial Black"/>
              <a:buNone/>
            </a:pPr>
            <a:r>
              <a:rPr lang="en" sz="900" dirty="0">
                <a:solidFill>
                  <a:schemeClr val="dk1"/>
                </a:solidFill>
              </a:rPr>
              <a:t>For example: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dirty="0">
                <a:solidFill>
                  <a:schemeClr val="dk1"/>
                </a:solidFill>
                <a:latin typeface="Arial"/>
                <a:ea typeface="Arial"/>
                <a:cs typeface="Arial"/>
                <a:sym typeface="Arial"/>
              </a:rPr>
              <a:t>“As an X, I need Y in order to achieve Z.”</a:t>
            </a:r>
            <a:r>
              <a:rPr lang="en" sz="900" b="1" i="0" u="none" strike="noStrike" cap="none" dirty="0">
                <a:solidFill>
                  <a:schemeClr val="dk2"/>
                </a:solidFill>
                <a:latin typeface="Arial"/>
                <a:ea typeface="Arial"/>
                <a:cs typeface="Arial"/>
                <a:sym typeface="Arial"/>
              </a:rPr>
              <a:t>  </a:t>
            </a:r>
            <a:endParaRPr sz="900" b="0" i="0" u="none" strike="noStrike" cap="none" dirty="0">
              <a:solidFill>
                <a:schemeClr val="dk2"/>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800"/>
              <a:buFont typeface="Arial"/>
              <a:buNone/>
            </a:pP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200"/>
              </a:spcBef>
              <a:spcAft>
                <a:spcPts val="0"/>
              </a:spcAft>
              <a:buClr>
                <a:schemeClr val="lt1"/>
              </a:buClr>
              <a:buSzPts val="800"/>
              <a:buFont typeface="Arial"/>
              <a:buNone/>
            </a:pPr>
            <a:endParaRPr sz="900" b="0" i="0" u="none" strike="noStrike" cap="none" dirty="0">
              <a:solidFill>
                <a:srgbClr val="000000"/>
              </a:solidFill>
              <a:latin typeface="Arial"/>
              <a:ea typeface="Arial"/>
              <a:cs typeface="Arial"/>
              <a:sym typeface="Arial"/>
            </a:endParaRPr>
          </a:p>
        </p:txBody>
      </p:sp>
      <p:sp>
        <p:nvSpPr>
          <p:cNvPr id="830" name="Google Shape;830;p331"/>
          <p:cNvSpPr txBox="1"/>
          <p:nvPr/>
        </p:nvSpPr>
        <p:spPr>
          <a:xfrm>
            <a:off x="342900" y="3208000"/>
            <a:ext cx="4723500" cy="13983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dk2"/>
                </a:solidFill>
                <a:latin typeface="Arial Black"/>
                <a:ea typeface="Arial Black"/>
                <a:cs typeface="Arial Black"/>
                <a:sym typeface="Arial Black"/>
              </a:rPr>
              <a:t>Expected Value and Benefits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900" b="0" i="0" u="none" strike="noStrike" cap="none" dirty="0">
                <a:solidFill>
                  <a:schemeClr val="dk1"/>
                </a:solidFill>
                <a:latin typeface="Arial"/>
                <a:ea typeface="Arial"/>
                <a:cs typeface="Arial"/>
                <a:sym typeface="Arial"/>
              </a:rPr>
              <a:t>For example:</a:t>
            </a:r>
            <a:endParaRPr sz="900" b="1" i="0" u="none" strike="noStrike" cap="none" dirty="0">
              <a:solidFill>
                <a:schemeClr val="dk1"/>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Increase HR productivity</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800"/>
              <a:buFont typeface="Arial"/>
              <a:buChar char="▪"/>
            </a:pPr>
            <a:r>
              <a:rPr lang="en" sz="900" b="0" i="0" u="none" strike="noStrike" cap="none" dirty="0">
                <a:solidFill>
                  <a:schemeClr val="dk1"/>
                </a:solidFill>
                <a:latin typeface="Arial"/>
                <a:ea typeface="Arial"/>
                <a:cs typeface="Arial"/>
                <a:sym typeface="Arial"/>
              </a:rPr>
              <a:t>Reduce costs in operations, etc.</a:t>
            </a:r>
            <a:endParaRPr sz="1000" b="1" i="0" u="none" strike="noStrike" cap="none" dirty="0">
              <a:solidFill>
                <a:schemeClr val="dk2"/>
              </a:solidFill>
              <a:latin typeface="Arial Black"/>
              <a:ea typeface="Arial Black"/>
              <a:cs typeface="Arial Black"/>
              <a:sym typeface="Arial Black"/>
            </a:endParaRPr>
          </a:p>
        </p:txBody>
      </p:sp>
      <p:sp>
        <p:nvSpPr>
          <p:cNvPr id="831" name="Google Shape;831;p331"/>
          <p:cNvSpPr txBox="1"/>
          <p:nvPr/>
        </p:nvSpPr>
        <p:spPr>
          <a:xfrm>
            <a:off x="5117850" y="1378700"/>
            <a:ext cx="3340200" cy="8445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How to Implement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900"/>
              <a:buFont typeface="Arial Black"/>
              <a:buNone/>
            </a:pPr>
            <a:r>
              <a:rPr lang="en-US" sz="900" b="0" i="0" u="none" strike="noStrike" cap="none" dirty="0">
                <a:solidFill>
                  <a:schemeClr val="dk1"/>
                </a:solidFill>
                <a:latin typeface="Arial"/>
                <a:ea typeface="Arial"/>
                <a:cs typeface="Arial"/>
                <a:sym typeface="Arial"/>
              </a:rPr>
              <a:t>For example:</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Consume through preexisting HR tech vendor</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Buy new HR tech product with built-in capability</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Work with IT to build it for HR</a:t>
            </a:r>
            <a:endParaRPr sz="1400" b="0" i="0" u="none" strike="noStrike" cap="none" dirty="0">
              <a:solidFill>
                <a:srgbClr val="000000"/>
              </a:solidFill>
              <a:latin typeface="Arial"/>
              <a:ea typeface="Arial"/>
              <a:cs typeface="Arial"/>
              <a:sym typeface="Arial"/>
            </a:endParaRPr>
          </a:p>
          <a:p>
            <a:pPr marL="127000" marR="0" lvl="0" indent="-76200" algn="l" rtl="0">
              <a:lnSpc>
                <a:spcPct val="100000"/>
              </a:lnSpc>
              <a:spcBef>
                <a:spcPts val="200"/>
              </a:spcBef>
              <a:spcAft>
                <a:spcPts val="0"/>
              </a:spcAft>
              <a:buClr>
                <a:schemeClr val="lt1"/>
              </a:buClr>
              <a:buSzPts val="800"/>
              <a:buFont typeface="Arial"/>
              <a:buNone/>
            </a:pPr>
            <a:endParaRPr sz="900" b="0" i="0" u="none" strike="noStrike" cap="none" dirty="0">
              <a:solidFill>
                <a:srgbClr val="000000"/>
              </a:solidFill>
              <a:latin typeface="Arial"/>
              <a:ea typeface="Arial"/>
              <a:cs typeface="Arial"/>
              <a:sym typeface="Arial"/>
            </a:endParaRPr>
          </a:p>
        </p:txBody>
      </p:sp>
      <p:sp>
        <p:nvSpPr>
          <p:cNvPr id="832" name="Google Shape;832;p331"/>
          <p:cNvSpPr txBox="1"/>
          <p:nvPr/>
        </p:nvSpPr>
        <p:spPr>
          <a:xfrm>
            <a:off x="4271778" y="665650"/>
            <a:ext cx="2071800" cy="6429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Initiator(s) Name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2856"/>
              </a:buClr>
              <a:buSzPts val="900"/>
              <a:buFont typeface="Arial Black"/>
              <a:buNone/>
            </a:pPr>
            <a:r>
              <a:rPr lang="en" sz="900" b="0" i="0" u="none" strike="noStrike" cap="none" dirty="0">
                <a:solidFill>
                  <a:srgbClr val="000000"/>
                </a:solidFill>
                <a:latin typeface="Arial"/>
                <a:ea typeface="Arial"/>
                <a:cs typeface="Arial"/>
                <a:sym typeface="Arial"/>
              </a:rPr>
              <a:t>[Your name here]</a:t>
            </a:r>
            <a:endParaRPr sz="1000" b="1" i="0" u="none" strike="noStrike" cap="none" dirty="0">
              <a:solidFill>
                <a:schemeClr val="accent1"/>
              </a:solidFill>
              <a:latin typeface="Arial Black"/>
              <a:ea typeface="Arial Black"/>
              <a:cs typeface="Arial Black"/>
              <a:sym typeface="Arial Black"/>
            </a:endParaRPr>
          </a:p>
        </p:txBody>
      </p:sp>
      <p:sp>
        <p:nvSpPr>
          <p:cNvPr id="833" name="Google Shape;833;p331"/>
          <p:cNvSpPr txBox="1"/>
          <p:nvPr/>
        </p:nvSpPr>
        <p:spPr>
          <a:xfrm>
            <a:off x="6383200" y="666175"/>
            <a:ext cx="2071800" cy="6429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Benefit (High/Medium/Low)</a:t>
            </a:r>
            <a:endParaRPr sz="1200" b="0" i="0" u="none" strike="noStrike" cap="none" dirty="0">
              <a:solidFill>
                <a:schemeClr val="accent1"/>
              </a:solidFill>
              <a:latin typeface="Arial"/>
              <a:ea typeface="Arial"/>
              <a:cs typeface="Arial"/>
              <a:sym typeface="Arial"/>
            </a:endParaRPr>
          </a:p>
        </p:txBody>
      </p:sp>
      <p:sp>
        <p:nvSpPr>
          <p:cNvPr id="834" name="Google Shape;834;p331"/>
          <p:cNvSpPr txBox="1"/>
          <p:nvPr/>
        </p:nvSpPr>
        <p:spPr>
          <a:xfrm>
            <a:off x="5117850" y="3208000"/>
            <a:ext cx="3340200" cy="13983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dirty="0">
                <a:solidFill>
                  <a:schemeClr val="dk2"/>
                </a:solidFill>
                <a:latin typeface="Arial Black"/>
                <a:ea typeface="Arial Black"/>
                <a:cs typeface="Arial Black"/>
                <a:sym typeface="Arial Black"/>
              </a:rPr>
              <a:t>Potential Risks</a:t>
            </a: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chemeClr val="dk1"/>
                </a:solidFill>
                <a:latin typeface="Arial"/>
                <a:ea typeface="Arial"/>
                <a:cs typeface="Arial"/>
                <a:sym typeface="Arial"/>
              </a:rPr>
              <a:t>For example:</a:t>
            </a:r>
            <a:endParaRPr sz="1400" b="0" i="0" u="none" strike="noStrike" cap="none" dirty="0">
              <a:solidFill>
                <a:schemeClr val="dk1"/>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900"/>
              <a:buFont typeface="Arial"/>
              <a:buChar char="•"/>
            </a:pPr>
            <a:r>
              <a:rPr lang="en" sz="900" b="0" i="0" u="none" strike="noStrike" cap="none" dirty="0">
                <a:solidFill>
                  <a:schemeClr val="dk1"/>
                </a:solidFill>
                <a:latin typeface="Arial"/>
                <a:ea typeface="Arial"/>
                <a:cs typeface="Arial"/>
                <a:sym typeface="Arial"/>
              </a:rPr>
              <a:t>Data accuracy, reliability, and transparency</a:t>
            </a:r>
            <a:endParaRPr sz="1400" b="0" i="0" u="none" strike="noStrike" cap="none" dirty="0">
              <a:solidFill>
                <a:schemeClr val="dk1"/>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900"/>
              <a:buFont typeface="Arial"/>
              <a:buChar char="•"/>
            </a:pPr>
            <a:r>
              <a:rPr lang="en" sz="900" b="0" i="0" u="none" strike="noStrike" cap="none" dirty="0">
                <a:solidFill>
                  <a:schemeClr val="dk1"/>
                </a:solidFill>
                <a:latin typeface="Arial"/>
                <a:ea typeface="Arial"/>
                <a:cs typeface="Arial"/>
                <a:sym typeface="Arial"/>
              </a:rPr>
              <a:t>Ability to mitigate potential risks</a:t>
            </a:r>
            <a:endParaRPr sz="1400" b="0" i="0" u="none" strike="noStrike" cap="none" dirty="0">
              <a:solidFill>
                <a:schemeClr val="dk1"/>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900"/>
              <a:buFont typeface="Arial"/>
              <a:buChar char="•"/>
            </a:pPr>
            <a:r>
              <a:rPr lang="en" sz="900" b="0" i="0" u="none" strike="noStrike" cap="none" dirty="0">
                <a:solidFill>
                  <a:schemeClr val="dk1"/>
                </a:solidFill>
                <a:latin typeface="Arial"/>
                <a:ea typeface="Arial"/>
                <a:cs typeface="Arial"/>
                <a:sym typeface="Arial"/>
              </a:rPr>
              <a:t>Resistance from employees</a:t>
            </a:r>
            <a:endParaRPr sz="1400" b="0" i="0" u="none" strike="noStrike" cap="none" dirty="0">
              <a:solidFill>
                <a:schemeClr val="dk1"/>
              </a:solidFill>
              <a:latin typeface="Arial"/>
              <a:ea typeface="Arial"/>
              <a:cs typeface="Arial"/>
              <a:sym typeface="Arial"/>
            </a:endParaRPr>
          </a:p>
        </p:txBody>
      </p:sp>
      <p:sp>
        <p:nvSpPr>
          <p:cNvPr id="835" name="Google Shape;835;p331"/>
          <p:cNvSpPr txBox="1">
            <a:spLocks noGrp="1"/>
          </p:cNvSpPr>
          <p:nvPr>
            <p:ph type="title"/>
          </p:nvPr>
        </p:nvSpPr>
        <p:spPr>
          <a:xfrm>
            <a:off x="342900" y="281850"/>
            <a:ext cx="6569100" cy="3108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800"/>
              <a:buFont typeface="Arial Black"/>
              <a:buNone/>
            </a:pPr>
            <a:r>
              <a:rPr lang="en" sz="1900" dirty="0"/>
              <a:t>TEMPLATE — Use-Case Name:</a:t>
            </a:r>
            <a:endParaRPr dirty="0"/>
          </a:p>
        </p:txBody>
      </p:sp>
      <p:sp>
        <p:nvSpPr>
          <p:cNvPr id="836" name="Google Shape;836;p331"/>
          <p:cNvSpPr txBox="1"/>
          <p:nvPr/>
        </p:nvSpPr>
        <p:spPr>
          <a:xfrm>
            <a:off x="5117850" y="2293350"/>
            <a:ext cx="3340200" cy="8445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Impact on Stakeholders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900"/>
              <a:buFont typeface="Arial Black"/>
              <a:buNone/>
            </a:pPr>
            <a:r>
              <a:rPr lang="en-US" sz="900" b="0" i="0" u="none" strike="noStrike" cap="none" dirty="0">
                <a:solidFill>
                  <a:schemeClr val="dk1"/>
                </a:solidFill>
                <a:latin typeface="Arial"/>
                <a:ea typeface="Arial"/>
                <a:cs typeface="Arial"/>
                <a:sym typeface="Arial"/>
              </a:rPr>
              <a:t>For example:</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Impact on external stakeholders, for example, employee experience and candidate experience</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Impact on internal HR stakeholders</a:t>
            </a:r>
            <a:endParaRPr sz="1400" b="0" i="0" u="none" strike="noStrike" cap="none" dirty="0">
              <a:solidFill>
                <a:srgbClr val="000000"/>
              </a:solidFill>
              <a:latin typeface="Arial"/>
              <a:ea typeface="Arial"/>
              <a:cs typeface="Arial"/>
              <a:sym typeface="Arial"/>
            </a:endParaRPr>
          </a:p>
        </p:txBody>
      </p:sp>
      <p:sp>
        <p:nvSpPr>
          <p:cNvPr id="837" name="Google Shape;837;p331"/>
          <p:cNvSpPr txBox="1"/>
          <p:nvPr/>
        </p:nvSpPr>
        <p:spPr>
          <a:xfrm>
            <a:off x="6575175" y="1018409"/>
            <a:ext cx="243300" cy="20790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900" b="0" i="0" u="none" strike="noStrike" cap="none">
                <a:solidFill>
                  <a:srgbClr val="000000"/>
                </a:solidFill>
                <a:latin typeface="Arial"/>
                <a:ea typeface="Arial"/>
                <a:cs typeface="Arial"/>
                <a:sym typeface="Arial"/>
              </a:rPr>
              <a:t>High</a:t>
            </a:r>
            <a:endParaRPr sz="1400" b="0" i="0" u="none" strike="noStrike" cap="none" dirty="0">
              <a:solidFill>
                <a:srgbClr val="000000"/>
              </a:solidFill>
              <a:latin typeface="Arial"/>
              <a:ea typeface="Arial"/>
              <a:cs typeface="Arial"/>
              <a:sym typeface="Arial"/>
            </a:endParaRPr>
          </a:p>
        </p:txBody>
      </p:sp>
      <p:sp>
        <p:nvSpPr>
          <p:cNvPr id="838" name="Google Shape;838;p331"/>
          <p:cNvSpPr txBox="1"/>
          <p:nvPr/>
        </p:nvSpPr>
        <p:spPr>
          <a:xfrm>
            <a:off x="7167377" y="1020920"/>
            <a:ext cx="419700" cy="20790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900" b="0" i="0" u="none" strike="noStrike" cap="none">
                <a:solidFill>
                  <a:srgbClr val="000000"/>
                </a:solidFill>
                <a:latin typeface="Arial"/>
                <a:ea typeface="Arial"/>
                <a:cs typeface="Arial"/>
                <a:sym typeface="Arial"/>
              </a:rPr>
              <a:t>Medium</a:t>
            </a:r>
            <a:endParaRPr sz="1400" b="0" i="0" u="none" strike="noStrike" cap="none" dirty="0">
              <a:solidFill>
                <a:srgbClr val="000000"/>
              </a:solidFill>
              <a:latin typeface="Arial"/>
              <a:ea typeface="Arial"/>
              <a:cs typeface="Arial"/>
              <a:sym typeface="Arial"/>
            </a:endParaRPr>
          </a:p>
        </p:txBody>
      </p:sp>
      <p:sp>
        <p:nvSpPr>
          <p:cNvPr id="839" name="Google Shape;839;p331"/>
          <p:cNvSpPr txBox="1"/>
          <p:nvPr/>
        </p:nvSpPr>
        <p:spPr>
          <a:xfrm>
            <a:off x="7936194" y="1017600"/>
            <a:ext cx="217200" cy="20790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900" b="0" i="0" u="none" strike="noStrike" cap="none">
                <a:solidFill>
                  <a:srgbClr val="000000"/>
                </a:solidFill>
                <a:latin typeface="Arial"/>
                <a:ea typeface="Arial"/>
                <a:cs typeface="Arial"/>
                <a:sym typeface="Arial"/>
              </a:rPr>
              <a:t>Low</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12"/>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Phase 1: </a:t>
            </a:r>
            <a:endParaRPr dirty="0"/>
          </a:p>
          <a:p>
            <a:pPr marL="0" lvl="0" indent="0" algn="l" rtl="0">
              <a:lnSpc>
                <a:spcPct val="100000"/>
              </a:lnSpc>
              <a:spcBef>
                <a:spcPts val="0"/>
              </a:spcBef>
              <a:spcAft>
                <a:spcPts val="0"/>
              </a:spcAft>
              <a:buClr>
                <a:schemeClr val="dk2"/>
              </a:buClr>
              <a:buSzPts val="2400"/>
              <a:buFont typeface="Arial Black"/>
              <a:buNone/>
            </a:pPr>
            <a:r>
              <a:rPr lang="en"/>
              <a:t>Inspiration</a:t>
            </a:r>
            <a:endParaRPr dirty="0"/>
          </a:p>
        </p:txBody>
      </p:sp>
      <p:sp>
        <p:nvSpPr>
          <p:cNvPr id="845" name="Google Shape;845;p12"/>
          <p:cNvSpPr/>
          <p:nvPr/>
        </p:nvSpPr>
        <p:spPr>
          <a:xfrm>
            <a:off x="5481725" y="44625"/>
            <a:ext cx="3603900" cy="7932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E81159"/>
                </a:solidFill>
                <a:latin typeface="Arial"/>
                <a:ea typeface="Arial"/>
                <a:cs typeface="Arial"/>
                <a:sym typeface="Arial"/>
              </a:rPr>
              <a:t>This section will generally be conducted by the workshop facilitator. It includes some Gartner materials. You can tailor to your industry context.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13"/>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Black"/>
              <a:buNone/>
            </a:pPr>
            <a:r>
              <a:rPr lang="en"/>
              <a:t>Sample Agenda for the Session</a:t>
            </a:r>
            <a:endParaRPr dirty="0"/>
          </a:p>
        </p:txBody>
      </p:sp>
      <p:graphicFrame>
        <p:nvGraphicFramePr>
          <p:cNvPr id="851" name="Google Shape;851;p13"/>
          <p:cNvGraphicFramePr/>
          <p:nvPr/>
        </p:nvGraphicFramePr>
        <p:xfrm>
          <a:off x="3043237" y="1032488"/>
          <a:ext cx="3057500" cy="3874885"/>
        </p:xfrm>
        <a:graphic>
          <a:graphicData uri="http://schemas.openxmlformats.org/drawingml/2006/table">
            <a:tbl>
              <a:tblPr firstRow="1" bandRow="1">
                <a:noFill/>
                <a:tableStyleId>{9BE34F45-9591-4427-9654-C0692E8A6D00}</a:tableStyleId>
              </a:tblPr>
              <a:tblGrid>
                <a:gridCol w="788575">
                  <a:extLst>
                    <a:ext uri="{9D8B030D-6E8A-4147-A177-3AD203B41FA5}">
                      <a16:colId xmlns:a16="http://schemas.microsoft.com/office/drawing/2014/main" val="20000"/>
                    </a:ext>
                  </a:extLst>
                </a:gridCol>
                <a:gridCol w="2268925">
                  <a:extLst>
                    <a:ext uri="{9D8B030D-6E8A-4147-A177-3AD203B41FA5}">
                      <a16:colId xmlns:a16="http://schemas.microsoft.com/office/drawing/2014/main" val="20001"/>
                    </a:ext>
                  </a:extLst>
                </a:gridCol>
              </a:tblGrid>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Time</a:t>
                      </a:r>
                      <a:endParaRPr sz="1100" u="none" strike="noStrike" cap="none" dirty="0"/>
                    </a:p>
                  </a:txBody>
                  <a:tcPr marL="68600" marR="68600" marT="34300" marB="34300" anchor="ct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Agenda</a:t>
                      </a:r>
                      <a:endParaRPr sz="1100" u="none" strike="noStrike" cap="none" dirty="0"/>
                    </a:p>
                  </a:txBody>
                  <a:tcPr marL="68600" marR="68600" marT="34300" marB="34300" anchor="ctr"/>
                </a:tc>
                <a:extLst>
                  <a:ext uri="{0D108BD9-81ED-4DB2-BD59-A6C34878D82A}">
                    <a16:rowId xmlns:a16="http://schemas.microsoft.com/office/drawing/2014/main" val="10000"/>
                  </a:ext>
                </a:extLst>
              </a:tr>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11:00 a.m.</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dirty="0"/>
                        <a:t>Introduction</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Welcome audience</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Ice breaker (optional)</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Set session expectations</a:t>
                      </a:r>
                      <a:endParaRPr sz="1100" u="none" strike="noStrike" cap="none" dirty="0"/>
                    </a:p>
                  </a:txBody>
                  <a:tcPr marL="68600" marR="68600" marT="34300" marB="34300"/>
                </a:tc>
                <a:extLst>
                  <a:ext uri="{0D108BD9-81ED-4DB2-BD59-A6C34878D82A}">
                    <a16:rowId xmlns:a16="http://schemas.microsoft.com/office/drawing/2014/main" val="10001"/>
                  </a:ext>
                </a:extLst>
              </a:tr>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11:15 a.m.</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dirty="0"/>
                        <a:t>Inspiration Session — 1</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What is AI?</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Use cases for HR</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Q&amp;A</a:t>
                      </a:r>
                      <a:endParaRPr sz="1100" u="none" strike="noStrike" cap="none" dirty="0"/>
                    </a:p>
                  </a:txBody>
                  <a:tcPr marL="68600" marR="68600" marT="34300" marB="34300"/>
                </a:tc>
                <a:extLst>
                  <a:ext uri="{0D108BD9-81ED-4DB2-BD59-A6C34878D82A}">
                    <a16:rowId xmlns:a16="http://schemas.microsoft.com/office/drawing/2014/main" val="10002"/>
                  </a:ext>
                </a:extLst>
              </a:tr>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12:15 p.m.</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Break</a:t>
                      </a:r>
                      <a:endParaRPr sz="1100" u="none" strike="noStrike" cap="none" dirty="0"/>
                    </a:p>
                  </a:txBody>
                  <a:tcPr marL="68600" marR="68600" marT="34300" marB="34300"/>
                </a:tc>
                <a:extLst>
                  <a:ext uri="{0D108BD9-81ED-4DB2-BD59-A6C34878D82A}">
                    <a16:rowId xmlns:a16="http://schemas.microsoft.com/office/drawing/2014/main" val="10003"/>
                  </a:ext>
                </a:extLst>
              </a:tr>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12:45 p.m.</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dirty="0"/>
                        <a:t>Ideation Session — 2</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Idea generation exercise</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Group discussion of use cases</a:t>
                      </a:r>
                      <a:endParaRPr sz="1100" u="none" strike="noStrike" cap="none" dirty="0"/>
                    </a:p>
                  </a:txBody>
                  <a:tcPr marL="68600" marR="68600" marT="34300" marB="34300"/>
                </a:tc>
                <a:extLst>
                  <a:ext uri="{0D108BD9-81ED-4DB2-BD59-A6C34878D82A}">
                    <a16:rowId xmlns:a16="http://schemas.microsoft.com/office/drawing/2014/main" val="10004"/>
                  </a:ext>
                </a:extLst>
              </a:tr>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1:45 p.m.</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dirty="0"/>
                        <a:t>Prioritization Session — 3</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Idea prioritization</a:t>
                      </a:r>
                      <a:endParaRPr sz="1100" u="none" strike="noStrike" cap="none" dirty="0"/>
                    </a:p>
                    <a:p>
                      <a:pPr marL="215900" marR="0" lvl="0" indent="-215900" algn="l" rtl="0">
                        <a:lnSpc>
                          <a:spcPct val="100000"/>
                        </a:lnSpc>
                        <a:spcBef>
                          <a:spcPts val="0"/>
                        </a:spcBef>
                        <a:spcAft>
                          <a:spcPts val="0"/>
                        </a:spcAft>
                        <a:buClr>
                          <a:srgbClr val="000000"/>
                        </a:buClr>
                        <a:buSzPts val="1100"/>
                        <a:buFont typeface="Arial"/>
                        <a:buChar char="•"/>
                      </a:pPr>
                      <a:r>
                        <a:rPr lang="en" sz="1100" u="none" strike="noStrike" cap="none" dirty="0"/>
                        <a:t>Group discussion on ranking</a:t>
                      </a:r>
                      <a:endParaRPr sz="1100" u="none" strike="noStrike" cap="none" dirty="0"/>
                    </a:p>
                  </a:txBody>
                  <a:tcPr marL="68600" marR="68600" marT="34300" marB="34300"/>
                </a:tc>
                <a:extLst>
                  <a:ext uri="{0D108BD9-81ED-4DB2-BD59-A6C34878D82A}">
                    <a16:rowId xmlns:a16="http://schemas.microsoft.com/office/drawing/2014/main" val="10005"/>
                  </a:ext>
                </a:extLst>
              </a:tr>
              <a:tr h="27812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2:45 p.m.</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dirty="0"/>
                        <a:t>Conclude</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Summarize key findings</a:t>
                      </a:r>
                      <a:endParaRPr sz="1100" u="none" strike="noStrike" cap="none" dirty="0"/>
                    </a:p>
                    <a:p>
                      <a:pPr marL="215900" marR="0" lvl="0" indent="-215900" algn="l" rtl="0">
                        <a:lnSpc>
                          <a:spcPct val="100000"/>
                        </a:lnSpc>
                        <a:spcBef>
                          <a:spcPts val="0"/>
                        </a:spcBef>
                        <a:spcAft>
                          <a:spcPts val="0"/>
                        </a:spcAft>
                        <a:buClr>
                          <a:schemeClr val="dk1"/>
                        </a:buClr>
                        <a:buSzPts val="1100"/>
                        <a:buFont typeface="Arial"/>
                        <a:buChar char="•"/>
                      </a:pPr>
                      <a:r>
                        <a:rPr lang="en" sz="1100" u="none" strike="noStrike" cap="none" dirty="0"/>
                        <a:t>Clarify the next steps</a:t>
                      </a:r>
                      <a:endParaRPr sz="1100" u="none" strike="noStrike" cap="none" dirty="0"/>
                    </a:p>
                  </a:txBody>
                  <a:tcPr marL="68600" marR="68600" marT="34300" marB="34300"/>
                </a:tc>
                <a:extLst>
                  <a:ext uri="{0D108BD9-81ED-4DB2-BD59-A6C34878D82A}">
                    <a16:rowId xmlns:a16="http://schemas.microsoft.com/office/drawing/2014/main" val="10006"/>
                  </a:ext>
                </a:extLst>
              </a:tr>
            </a:tbl>
          </a:graphicData>
        </a:graphic>
      </p:graphicFrame>
      <p:grpSp>
        <p:nvGrpSpPr>
          <p:cNvPr id="852" name="Google Shape;852;p13"/>
          <p:cNvGrpSpPr/>
          <p:nvPr/>
        </p:nvGrpSpPr>
        <p:grpSpPr>
          <a:xfrm flipH="1">
            <a:off x="6334933" y="1054476"/>
            <a:ext cx="2057400" cy="596606"/>
            <a:chOff x="10380154" y="2673408"/>
            <a:chExt cx="1351983" cy="553968"/>
          </a:xfrm>
        </p:grpSpPr>
        <p:grpSp>
          <p:nvGrpSpPr>
            <p:cNvPr id="853" name="Google Shape;853;p13"/>
            <p:cNvGrpSpPr/>
            <p:nvPr/>
          </p:nvGrpSpPr>
          <p:grpSpPr>
            <a:xfrm>
              <a:off x="11474450" y="2673408"/>
              <a:ext cx="257687" cy="553968"/>
              <a:chOff x="11474450" y="2673408"/>
              <a:chExt cx="257687" cy="553968"/>
            </a:xfrm>
          </p:grpSpPr>
          <p:cxnSp>
            <p:nvCxnSpPr>
              <p:cNvPr id="854" name="Google Shape;854;p13"/>
              <p:cNvCxnSpPr/>
              <p:nvPr/>
            </p:nvCxnSpPr>
            <p:spPr>
              <a:xfrm>
                <a:off x="11732137" y="2673408"/>
                <a:ext cx="0" cy="553968"/>
              </a:xfrm>
              <a:prstGeom prst="straightConnector1">
                <a:avLst/>
              </a:prstGeom>
              <a:noFill/>
              <a:ln w="12700" cap="flat" cmpd="sng">
                <a:solidFill>
                  <a:srgbClr val="6F7878"/>
                </a:solidFill>
                <a:prstDash val="solid"/>
                <a:round/>
                <a:headEnd type="none" w="sm" len="sm"/>
                <a:tailEnd type="none" w="sm" len="sm"/>
              </a:ln>
            </p:spPr>
          </p:cxnSp>
          <p:cxnSp>
            <p:nvCxnSpPr>
              <p:cNvPr id="855" name="Google Shape;855;p13"/>
              <p:cNvCxnSpPr/>
              <p:nvPr/>
            </p:nvCxnSpPr>
            <p:spPr>
              <a:xfrm rot="10800000">
                <a:off x="11474450" y="2947891"/>
                <a:ext cx="257302" cy="0"/>
              </a:xfrm>
              <a:prstGeom prst="straightConnector1">
                <a:avLst/>
              </a:prstGeom>
              <a:noFill/>
              <a:ln w="12700" cap="flat" cmpd="sng">
                <a:solidFill>
                  <a:srgbClr val="6F7878"/>
                </a:solidFill>
                <a:prstDash val="solid"/>
                <a:round/>
                <a:headEnd type="none" w="sm" len="sm"/>
                <a:tailEnd type="none" w="sm" len="sm"/>
              </a:ln>
            </p:spPr>
          </p:cxnSp>
        </p:grpSp>
        <p:sp>
          <p:nvSpPr>
            <p:cNvPr id="856" name="Google Shape;856;p13"/>
            <p:cNvSpPr/>
            <p:nvPr/>
          </p:nvSpPr>
          <p:spPr>
            <a:xfrm>
              <a:off x="10380154" y="2693202"/>
              <a:ext cx="1122804" cy="514383"/>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chemeClr val="dk1"/>
                </a:buClr>
                <a:buSzPts val="900"/>
                <a:buFont typeface="Arial"/>
                <a:buNone/>
              </a:pPr>
              <a:r>
                <a:rPr lang="en" sz="900" b="0" i="0" u="none" strike="noStrike" cap="none" dirty="0">
                  <a:solidFill>
                    <a:schemeClr val="dk1"/>
                  </a:solidFill>
                  <a:latin typeface="Arial"/>
                  <a:ea typeface="Arial"/>
                  <a:cs typeface="Arial"/>
                  <a:sym typeface="Arial"/>
                </a:rPr>
                <a:t>Keep the agenda concise, not exceeding three hours for a virtual session.</a:t>
              </a:r>
              <a:endParaRPr sz="1100" b="0" i="0" u="none" strike="noStrike" cap="none" dirty="0">
                <a:solidFill>
                  <a:srgbClr val="000000"/>
                </a:solidFill>
                <a:latin typeface="Arial"/>
                <a:ea typeface="Arial"/>
                <a:cs typeface="Arial"/>
                <a:sym typeface="Arial"/>
              </a:endParaRPr>
            </a:p>
          </p:txBody>
        </p:sp>
      </p:grpSp>
      <p:grpSp>
        <p:nvGrpSpPr>
          <p:cNvPr id="857" name="Google Shape;857;p13"/>
          <p:cNvGrpSpPr/>
          <p:nvPr/>
        </p:nvGrpSpPr>
        <p:grpSpPr>
          <a:xfrm>
            <a:off x="751080" y="1563568"/>
            <a:ext cx="2057400" cy="553975"/>
            <a:chOff x="10380154" y="2485016"/>
            <a:chExt cx="1351983" cy="930754"/>
          </a:xfrm>
        </p:grpSpPr>
        <p:grpSp>
          <p:nvGrpSpPr>
            <p:cNvPr id="858" name="Google Shape;858;p13"/>
            <p:cNvGrpSpPr/>
            <p:nvPr/>
          </p:nvGrpSpPr>
          <p:grpSpPr>
            <a:xfrm>
              <a:off x="11474450" y="2673408"/>
              <a:ext cx="257687" cy="553968"/>
              <a:chOff x="11474450" y="2673408"/>
              <a:chExt cx="257687" cy="553968"/>
            </a:xfrm>
          </p:grpSpPr>
          <p:cxnSp>
            <p:nvCxnSpPr>
              <p:cNvPr id="859" name="Google Shape;859;p13"/>
              <p:cNvCxnSpPr/>
              <p:nvPr/>
            </p:nvCxnSpPr>
            <p:spPr>
              <a:xfrm>
                <a:off x="11732137" y="2673408"/>
                <a:ext cx="0" cy="553968"/>
              </a:xfrm>
              <a:prstGeom prst="straightConnector1">
                <a:avLst/>
              </a:prstGeom>
              <a:noFill/>
              <a:ln w="12700" cap="flat" cmpd="sng">
                <a:solidFill>
                  <a:srgbClr val="6F7878"/>
                </a:solidFill>
                <a:prstDash val="solid"/>
                <a:round/>
                <a:headEnd type="none" w="sm" len="sm"/>
                <a:tailEnd type="none" w="sm" len="sm"/>
              </a:ln>
            </p:spPr>
          </p:cxnSp>
          <p:cxnSp>
            <p:nvCxnSpPr>
              <p:cNvPr id="860" name="Google Shape;860;p13"/>
              <p:cNvCxnSpPr/>
              <p:nvPr/>
            </p:nvCxnSpPr>
            <p:spPr>
              <a:xfrm rot="10800000">
                <a:off x="11474450" y="2947891"/>
                <a:ext cx="257302" cy="0"/>
              </a:xfrm>
              <a:prstGeom prst="straightConnector1">
                <a:avLst/>
              </a:prstGeom>
              <a:noFill/>
              <a:ln w="12700" cap="flat" cmpd="sng">
                <a:solidFill>
                  <a:srgbClr val="6F7878"/>
                </a:solidFill>
                <a:prstDash val="solid"/>
                <a:round/>
                <a:headEnd type="none" w="sm" len="sm"/>
                <a:tailEnd type="none" w="sm" len="sm"/>
              </a:ln>
            </p:spPr>
          </p:cxnSp>
        </p:grpSp>
        <p:sp>
          <p:nvSpPr>
            <p:cNvPr id="861" name="Google Shape;861;p13"/>
            <p:cNvSpPr/>
            <p:nvPr/>
          </p:nvSpPr>
          <p:spPr>
            <a:xfrm>
              <a:off x="10380154" y="2485016"/>
              <a:ext cx="1122804" cy="930754"/>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dirty="0">
                  <a:solidFill>
                    <a:schemeClr val="dk1"/>
                  </a:solidFill>
                  <a:latin typeface="Arial"/>
                  <a:ea typeface="Arial"/>
                  <a:cs typeface="Arial"/>
                  <a:sym typeface="Arial"/>
                </a:rPr>
                <a:t>Set the expectation to turn on video to simulate an in-person meeting experience (if virtual).</a:t>
              </a:r>
              <a:endParaRPr sz="1400" b="0" i="0" u="none" strike="noStrike" cap="none" dirty="0">
                <a:solidFill>
                  <a:srgbClr val="000000"/>
                </a:solidFill>
                <a:latin typeface="Arial"/>
                <a:ea typeface="Arial"/>
                <a:cs typeface="Arial"/>
                <a:sym typeface="Arial"/>
              </a:endParaRPr>
            </a:p>
          </p:txBody>
        </p:sp>
      </p:grpSp>
      <p:grpSp>
        <p:nvGrpSpPr>
          <p:cNvPr id="862" name="Google Shape;862;p13"/>
          <p:cNvGrpSpPr/>
          <p:nvPr/>
        </p:nvGrpSpPr>
        <p:grpSpPr>
          <a:xfrm>
            <a:off x="751666" y="2430314"/>
            <a:ext cx="2057400" cy="553975"/>
            <a:chOff x="10380154" y="2485016"/>
            <a:chExt cx="1351983" cy="930754"/>
          </a:xfrm>
        </p:grpSpPr>
        <p:grpSp>
          <p:nvGrpSpPr>
            <p:cNvPr id="863" name="Google Shape;863;p13"/>
            <p:cNvGrpSpPr/>
            <p:nvPr/>
          </p:nvGrpSpPr>
          <p:grpSpPr>
            <a:xfrm>
              <a:off x="11474450" y="2673408"/>
              <a:ext cx="257687" cy="553968"/>
              <a:chOff x="11474450" y="2673408"/>
              <a:chExt cx="257687" cy="553968"/>
            </a:xfrm>
          </p:grpSpPr>
          <p:cxnSp>
            <p:nvCxnSpPr>
              <p:cNvPr id="864" name="Google Shape;864;p13"/>
              <p:cNvCxnSpPr/>
              <p:nvPr/>
            </p:nvCxnSpPr>
            <p:spPr>
              <a:xfrm>
                <a:off x="11732137" y="2673408"/>
                <a:ext cx="0" cy="553968"/>
              </a:xfrm>
              <a:prstGeom prst="straightConnector1">
                <a:avLst/>
              </a:prstGeom>
              <a:noFill/>
              <a:ln w="12700" cap="flat" cmpd="sng">
                <a:solidFill>
                  <a:srgbClr val="6F7878"/>
                </a:solidFill>
                <a:prstDash val="solid"/>
                <a:round/>
                <a:headEnd type="none" w="sm" len="sm"/>
                <a:tailEnd type="none" w="sm" len="sm"/>
              </a:ln>
            </p:spPr>
          </p:cxnSp>
          <p:cxnSp>
            <p:nvCxnSpPr>
              <p:cNvPr id="865" name="Google Shape;865;p13"/>
              <p:cNvCxnSpPr/>
              <p:nvPr/>
            </p:nvCxnSpPr>
            <p:spPr>
              <a:xfrm rot="10800000">
                <a:off x="11474450" y="2947891"/>
                <a:ext cx="257302" cy="0"/>
              </a:xfrm>
              <a:prstGeom prst="straightConnector1">
                <a:avLst/>
              </a:prstGeom>
              <a:noFill/>
              <a:ln w="12700" cap="flat" cmpd="sng">
                <a:solidFill>
                  <a:srgbClr val="6F7878"/>
                </a:solidFill>
                <a:prstDash val="solid"/>
                <a:round/>
                <a:headEnd type="none" w="sm" len="sm"/>
                <a:tailEnd type="none" w="sm" len="sm"/>
              </a:ln>
            </p:spPr>
          </p:cxnSp>
        </p:grpSp>
        <p:sp>
          <p:nvSpPr>
            <p:cNvPr id="866" name="Google Shape;866;p13"/>
            <p:cNvSpPr/>
            <p:nvPr/>
          </p:nvSpPr>
          <p:spPr>
            <a:xfrm>
              <a:off x="10380154" y="2485016"/>
              <a:ext cx="1122804" cy="930754"/>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dirty="0">
                  <a:solidFill>
                    <a:schemeClr val="dk1"/>
                  </a:solidFill>
                  <a:latin typeface="Arial"/>
                  <a:ea typeface="Arial"/>
                  <a:cs typeface="Arial"/>
                  <a:sym typeface="Arial"/>
                </a:rPr>
                <a:t>Plan restroom breaks to avoid multitasking or disruptions.</a:t>
              </a:r>
              <a:endParaRPr sz="1400" b="0" i="0" u="none" strike="noStrike" cap="none" dirty="0">
                <a:solidFill>
                  <a:srgbClr val="000000"/>
                </a:solidFill>
                <a:latin typeface="Arial"/>
                <a:ea typeface="Arial"/>
                <a:cs typeface="Arial"/>
                <a:sym typeface="Arial"/>
              </a:endParaRPr>
            </a:p>
          </p:txBody>
        </p:sp>
      </p:grpSp>
      <p:grpSp>
        <p:nvGrpSpPr>
          <p:cNvPr id="867" name="Google Shape;867;p13"/>
          <p:cNvGrpSpPr/>
          <p:nvPr/>
        </p:nvGrpSpPr>
        <p:grpSpPr>
          <a:xfrm flipH="1">
            <a:off x="6334933" y="3895361"/>
            <a:ext cx="2057400" cy="596606"/>
            <a:chOff x="10380154" y="2673408"/>
            <a:chExt cx="1351983" cy="553968"/>
          </a:xfrm>
        </p:grpSpPr>
        <p:grpSp>
          <p:nvGrpSpPr>
            <p:cNvPr id="868" name="Google Shape;868;p13"/>
            <p:cNvGrpSpPr/>
            <p:nvPr/>
          </p:nvGrpSpPr>
          <p:grpSpPr>
            <a:xfrm>
              <a:off x="11474450" y="2673408"/>
              <a:ext cx="257687" cy="553968"/>
              <a:chOff x="11474450" y="2673408"/>
              <a:chExt cx="257687" cy="553968"/>
            </a:xfrm>
          </p:grpSpPr>
          <p:cxnSp>
            <p:nvCxnSpPr>
              <p:cNvPr id="869" name="Google Shape;869;p13"/>
              <p:cNvCxnSpPr/>
              <p:nvPr/>
            </p:nvCxnSpPr>
            <p:spPr>
              <a:xfrm>
                <a:off x="11732137" y="2673408"/>
                <a:ext cx="0" cy="553968"/>
              </a:xfrm>
              <a:prstGeom prst="straightConnector1">
                <a:avLst/>
              </a:prstGeom>
              <a:noFill/>
              <a:ln w="12700" cap="flat" cmpd="sng">
                <a:solidFill>
                  <a:srgbClr val="6F7878"/>
                </a:solidFill>
                <a:prstDash val="solid"/>
                <a:round/>
                <a:headEnd type="none" w="sm" len="sm"/>
                <a:tailEnd type="none" w="sm" len="sm"/>
              </a:ln>
            </p:spPr>
          </p:cxnSp>
          <p:cxnSp>
            <p:nvCxnSpPr>
              <p:cNvPr id="870" name="Google Shape;870;p13"/>
              <p:cNvCxnSpPr/>
              <p:nvPr/>
            </p:nvCxnSpPr>
            <p:spPr>
              <a:xfrm rot="10800000">
                <a:off x="11474450" y="2947891"/>
                <a:ext cx="257302" cy="0"/>
              </a:xfrm>
              <a:prstGeom prst="straightConnector1">
                <a:avLst/>
              </a:prstGeom>
              <a:noFill/>
              <a:ln w="12700" cap="flat" cmpd="sng">
                <a:solidFill>
                  <a:srgbClr val="6F7878"/>
                </a:solidFill>
                <a:prstDash val="solid"/>
                <a:round/>
                <a:headEnd type="none" w="sm" len="sm"/>
                <a:tailEnd type="none" w="sm" len="sm"/>
              </a:ln>
            </p:spPr>
          </p:cxnSp>
        </p:grpSp>
        <p:sp>
          <p:nvSpPr>
            <p:cNvPr id="871" name="Google Shape;871;p13"/>
            <p:cNvSpPr/>
            <p:nvPr/>
          </p:nvSpPr>
          <p:spPr>
            <a:xfrm>
              <a:off x="10380154" y="2757502"/>
              <a:ext cx="1122804" cy="385783"/>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chemeClr val="dk1"/>
                </a:buClr>
                <a:buSzPts val="900"/>
                <a:buFont typeface="Arial"/>
                <a:buNone/>
              </a:pPr>
              <a:r>
                <a:rPr lang="en" sz="900" b="0" i="0" u="none" strike="noStrike" cap="none" dirty="0">
                  <a:solidFill>
                    <a:schemeClr val="dk1"/>
                  </a:solidFill>
                  <a:latin typeface="Arial"/>
                  <a:ea typeface="Arial"/>
                  <a:cs typeface="Arial"/>
                  <a:sym typeface="Arial"/>
                </a:rPr>
                <a:t>Clarify next steps to maintain idea momentum.</a:t>
              </a:r>
              <a:endParaRPr sz="1100" b="0" i="0" u="none" strike="noStrike" cap="none" dirty="0">
                <a:solidFill>
                  <a:srgbClr val="000000"/>
                </a:solidFill>
                <a:latin typeface="Arial"/>
                <a:ea typeface="Arial"/>
                <a:cs typeface="Arial"/>
                <a:sym typeface="Arial"/>
              </a:endParaRPr>
            </a:p>
          </p:txBody>
        </p:sp>
      </p:grpSp>
      <p:grpSp>
        <p:nvGrpSpPr>
          <p:cNvPr id="872" name="Google Shape;872;p13"/>
          <p:cNvGrpSpPr/>
          <p:nvPr/>
        </p:nvGrpSpPr>
        <p:grpSpPr>
          <a:xfrm>
            <a:off x="750494" y="3318374"/>
            <a:ext cx="2057400" cy="692474"/>
            <a:chOff x="10380154" y="2368667"/>
            <a:chExt cx="1351983" cy="1163452"/>
          </a:xfrm>
        </p:grpSpPr>
        <p:grpSp>
          <p:nvGrpSpPr>
            <p:cNvPr id="873" name="Google Shape;873;p13"/>
            <p:cNvGrpSpPr/>
            <p:nvPr/>
          </p:nvGrpSpPr>
          <p:grpSpPr>
            <a:xfrm>
              <a:off x="11474450" y="2673408"/>
              <a:ext cx="257687" cy="553968"/>
              <a:chOff x="11474450" y="2673408"/>
              <a:chExt cx="257687" cy="553968"/>
            </a:xfrm>
          </p:grpSpPr>
          <p:cxnSp>
            <p:nvCxnSpPr>
              <p:cNvPr id="874" name="Google Shape;874;p13"/>
              <p:cNvCxnSpPr/>
              <p:nvPr/>
            </p:nvCxnSpPr>
            <p:spPr>
              <a:xfrm>
                <a:off x="11732137" y="2673408"/>
                <a:ext cx="0" cy="553968"/>
              </a:xfrm>
              <a:prstGeom prst="straightConnector1">
                <a:avLst/>
              </a:prstGeom>
              <a:noFill/>
              <a:ln w="12700" cap="flat" cmpd="sng">
                <a:solidFill>
                  <a:srgbClr val="6F7878"/>
                </a:solidFill>
                <a:prstDash val="solid"/>
                <a:round/>
                <a:headEnd type="none" w="sm" len="sm"/>
                <a:tailEnd type="none" w="sm" len="sm"/>
              </a:ln>
            </p:spPr>
          </p:cxnSp>
          <p:cxnSp>
            <p:nvCxnSpPr>
              <p:cNvPr id="875" name="Google Shape;875;p13"/>
              <p:cNvCxnSpPr/>
              <p:nvPr/>
            </p:nvCxnSpPr>
            <p:spPr>
              <a:xfrm rot="10800000">
                <a:off x="11474450" y="2947891"/>
                <a:ext cx="257302" cy="0"/>
              </a:xfrm>
              <a:prstGeom prst="straightConnector1">
                <a:avLst/>
              </a:prstGeom>
              <a:noFill/>
              <a:ln w="12700" cap="flat" cmpd="sng">
                <a:solidFill>
                  <a:srgbClr val="6F7878"/>
                </a:solidFill>
                <a:prstDash val="solid"/>
                <a:round/>
                <a:headEnd type="none" w="sm" len="sm"/>
                <a:tailEnd type="none" w="sm" len="sm"/>
              </a:ln>
            </p:spPr>
          </p:cxnSp>
        </p:grpSp>
        <p:sp>
          <p:nvSpPr>
            <p:cNvPr id="876" name="Google Shape;876;p13"/>
            <p:cNvSpPr/>
            <p:nvPr/>
          </p:nvSpPr>
          <p:spPr>
            <a:xfrm>
              <a:off x="10380154" y="2368667"/>
              <a:ext cx="1122804" cy="1163452"/>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dirty="0">
                  <a:solidFill>
                    <a:schemeClr val="dk1"/>
                  </a:solidFill>
                  <a:latin typeface="Arial"/>
                  <a:ea typeface="Arial"/>
                  <a:cs typeface="Arial"/>
                  <a:sym typeface="Arial"/>
                </a:rPr>
                <a:t>Consider splitting the session across multiple days to provide sufficient time for</a:t>
              </a:r>
              <a:r>
                <a:rPr lang="en" sz="900" dirty="0">
                  <a:solidFill>
                    <a:schemeClr val="dk1"/>
                  </a:solidFill>
                </a:rPr>
                <a:t> </a:t>
              </a:r>
              <a:r>
                <a:rPr lang="en" sz="900" b="0" i="0" u="none" strike="noStrike" cap="none" dirty="0">
                  <a:solidFill>
                    <a:schemeClr val="dk1"/>
                  </a:solidFill>
                  <a:latin typeface="Arial"/>
                  <a:ea typeface="Arial"/>
                  <a:cs typeface="Arial"/>
                  <a:sym typeface="Arial"/>
                </a:rPr>
                <a:t>brainstorming.</a:t>
              </a:r>
              <a:endParaRPr sz="1100" b="0" i="0" u="none" strike="noStrike" cap="none" dirty="0">
                <a:solidFill>
                  <a:srgbClr val="000000"/>
                </a:solidFill>
                <a:latin typeface="Arial"/>
                <a:ea typeface="Arial"/>
                <a:cs typeface="Arial"/>
                <a:sym typeface="Arial"/>
              </a:endParaRPr>
            </a:p>
          </p:txBody>
        </p:sp>
      </p:grpSp>
      <p:sp>
        <p:nvSpPr>
          <p:cNvPr id="877" name="Google Shape;877;p13"/>
          <p:cNvSpPr/>
          <p:nvPr/>
        </p:nvSpPr>
        <p:spPr>
          <a:xfrm>
            <a:off x="6028125" y="44625"/>
            <a:ext cx="3057600" cy="7932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E81159"/>
                </a:solidFill>
                <a:latin typeface="Arial"/>
                <a:ea typeface="Arial"/>
                <a:cs typeface="Arial"/>
                <a:sym typeface="Arial"/>
              </a:rPr>
              <a:t>Modify this agenda slide for your own workshop, considering some of the best practices in the call-out boxes.</a:t>
            </a:r>
            <a:endParaRPr sz="1400" b="0" i="0" u="none" strike="noStrike" cap="none" dirty="0">
              <a:solidFill>
                <a:srgbClr val="000000"/>
              </a:solidFill>
              <a:latin typeface="Arial"/>
              <a:ea typeface="Arial"/>
              <a:cs typeface="Arial"/>
              <a:sym typeface="Arial"/>
            </a:endParaRPr>
          </a:p>
        </p:txBody>
      </p:sp>
      <p:grpSp>
        <p:nvGrpSpPr>
          <p:cNvPr id="878" name="Google Shape;878;p13"/>
          <p:cNvGrpSpPr/>
          <p:nvPr/>
        </p:nvGrpSpPr>
        <p:grpSpPr>
          <a:xfrm flipH="1">
            <a:off x="6334469" y="2068259"/>
            <a:ext cx="2057448" cy="596766"/>
            <a:chOff x="10380154" y="2673408"/>
            <a:chExt cx="1351983" cy="554100"/>
          </a:xfrm>
        </p:grpSpPr>
        <p:grpSp>
          <p:nvGrpSpPr>
            <p:cNvPr id="879" name="Google Shape;879;p13"/>
            <p:cNvGrpSpPr/>
            <p:nvPr/>
          </p:nvGrpSpPr>
          <p:grpSpPr>
            <a:xfrm>
              <a:off x="11474352" y="2673408"/>
              <a:ext cx="257785" cy="554100"/>
              <a:chOff x="11474352" y="2673408"/>
              <a:chExt cx="257785" cy="554100"/>
            </a:xfrm>
          </p:grpSpPr>
          <p:cxnSp>
            <p:nvCxnSpPr>
              <p:cNvPr id="880" name="Google Shape;880;p13"/>
              <p:cNvCxnSpPr/>
              <p:nvPr/>
            </p:nvCxnSpPr>
            <p:spPr>
              <a:xfrm>
                <a:off x="11732137" y="2673408"/>
                <a:ext cx="0" cy="554100"/>
              </a:xfrm>
              <a:prstGeom prst="straightConnector1">
                <a:avLst/>
              </a:prstGeom>
              <a:noFill/>
              <a:ln w="12700" cap="flat" cmpd="sng">
                <a:solidFill>
                  <a:srgbClr val="6F7878"/>
                </a:solidFill>
                <a:prstDash val="solid"/>
                <a:round/>
                <a:headEnd type="none" w="sm" len="sm"/>
                <a:tailEnd type="none" w="sm" len="sm"/>
              </a:ln>
            </p:spPr>
          </p:cxnSp>
          <p:cxnSp>
            <p:nvCxnSpPr>
              <p:cNvPr id="881" name="Google Shape;881;p13"/>
              <p:cNvCxnSpPr/>
              <p:nvPr/>
            </p:nvCxnSpPr>
            <p:spPr>
              <a:xfrm rot="10800000">
                <a:off x="11474352" y="2947891"/>
                <a:ext cx="257400" cy="0"/>
              </a:xfrm>
              <a:prstGeom prst="straightConnector1">
                <a:avLst/>
              </a:prstGeom>
              <a:noFill/>
              <a:ln w="12700" cap="flat" cmpd="sng">
                <a:solidFill>
                  <a:srgbClr val="6F7878"/>
                </a:solidFill>
                <a:prstDash val="solid"/>
                <a:round/>
                <a:headEnd type="none" w="sm" len="sm"/>
                <a:tailEnd type="none" w="sm" len="sm"/>
              </a:ln>
            </p:spPr>
          </p:cxnSp>
        </p:grpSp>
        <p:sp>
          <p:nvSpPr>
            <p:cNvPr id="882" name="Google Shape;882;p13"/>
            <p:cNvSpPr/>
            <p:nvPr/>
          </p:nvSpPr>
          <p:spPr>
            <a:xfrm>
              <a:off x="10380154" y="2693202"/>
              <a:ext cx="1121532" cy="513930"/>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chemeClr val="dk1"/>
                </a:buClr>
                <a:buSzPts val="900"/>
                <a:buFont typeface="Arial"/>
                <a:buNone/>
              </a:pPr>
              <a:r>
                <a:rPr lang="en" sz="900" b="0" i="0" u="none" strike="noStrike" cap="none" dirty="0">
                  <a:solidFill>
                    <a:schemeClr val="dk1"/>
                  </a:solidFill>
                  <a:latin typeface="Arial"/>
                  <a:ea typeface="Arial"/>
                  <a:cs typeface="Arial"/>
                  <a:sym typeface="Arial"/>
                </a:rPr>
                <a:t>Avoid the “cold-start” problem by showing the art of the possible in AI.</a:t>
              </a:r>
              <a:endParaRPr sz="1100" b="0" i="0" u="none" strike="noStrike" cap="none" dirty="0">
                <a:solidFill>
                  <a:srgbClr val="000000"/>
                </a:solidFill>
                <a:latin typeface="Arial"/>
                <a:ea typeface="Arial"/>
                <a:cs typeface="Arial"/>
                <a:sym typeface="Arial"/>
              </a:endParaRPr>
            </a:p>
          </p:txBody>
        </p:sp>
      </p:grpSp>
      <p:grpSp>
        <p:nvGrpSpPr>
          <p:cNvPr id="883" name="Google Shape;883;p13"/>
          <p:cNvGrpSpPr/>
          <p:nvPr/>
        </p:nvGrpSpPr>
        <p:grpSpPr>
          <a:xfrm flipH="1">
            <a:off x="6335644" y="3082095"/>
            <a:ext cx="2057448" cy="596766"/>
            <a:chOff x="10380154" y="2673408"/>
            <a:chExt cx="1351983" cy="554100"/>
          </a:xfrm>
        </p:grpSpPr>
        <p:grpSp>
          <p:nvGrpSpPr>
            <p:cNvPr id="884" name="Google Shape;884;p13"/>
            <p:cNvGrpSpPr/>
            <p:nvPr/>
          </p:nvGrpSpPr>
          <p:grpSpPr>
            <a:xfrm>
              <a:off x="11474352" y="2673408"/>
              <a:ext cx="257785" cy="554100"/>
              <a:chOff x="11474352" y="2673408"/>
              <a:chExt cx="257785" cy="554100"/>
            </a:xfrm>
          </p:grpSpPr>
          <p:cxnSp>
            <p:nvCxnSpPr>
              <p:cNvPr id="885" name="Google Shape;885;p13"/>
              <p:cNvCxnSpPr/>
              <p:nvPr/>
            </p:nvCxnSpPr>
            <p:spPr>
              <a:xfrm>
                <a:off x="11732137" y="2673408"/>
                <a:ext cx="0" cy="554100"/>
              </a:xfrm>
              <a:prstGeom prst="straightConnector1">
                <a:avLst/>
              </a:prstGeom>
              <a:noFill/>
              <a:ln w="12700" cap="flat" cmpd="sng">
                <a:solidFill>
                  <a:srgbClr val="6F7878"/>
                </a:solidFill>
                <a:prstDash val="solid"/>
                <a:round/>
                <a:headEnd type="none" w="sm" len="sm"/>
                <a:tailEnd type="none" w="sm" len="sm"/>
              </a:ln>
            </p:spPr>
          </p:cxnSp>
          <p:cxnSp>
            <p:nvCxnSpPr>
              <p:cNvPr id="886" name="Google Shape;886;p13"/>
              <p:cNvCxnSpPr/>
              <p:nvPr/>
            </p:nvCxnSpPr>
            <p:spPr>
              <a:xfrm rot="10800000">
                <a:off x="11474352" y="2947891"/>
                <a:ext cx="257400" cy="0"/>
              </a:xfrm>
              <a:prstGeom prst="straightConnector1">
                <a:avLst/>
              </a:prstGeom>
              <a:noFill/>
              <a:ln w="12700" cap="flat" cmpd="sng">
                <a:solidFill>
                  <a:srgbClr val="6F7878"/>
                </a:solidFill>
                <a:prstDash val="solid"/>
                <a:round/>
                <a:headEnd type="none" w="sm" len="sm"/>
                <a:tailEnd type="none" w="sm" len="sm"/>
              </a:ln>
            </p:spPr>
          </p:cxnSp>
        </p:grpSp>
        <p:sp>
          <p:nvSpPr>
            <p:cNvPr id="887" name="Google Shape;887;p13"/>
            <p:cNvSpPr/>
            <p:nvPr/>
          </p:nvSpPr>
          <p:spPr>
            <a:xfrm>
              <a:off x="10380154" y="2757502"/>
              <a:ext cx="1121532" cy="385448"/>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chemeClr val="dk1"/>
                </a:buClr>
                <a:buSzPts val="900"/>
                <a:buFont typeface="Arial"/>
                <a:buNone/>
              </a:pPr>
              <a:r>
                <a:rPr lang="en" sz="900" b="0" i="0" u="none" strike="noStrike" cap="none" dirty="0">
                  <a:solidFill>
                    <a:schemeClr val="dk1"/>
                  </a:solidFill>
                  <a:latin typeface="Arial"/>
                  <a:ea typeface="Arial"/>
                  <a:cs typeface="Arial"/>
                  <a:sym typeface="Arial"/>
                </a:rPr>
                <a:t>Break down the participants into groups of four to six people to facilitate exercises.</a:t>
              </a:r>
              <a:endParaRPr sz="11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4"/>
          <p:cNvSpPr txBox="1">
            <a:spLocks noGrp="1"/>
          </p:cNvSpPr>
          <p:nvPr>
            <p:ph type="title"/>
          </p:nvPr>
        </p:nvSpPr>
        <p:spPr>
          <a:xfrm>
            <a:off x="342900" y="275035"/>
            <a:ext cx="8593282" cy="332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Black"/>
              <a:buNone/>
            </a:pPr>
            <a:r>
              <a:rPr lang="en" dirty="0"/>
              <a:t>Ideation and Prioritization Workshop: Three Phases</a:t>
            </a:r>
            <a:endParaRPr dirty="0"/>
          </a:p>
        </p:txBody>
      </p:sp>
      <p:sp>
        <p:nvSpPr>
          <p:cNvPr id="893" name="Google Shape;893;p14"/>
          <p:cNvSpPr txBox="1"/>
          <p:nvPr/>
        </p:nvSpPr>
        <p:spPr>
          <a:xfrm>
            <a:off x="342900" y="998622"/>
            <a:ext cx="2680800" cy="3188400"/>
          </a:xfrm>
          <a:prstGeom prst="rect">
            <a:avLst/>
          </a:prstGeom>
          <a:solidFill>
            <a:srgbClr val="002856"/>
          </a:solidFill>
          <a:ln>
            <a:noFill/>
          </a:ln>
        </p:spPr>
        <p:txBody>
          <a:bodyPr spcFirstLastPara="1" wrap="square" lIns="108000" tIns="324000" rIns="108000" bIns="324000" anchor="b"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FF540A"/>
                </a:solidFill>
                <a:latin typeface="Arial Black"/>
                <a:ea typeface="Arial Black"/>
                <a:cs typeface="Arial Black"/>
                <a:sym typeface="Arial Black"/>
              </a:rPr>
              <a:t>Inspiration</a:t>
            </a:r>
            <a:br>
              <a:rPr lang="en" sz="1800" b="0" i="0" u="none" strike="noStrike" cap="none" dirty="0">
                <a:solidFill>
                  <a:schemeClr val="lt1"/>
                </a:solidFill>
                <a:latin typeface="Arial"/>
                <a:ea typeface="Arial"/>
                <a:cs typeface="Arial"/>
                <a:sym typeface="Arial"/>
              </a:rPr>
            </a:br>
            <a:r>
              <a:rPr lang="en" sz="1800" b="0" i="0" u="none" strike="noStrike" cap="none" dirty="0">
                <a:solidFill>
                  <a:schemeClr val="lt1"/>
                </a:solidFill>
                <a:latin typeface="Arial"/>
                <a:ea typeface="Arial"/>
                <a:cs typeface="Arial"/>
                <a:sym typeface="Arial"/>
              </a:rPr>
              <a:t>Show what is possible</a:t>
            </a:r>
            <a:endParaRPr sz="1100" b="0" i="0" u="none" strike="noStrike" cap="none" dirty="0">
              <a:solidFill>
                <a:srgbClr val="000000"/>
              </a:solidFill>
              <a:latin typeface="Arial"/>
              <a:ea typeface="Arial"/>
              <a:cs typeface="Arial"/>
              <a:sym typeface="Arial"/>
            </a:endParaRPr>
          </a:p>
        </p:txBody>
      </p:sp>
      <p:sp>
        <p:nvSpPr>
          <p:cNvPr id="894" name="Google Shape;894;p14"/>
          <p:cNvSpPr txBox="1"/>
          <p:nvPr/>
        </p:nvSpPr>
        <p:spPr>
          <a:xfrm>
            <a:off x="6119127" y="998622"/>
            <a:ext cx="2680800" cy="3188400"/>
          </a:xfrm>
          <a:prstGeom prst="rect">
            <a:avLst/>
          </a:prstGeom>
          <a:solidFill>
            <a:srgbClr val="002856"/>
          </a:solidFill>
          <a:ln>
            <a:noFill/>
          </a:ln>
        </p:spPr>
        <p:txBody>
          <a:bodyPr spcFirstLastPara="1" wrap="square" lIns="108000" tIns="324000" rIns="108000" bIns="324000" anchor="b"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FF540A"/>
                </a:solidFill>
                <a:latin typeface="Arial Black"/>
                <a:ea typeface="Arial Black"/>
                <a:cs typeface="Arial Black"/>
                <a:sym typeface="Arial Black"/>
              </a:rPr>
              <a:t>Prioritization</a:t>
            </a:r>
            <a:br>
              <a:rPr lang="en" sz="1800" b="0" i="0" u="none" strike="noStrike" cap="none" dirty="0">
                <a:solidFill>
                  <a:schemeClr val="lt1"/>
                </a:solidFill>
                <a:latin typeface="Arial"/>
                <a:ea typeface="Arial"/>
                <a:cs typeface="Arial"/>
                <a:sym typeface="Arial"/>
              </a:rPr>
            </a:br>
            <a:r>
              <a:rPr lang="en" sz="1800" b="0" i="0" u="none" strike="noStrike" cap="none" dirty="0">
                <a:solidFill>
                  <a:schemeClr val="lt1"/>
                </a:solidFill>
                <a:latin typeface="Arial"/>
                <a:ea typeface="Arial"/>
                <a:cs typeface="Arial"/>
                <a:sym typeface="Arial"/>
              </a:rPr>
              <a:t>Rank at a high level</a:t>
            </a:r>
            <a:endParaRPr sz="1100" b="0" i="0" u="none" strike="noStrike" cap="none" dirty="0">
              <a:solidFill>
                <a:srgbClr val="000000"/>
              </a:solidFill>
              <a:latin typeface="Arial"/>
              <a:ea typeface="Arial"/>
              <a:cs typeface="Arial"/>
              <a:sym typeface="Arial"/>
            </a:endParaRPr>
          </a:p>
        </p:txBody>
      </p:sp>
      <p:sp>
        <p:nvSpPr>
          <p:cNvPr id="895" name="Google Shape;895;p14"/>
          <p:cNvSpPr txBox="1"/>
          <p:nvPr/>
        </p:nvSpPr>
        <p:spPr>
          <a:xfrm>
            <a:off x="3231013" y="998622"/>
            <a:ext cx="2680800" cy="3188400"/>
          </a:xfrm>
          <a:prstGeom prst="rect">
            <a:avLst/>
          </a:prstGeom>
          <a:solidFill>
            <a:srgbClr val="002856"/>
          </a:solidFill>
          <a:ln>
            <a:noFill/>
          </a:ln>
        </p:spPr>
        <p:txBody>
          <a:bodyPr spcFirstLastPara="1" wrap="square" lIns="108000" tIns="324000" rIns="108000" bIns="324000" anchor="b"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FF540A"/>
                </a:solidFill>
                <a:latin typeface="Arial Black"/>
                <a:ea typeface="Arial Black"/>
                <a:cs typeface="Arial Black"/>
                <a:sym typeface="Arial Black"/>
              </a:rPr>
              <a:t>Ideation</a:t>
            </a:r>
            <a:br>
              <a:rPr lang="en" sz="1800" b="0" i="0" u="none" strike="noStrike" cap="none" dirty="0">
                <a:solidFill>
                  <a:schemeClr val="lt1"/>
                </a:solidFill>
                <a:latin typeface="Arial"/>
                <a:ea typeface="Arial"/>
                <a:cs typeface="Arial"/>
                <a:sym typeface="Arial"/>
              </a:rPr>
            </a:br>
            <a:r>
              <a:rPr lang="en" sz="1800" b="0" i="0" u="none" strike="noStrike" cap="none" dirty="0">
                <a:solidFill>
                  <a:schemeClr val="lt1"/>
                </a:solidFill>
                <a:latin typeface="Arial"/>
                <a:ea typeface="Arial"/>
                <a:cs typeface="Arial"/>
                <a:sym typeface="Arial"/>
              </a:rPr>
              <a:t>Generate many ideas</a:t>
            </a:r>
            <a:endParaRPr sz="1100" b="0" i="0" u="none" strike="noStrike" cap="none" dirty="0">
              <a:solidFill>
                <a:srgbClr val="000000"/>
              </a:solidFill>
              <a:latin typeface="Arial"/>
              <a:ea typeface="Arial"/>
              <a:cs typeface="Arial"/>
              <a:sym typeface="Arial"/>
            </a:endParaRPr>
          </a:p>
        </p:txBody>
      </p:sp>
      <p:grpSp>
        <p:nvGrpSpPr>
          <p:cNvPr id="896" name="Google Shape;896;p14"/>
          <p:cNvGrpSpPr/>
          <p:nvPr/>
        </p:nvGrpSpPr>
        <p:grpSpPr>
          <a:xfrm>
            <a:off x="1312025" y="998622"/>
            <a:ext cx="742500" cy="853200"/>
            <a:chOff x="1749367" y="1331496"/>
            <a:chExt cx="990000" cy="1137600"/>
          </a:xfrm>
        </p:grpSpPr>
        <p:sp>
          <p:nvSpPr>
            <p:cNvPr id="897" name="Google Shape;897;p14"/>
            <p:cNvSpPr/>
            <p:nvPr/>
          </p:nvSpPr>
          <p:spPr>
            <a:xfrm rot="5400000">
              <a:off x="1675567" y="1405296"/>
              <a:ext cx="1137600" cy="990000"/>
            </a:xfrm>
            <a:prstGeom prst="homePlate">
              <a:avLst>
                <a:gd name="adj" fmla="val 30554"/>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898" name="Google Shape;898;p14"/>
            <p:cNvSpPr/>
            <p:nvPr/>
          </p:nvSpPr>
          <p:spPr>
            <a:xfrm>
              <a:off x="1882274" y="1483318"/>
              <a:ext cx="724200" cy="724200"/>
            </a:xfrm>
            <a:prstGeom prst="ellipse">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chemeClr val="lt1"/>
                  </a:solidFill>
                  <a:latin typeface="Arial Black"/>
                  <a:ea typeface="Arial Black"/>
                  <a:cs typeface="Arial Black"/>
                  <a:sym typeface="Arial Black"/>
                </a:rPr>
                <a:t>1</a:t>
              </a:r>
              <a:endParaRPr sz="1100" b="0" i="0" u="none" strike="noStrike" cap="none" dirty="0">
                <a:solidFill>
                  <a:srgbClr val="000000"/>
                </a:solidFill>
                <a:latin typeface="Arial"/>
                <a:ea typeface="Arial"/>
                <a:cs typeface="Arial"/>
                <a:sym typeface="Arial"/>
              </a:endParaRPr>
            </a:p>
          </p:txBody>
        </p:sp>
      </p:grpSp>
      <p:pic>
        <p:nvPicPr>
          <p:cNvPr id="899" name="Google Shape;899;p14"/>
          <p:cNvPicPr preferRelativeResize="0"/>
          <p:nvPr/>
        </p:nvPicPr>
        <p:blipFill rotWithShape="1">
          <a:blip r:embed="rId3">
            <a:alphaModFix/>
          </a:blip>
          <a:srcRect/>
          <a:stretch/>
        </p:blipFill>
        <p:spPr>
          <a:xfrm>
            <a:off x="4020128" y="2164055"/>
            <a:ext cx="1102555" cy="857543"/>
          </a:xfrm>
          <a:prstGeom prst="rect">
            <a:avLst/>
          </a:prstGeom>
          <a:noFill/>
          <a:ln>
            <a:noFill/>
          </a:ln>
        </p:spPr>
      </p:pic>
      <p:pic>
        <p:nvPicPr>
          <p:cNvPr id="900" name="Google Shape;900;p14"/>
          <p:cNvPicPr preferRelativeResize="0"/>
          <p:nvPr/>
        </p:nvPicPr>
        <p:blipFill rotWithShape="1">
          <a:blip r:embed="rId4">
            <a:alphaModFix/>
          </a:blip>
          <a:srcRect/>
          <a:stretch/>
        </p:blipFill>
        <p:spPr>
          <a:xfrm>
            <a:off x="7003904" y="2243014"/>
            <a:ext cx="911202" cy="708713"/>
          </a:xfrm>
          <a:prstGeom prst="rect">
            <a:avLst/>
          </a:prstGeom>
          <a:noFill/>
          <a:ln>
            <a:noFill/>
          </a:ln>
        </p:spPr>
      </p:pic>
      <p:grpSp>
        <p:nvGrpSpPr>
          <p:cNvPr id="901" name="Google Shape;901;p14"/>
          <p:cNvGrpSpPr/>
          <p:nvPr/>
        </p:nvGrpSpPr>
        <p:grpSpPr>
          <a:xfrm>
            <a:off x="4200139" y="998622"/>
            <a:ext cx="742500" cy="853200"/>
            <a:chOff x="1749367" y="1331496"/>
            <a:chExt cx="990000" cy="1137600"/>
          </a:xfrm>
        </p:grpSpPr>
        <p:sp>
          <p:nvSpPr>
            <p:cNvPr id="902" name="Google Shape;902;p14"/>
            <p:cNvSpPr/>
            <p:nvPr/>
          </p:nvSpPr>
          <p:spPr>
            <a:xfrm rot="5400000">
              <a:off x="1675567" y="1405296"/>
              <a:ext cx="1137600" cy="990000"/>
            </a:xfrm>
            <a:prstGeom prst="homePlate">
              <a:avLst>
                <a:gd name="adj" fmla="val 30554"/>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903" name="Google Shape;903;p14"/>
            <p:cNvSpPr/>
            <p:nvPr/>
          </p:nvSpPr>
          <p:spPr>
            <a:xfrm>
              <a:off x="1882274" y="1483318"/>
              <a:ext cx="724200" cy="724200"/>
            </a:xfrm>
            <a:prstGeom prst="ellipse">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chemeClr val="lt1"/>
                  </a:solidFill>
                  <a:latin typeface="Arial Black"/>
                  <a:ea typeface="Arial Black"/>
                  <a:cs typeface="Arial Black"/>
                  <a:sym typeface="Arial Black"/>
                </a:rPr>
                <a:t>2</a:t>
              </a:r>
              <a:endParaRPr sz="1100" b="0" i="0" u="none" strike="noStrike" cap="none" dirty="0">
                <a:solidFill>
                  <a:srgbClr val="000000"/>
                </a:solidFill>
                <a:latin typeface="Arial"/>
                <a:ea typeface="Arial"/>
                <a:cs typeface="Arial"/>
                <a:sym typeface="Arial"/>
              </a:endParaRPr>
            </a:p>
          </p:txBody>
        </p:sp>
      </p:grpSp>
      <p:grpSp>
        <p:nvGrpSpPr>
          <p:cNvPr id="904" name="Google Shape;904;p14"/>
          <p:cNvGrpSpPr/>
          <p:nvPr/>
        </p:nvGrpSpPr>
        <p:grpSpPr>
          <a:xfrm>
            <a:off x="7088252" y="998622"/>
            <a:ext cx="742500" cy="853200"/>
            <a:chOff x="1749367" y="1331496"/>
            <a:chExt cx="990000" cy="1137600"/>
          </a:xfrm>
        </p:grpSpPr>
        <p:sp>
          <p:nvSpPr>
            <p:cNvPr id="905" name="Google Shape;905;p14"/>
            <p:cNvSpPr/>
            <p:nvPr/>
          </p:nvSpPr>
          <p:spPr>
            <a:xfrm rot="5400000">
              <a:off x="1675567" y="1405296"/>
              <a:ext cx="1137600" cy="990000"/>
            </a:xfrm>
            <a:prstGeom prst="homePlate">
              <a:avLst>
                <a:gd name="adj" fmla="val 30554"/>
              </a:avLst>
            </a:prstGeom>
            <a:solidFill>
              <a:srgbClr val="FF540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906" name="Google Shape;906;p14"/>
            <p:cNvSpPr/>
            <p:nvPr/>
          </p:nvSpPr>
          <p:spPr>
            <a:xfrm>
              <a:off x="1882274" y="1483318"/>
              <a:ext cx="724200" cy="724200"/>
            </a:xfrm>
            <a:prstGeom prst="ellipse">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chemeClr val="lt1"/>
                  </a:solidFill>
                  <a:latin typeface="Arial Black"/>
                  <a:ea typeface="Arial Black"/>
                  <a:cs typeface="Arial Black"/>
                  <a:sym typeface="Arial Black"/>
                </a:rPr>
                <a:t>3</a:t>
              </a:r>
              <a:endParaRPr sz="1100" b="0" i="0" u="none" strike="noStrike" cap="none" dirty="0">
                <a:solidFill>
                  <a:srgbClr val="000000"/>
                </a:solidFill>
                <a:latin typeface="Arial"/>
                <a:ea typeface="Arial"/>
                <a:cs typeface="Arial"/>
                <a:sym typeface="Arial"/>
              </a:endParaRPr>
            </a:p>
          </p:txBody>
        </p:sp>
      </p:grpSp>
      <p:pic>
        <p:nvPicPr>
          <p:cNvPr id="907" name="Google Shape;907;p14"/>
          <p:cNvPicPr preferRelativeResize="0"/>
          <p:nvPr/>
        </p:nvPicPr>
        <p:blipFill rotWithShape="1">
          <a:blip r:embed="rId5">
            <a:alphaModFix/>
          </a:blip>
          <a:srcRect/>
          <a:stretch/>
        </p:blipFill>
        <p:spPr>
          <a:xfrm>
            <a:off x="1340375" y="2085963"/>
            <a:ext cx="685800" cy="971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388b866f265_0_21"/>
          <p:cNvSpPr txBox="1"/>
          <p:nvPr/>
        </p:nvSpPr>
        <p:spPr>
          <a:xfrm>
            <a:off x="344038" y="201788"/>
            <a:ext cx="8455800" cy="338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100"/>
              <a:buFont typeface="Arial Black"/>
              <a:buNone/>
            </a:pPr>
            <a:r>
              <a:rPr lang="en" sz="2400" b="0" i="0" u="none" strike="noStrike" cap="none">
                <a:solidFill>
                  <a:schemeClr val="dk2"/>
                </a:solidFill>
                <a:latin typeface="Arial Black"/>
                <a:ea typeface="Arial Black"/>
                <a:cs typeface="Arial Black"/>
                <a:sym typeface="Arial Black"/>
              </a:rPr>
              <a:t>Introduction to AI: General </a:t>
            </a:r>
            <a:r>
              <a:rPr lang="en" sz="2400" b="0" i="0" u="none" strike="noStrike" cap="none">
                <a:solidFill>
                  <a:schemeClr val="dk2"/>
                </a:solidFill>
                <a:latin typeface="Arial Black"/>
                <a:ea typeface="Arial Black"/>
                <a:cs typeface="Arial Black"/>
                <a:sym typeface="Arial Bla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1"/>
                  </a:ext>
                </a:extLst>
              </a:rPr>
              <a:t>Terms</a:t>
            </a:r>
            <a:endParaRPr sz="1400" b="0" i="0" u="none" strike="noStrike" cap="none" dirty="0">
              <a:solidFill>
                <a:srgbClr val="000000"/>
              </a:solidFill>
              <a:latin typeface="Arial"/>
              <a:ea typeface="Arial"/>
              <a:cs typeface="Arial"/>
              <a:sym typeface="Arial"/>
            </a:endParaRPr>
          </a:p>
        </p:txBody>
      </p:sp>
      <p:sp>
        <p:nvSpPr>
          <p:cNvPr id="913" name="Google Shape;913;g388b866f265_0_21"/>
          <p:cNvSpPr/>
          <p:nvPr/>
        </p:nvSpPr>
        <p:spPr>
          <a:xfrm>
            <a:off x="365500" y="2185950"/>
            <a:ext cx="8412900" cy="1028100"/>
          </a:xfrm>
          <a:prstGeom prst="rect">
            <a:avLst/>
          </a:prstGeom>
          <a:solidFill>
            <a:srgbClr val="002856"/>
          </a:solidFill>
          <a:ln w="25400" cap="flat" cmpd="sng">
            <a:solidFill>
              <a:srgbClr val="00285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lt1"/>
                </a:solidFill>
                <a:latin typeface="Arial"/>
                <a:ea typeface="Arial"/>
                <a:cs typeface="Arial"/>
                <a:sym typeface="Arial"/>
              </a:rPr>
              <a:t>Generative AI (GenAI) can generate new derived versions of content, strategies, designs and methods by learning from large repositories of original source content. GenAI has profound business impacts, including on content discovery, creation, authenticity and regulations; automation of human work; and customer and employee experiences.</a:t>
            </a:r>
            <a:endParaRPr sz="1400" b="1" i="0" u="none" strike="noStrike" cap="none" dirty="0">
              <a:solidFill>
                <a:srgbClr val="000000"/>
              </a:solidFill>
              <a:latin typeface="Arial"/>
              <a:ea typeface="Arial"/>
              <a:cs typeface="Arial"/>
              <a:sym typeface="Arial"/>
            </a:endParaRPr>
          </a:p>
        </p:txBody>
      </p:sp>
      <p:sp>
        <p:nvSpPr>
          <p:cNvPr id="914" name="Google Shape;914;g388b866f265_0_21"/>
          <p:cNvSpPr txBox="1"/>
          <p:nvPr/>
        </p:nvSpPr>
        <p:spPr>
          <a:xfrm>
            <a:off x="365500" y="3429000"/>
            <a:ext cx="8412900" cy="923400"/>
          </a:xfrm>
          <a:prstGeom prst="rect">
            <a:avLst/>
          </a:prstGeom>
          <a:solidFill>
            <a:srgbClr val="002856"/>
          </a:solidFill>
          <a:ln w="25400" cap="flat" cmpd="sng">
            <a:solidFill>
              <a:srgbClr val="002856"/>
            </a:solidFill>
            <a:prstDash val="solid"/>
            <a:round/>
            <a:headEnd type="none" w="sm" len="sm"/>
            <a:tailEnd type="none" w="sm" len="sm"/>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lt1"/>
                </a:solidFill>
                <a:latin typeface="Arial"/>
                <a:ea typeface="Arial"/>
                <a:cs typeface="Arial"/>
                <a:sym typeface="Arial"/>
              </a:rPr>
              <a:t>Machine learning (ML) is an AI discipline that solves business problems by utilizing statistical models to extract knowledge and patterns from data. ML techniques, when applied to HR, translate most frequently into data-driven recommendations and predictive insights in domains such as recruiting, learning, employee engagement, compensation, benefits, HR service management and career development.</a:t>
            </a:r>
            <a:endParaRPr sz="1200" b="1" i="0" u="none" strike="noStrike" cap="none" dirty="0">
              <a:solidFill>
                <a:schemeClr val="lt1"/>
              </a:solidFill>
              <a:latin typeface="Arial"/>
              <a:ea typeface="Arial"/>
              <a:cs typeface="Arial"/>
              <a:sym typeface="Arial"/>
            </a:endParaRPr>
          </a:p>
        </p:txBody>
      </p:sp>
      <p:sp>
        <p:nvSpPr>
          <p:cNvPr id="915" name="Google Shape;915;g388b866f265_0_21"/>
          <p:cNvSpPr txBox="1"/>
          <p:nvPr/>
        </p:nvSpPr>
        <p:spPr>
          <a:xfrm>
            <a:off x="365500" y="881325"/>
            <a:ext cx="8412900" cy="1108200"/>
          </a:xfrm>
          <a:prstGeom prst="rect">
            <a:avLst/>
          </a:prstGeom>
          <a:solidFill>
            <a:srgbClr val="002856"/>
          </a:solidFill>
          <a:ln w="25400" cap="flat" cmpd="sng">
            <a:solidFill>
              <a:srgbClr val="002856"/>
            </a:solidFill>
            <a:prstDash val="solid"/>
            <a:round/>
            <a:headEnd type="none" w="sm" len="sm"/>
            <a:tailEnd type="none" w="sm" len="sm"/>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dirty="0">
                <a:solidFill>
                  <a:schemeClr val="lt1"/>
                </a:solidFill>
                <a:latin typeface="Arial"/>
                <a:ea typeface="Arial"/>
                <a:cs typeface="Arial"/>
                <a:sym typeface="Arial"/>
              </a:rPr>
              <a:t>Artificial intelligence (AI) uses advanced techniques like machine learning, deep learning and prescriptive analytics to identify patterns, predict outcomes, make and execute decisions, and generate content. AI augments human decision making and automating routine and nonroutine tasks. Within the HR domain, we see AI used to provide predictive insights, execute tasks, create and personalize content, and offer a conversational user interface.</a:t>
            </a:r>
            <a:endParaRPr sz="1200" b="1" i="0" u="none" strike="noStrike" cap="none" dirty="0">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17"/>
          <p:cNvSpPr txBox="1"/>
          <p:nvPr/>
        </p:nvSpPr>
        <p:spPr>
          <a:xfrm>
            <a:off x="344038" y="201788"/>
            <a:ext cx="8455800" cy="338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2856"/>
              </a:buClr>
              <a:buSzPts val="2100"/>
              <a:buFont typeface="Arial Black"/>
              <a:buNone/>
            </a:pPr>
            <a:r>
              <a:rPr lang="en" sz="2400" b="0" i="0" u="none" strike="noStrike" cap="none">
                <a:solidFill>
                  <a:srgbClr val="002856"/>
                </a:solidFill>
                <a:latin typeface="Arial Black"/>
                <a:ea typeface="Arial Black"/>
                <a:cs typeface="Arial Black"/>
                <a:sym typeface="Arial Black"/>
              </a:rPr>
              <a:t>Introduction to AI: Now Introducing AI Agency</a:t>
            </a:r>
            <a:endParaRPr sz="1400" b="0" i="0" u="none" strike="noStrike" cap="none" dirty="0">
              <a:solidFill>
                <a:srgbClr val="000000"/>
              </a:solidFill>
              <a:latin typeface="Arial"/>
              <a:ea typeface="Arial"/>
              <a:cs typeface="Arial"/>
              <a:sym typeface="Arial"/>
            </a:endParaRPr>
          </a:p>
        </p:txBody>
      </p:sp>
      <p:graphicFrame>
        <p:nvGraphicFramePr>
          <p:cNvPr id="921" name="Google Shape;921;p17"/>
          <p:cNvGraphicFramePr/>
          <p:nvPr>
            <p:extLst>
              <p:ext uri="{D42A27DB-BD31-4B8C-83A1-F6EECF244321}">
                <p14:modId xmlns:p14="http://schemas.microsoft.com/office/powerpoint/2010/main" val="2366011823"/>
              </p:ext>
            </p:extLst>
          </p:nvPr>
        </p:nvGraphicFramePr>
        <p:xfrm>
          <a:off x="455138" y="1472904"/>
          <a:ext cx="8344700" cy="2398475"/>
        </p:xfrm>
        <a:graphic>
          <a:graphicData uri="http://schemas.openxmlformats.org/drawingml/2006/table">
            <a:tbl>
              <a:tblPr firstRow="1" bandRow="1">
                <a:noFill/>
                <a:tableStyleId>{9BE34F45-9591-4427-9654-C0692E8A6D00}</a:tableStyleId>
              </a:tblPr>
              <a:tblGrid>
                <a:gridCol w="1912325">
                  <a:extLst>
                    <a:ext uri="{9D8B030D-6E8A-4147-A177-3AD203B41FA5}">
                      <a16:colId xmlns:a16="http://schemas.microsoft.com/office/drawing/2014/main" val="20000"/>
                    </a:ext>
                  </a:extLst>
                </a:gridCol>
                <a:gridCol w="6432375">
                  <a:extLst>
                    <a:ext uri="{9D8B030D-6E8A-4147-A177-3AD203B41FA5}">
                      <a16:colId xmlns:a16="http://schemas.microsoft.com/office/drawing/2014/main" val="20001"/>
                    </a:ext>
                  </a:extLst>
                </a:gridCol>
              </a:tblGrid>
              <a:tr h="88365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AI Assistants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b="0" u="none" strike="noStrike" cap="none" dirty="0">
                          <a:solidFill>
                            <a:schemeClr val="dk1"/>
                          </a:solidFill>
                        </a:rPr>
                        <a:t>Specialized applications or modules in a wider system that incorporate AI techniques to support or carry out tasks as requested, specified and led by external (human) actors through a (conversational) interface.</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311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AI Agents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dk1"/>
                          </a:solidFill>
                        </a:rPr>
                        <a:t>Autonomous or semiautonomous software entities that use AI techniques to perceive, make decisions, take actions and achieve goals in digital or physical environments.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8365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Agentic AI</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dk1"/>
                          </a:solidFill>
                        </a:rPr>
                        <a:t>An approach to building AI solutions that is based on the use of one or multiple software entities that classify completely or at least partially as an AI agent (as defined by Gartner), possibly combined with other non-AI elements.</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22" name="Google Shape;922;p17"/>
          <p:cNvSpPr txBox="1"/>
          <p:nvPr/>
        </p:nvSpPr>
        <p:spPr>
          <a:xfrm>
            <a:off x="344038" y="855871"/>
            <a:ext cx="729615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The terms “AI assistants,” “AI agents,” and “agentic AI” are often used interchangeably in the market. However, Gartner sees them as distinct: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388b866f265_0_8"/>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rmAutofit fontScale="90000"/>
          </a:bodyPr>
          <a:lstStyle/>
          <a:p>
            <a:pPr marL="0" lvl="0" indent="0" algn="l" rtl="0">
              <a:lnSpc>
                <a:spcPct val="90000"/>
              </a:lnSpc>
              <a:spcBef>
                <a:spcPts val="0"/>
              </a:spcBef>
              <a:spcAft>
                <a:spcPts val="0"/>
              </a:spcAft>
              <a:buClr>
                <a:schemeClr val="dk2"/>
              </a:buClr>
              <a:buSzPct val="131687"/>
              <a:buFont typeface="Arial Black"/>
              <a:buNone/>
            </a:pPr>
            <a:r>
              <a:rPr lang="en" sz="2700"/>
              <a:t>AI Evolution: Assisted to Augmented to </a:t>
            </a:r>
            <a:r>
              <a:rPr lang="en" sz="27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2"/>
                  </a:ext>
                </a:extLst>
              </a:rPr>
              <a:t>Powered</a:t>
            </a:r>
            <a:endParaRPr sz="2700" dirty="0"/>
          </a:p>
        </p:txBody>
      </p:sp>
      <p:sp>
        <p:nvSpPr>
          <p:cNvPr id="928" name="Google Shape;928;g388b866f265_0_8"/>
          <p:cNvSpPr txBox="1"/>
          <p:nvPr/>
        </p:nvSpPr>
        <p:spPr>
          <a:xfrm>
            <a:off x="484075" y="4402775"/>
            <a:ext cx="5662200" cy="51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1" u="none" strike="noStrike" cap="none" dirty="0">
                <a:solidFill>
                  <a:schemeClr val="dk1"/>
                </a:solidFill>
                <a:latin typeface="Arial"/>
                <a:ea typeface="Arial"/>
                <a:cs typeface="Arial"/>
                <a:sym typeface="Arial"/>
              </a:rPr>
              <a:t>Please see the Notes section for further information.</a:t>
            </a:r>
            <a:endParaRPr sz="1300" b="0" i="1" u="none" strike="noStrike" cap="none" dirty="0">
              <a:solidFill>
                <a:schemeClr val="dk1"/>
              </a:solidFill>
              <a:latin typeface="Arial"/>
              <a:ea typeface="Arial"/>
              <a:cs typeface="Arial"/>
              <a:sym typeface="Arial"/>
            </a:endParaRPr>
          </a:p>
        </p:txBody>
      </p:sp>
      <p:pic>
        <p:nvPicPr>
          <p:cNvPr id="929" name="Google Shape;929;g388b866f265_0_8"/>
          <p:cNvPicPr preferRelativeResize="0"/>
          <p:nvPr/>
        </p:nvPicPr>
        <p:blipFill>
          <a:blip r:embed="rId3">
            <a:alphaModFix/>
          </a:blip>
          <a:stretch>
            <a:fillRect/>
          </a:stretch>
        </p:blipFill>
        <p:spPr>
          <a:xfrm>
            <a:off x="342900" y="836722"/>
            <a:ext cx="8648700" cy="337977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pic>
        <p:nvPicPr>
          <p:cNvPr id="934" name="Google Shape;934;p19" descr="A blue circular diagram with arrows&#10;&#10;Description automatically generated"/>
          <p:cNvPicPr preferRelativeResize="0"/>
          <p:nvPr/>
        </p:nvPicPr>
        <p:blipFill rotWithShape="1">
          <a:blip r:embed="rId3">
            <a:alphaModFix/>
          </a:blip>
          <a:srcRect/>
          <a:stretch/>
        </p:blipFill>
        <p:spPr>
          <a:xfrm>
            <a:off x="3190595" y="995250"/>
            <a:ext cx="2924175" cy="2943225"/>
          </a:xfrm>
          <a:prstGeom prst="rect">
            <a:avLst/>
          </a:prstGeom>
          <a:noFill/>
          <a:ln>
            <a:noFill/>
          </a:ln>
        </p:spPr>
      </p:pic>
      <p:sp>
        <p:nvSpPr>
          <p:cNvPr id="935" name="Google Shape;935;p19"/>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 dirty="0"/>
              <a:t>AI Pilot Life Cycle</a:t>
            </a:r>
            <a:endParaRPr dirty="0"/>
          </a:p>
        </p:txBody>
      </p:sp>
      <p:sp>
        <p:nvSpPr>
          <p:cNvPr id="936" name="Google Shape;936;p19"/>
          <p:cNvSpPr txBox="1"/>
          <p:nvPr/>
        </p:nvSpPr>
        <p:spPr>
          <a:xfrm>
            <a:off x="342900" y="4549129"/>
            <a:ext cx="615554" cy="103875"/>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675"/>
              <a:buFont typeface="Arial"/>
              <a:buNone/>
            </a:pPr>
            <a:r>
              <a:rPr lang="en" sz="675" b="0" i="0" u="none" strike="noStrike" cap="none">
                <a:solidFill>
                  <a:srgbClr val="6F7878"/>
                </a:solidFill>
                <a:latin typeface="Arial"/>
                <a:ea typeface="Arial"/>
                <a:cs typeface="Arial"/>
                <a:sym typeface="Arial"/>
              </a:rPr>
              <a:t>Source: Gartner</a:t>
            </a:r>
            <a:endParaRPr sz="1050" b="0" i="0" u="none" strike="noStrike" cap="none" dirty="0">
              <a:solidFill>
                <a:srgbClr val="000000"/>
              </a:solidFill>
              <a:latin typeface="Arial"/>
              <a:ea typeface="Arial"/>
              <a:cs typeface="Arial"/>
              <a:sym typeface="Arial"/>
            </a:endParaRPr>
          </a:p>
        </p:txBody>
      </p:sp>
      <p:sp>
        <p:nvSpPr>
          <p:cNvPr id="937" name="Google Shape;937;p19"/>
          <p:cNvSpPr txBox="1"/>
          <p:nvPr/>
        </p:nvSpPr>
        <p:spPr>
          <a:xfrm>
            <a:off x="3895725" y="4110765"/>
            <a:ext cx="1521402" cy="507771"/>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Assemble a cross-functional team.</a:t>
            </a:r>
            <a:endParaRPr sz="1050" b="0" i="0" u="none" strike="noStrike" cap="none" dirty="0">
              <a:solidFill>
                <a:srgbClr val="000000"/>
              </a:solidFill>
              <a:latin typeface="Arial"/>
              <a:ea typeface="Arial"/>
              <a:cs typeface="Arial"/>
              <a:sym typeface="Arial"/>
            </a:endParaRPr>
          </a:p>
        </p:txBody>
      </p:sp>
      <p:grpSp>
        <p:nvGrpSpPr>
          <p:cNvPr id="938" name="Google Shape;938;p19"/>
          <p:cNvGrpSpPr/>
          <p:nvPr/>
        </p:nvGrpSpPr>
        <p:grpSpPr>
          <a:xfrm>
            <a:off x="4059199" y="2073947"/>
            <a:ext cx="1095495" cy="660314"/>
            <a:chOff x="9474665" y="-484011"/>
            <a:chExt cx="1460660" cy="880418"/>
          </a:xfrm>
        </p:grpSpPr>
        <p:sp>
          <p:nvSpPr>
            <p:cNvPr id="939" name="Google Shape;939;p19"/>
            <p:cNvSpPr txBox="1"/>
            <p:nvPr/>
          </p:nvSpPr>
          <p:spPr>
            <a:xfrm>
              <a:off x="9474665" y="230037"/>
              <a:ext cx="1460660" cy="16637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r>
                <a:rPr lang="en" sz="1350" b="1" i="0" u="none" strike="noStrike" cap="none">
                  <a:solidFill>
                    <a:srgbClr val="000000"/>
                  </a:solidFill>
                  <a:latin typeface="Arial"/>
                  <a:ea typeface="Arial"/>
                  <a:cs typeface="Arial"/>
                  <a:sym typeface="Arial"/>
                </a:rPr>
                <a:t>AI Pilot</a:t>
              </a:r>
              <a:endParaRPr sz="1050" b="0" i="0" u="none" strike="noStrike" cap="none" dirty="0">
                <a:solidFill>
                  <a:srgbClr val="000000"/>
                </a:solidFill>
                <a:latin typeface="Arial"/>
                <a:ea typeface="Arial"/>
                <a:cs typeface="Arial"/>
                <a:sym typeface="Arial"/>
              </a:endParaRPr>
            </a:p>
          </p:txBody>
        </p:sp>
        <p:sp>
          <p:nvSpPr>
            <p:cNvPr id="940" name="Google Shape;940;p19"/>
            <p:cNvSpPr/>
            <p:nvPr/>
          </p:nvSpPr>
          <p:spPr>
            <a:xfrm>
              <a:off x="9742032" y="-484011"/>
              <a:ext cx="832736" cy="658248"/>
            </a:xfrm>
            <a:custGeom>
              <a:avLst/>
              <a:gdLst/>
              <a:ahLst/>
              <a:cxnLst/>
              <a:rect l="l" t="t" r="r" b="b"/>
              <a:pathLst>
                <a:path w="563613" h="445516" extrusionOk="0">
                  <a:moveTo>
                    <a:pt x="469341" y="383286"/>
                  </a:moveTo>
                  <a:cubicBezTo>
                    <a:pt x="478663" y="383286"/>
                    <a:pt x="486244" y="375691"/>
                    <a:pt x="486244" y="366370"/>
                  </a:cubicBezTo>
                  <a:cubicBezTo>
                    <a:pt x="486244" y="357035"/>
                    <a:pt x="478663" y="349466"/>
                    <a:pt x="469341" y="349466"/>
                  </a:cubicBezTo>
                  <a:cubicBezTo>
                    <a:pt x="460019" y="349466"/>
                    <a:pt x="452424" y="357035"/>
                    <a:pt x="452424" y="366370"/>
                  </a:cubicBezTo>
                  <a:cubicBezTo>
                    <a:pt x="452424" y="375691"/>
                    <a:pt x="460019" y="383286"/>
                    <a:pt x="469341" y="383286"/>
                  </a:cubicBezTo>
                  <a:close/>
                  <a:moveTo>
                    <a:pt x="469341" y="418846"/>
                  </a:moveTo>
                  <a:cubicBezTo>
                    <a:pt x="449796" y="418846"/>
                    <a:pt x="432727" y="408076"/>
                    <a:pt x="423697" y="392176"/>
                  </a:cubicBezTo>
                  <a:lnTo>
                    <a:pt x="368287" y="392176"/>
                  </a:lnTo>
                  <a:lnTo>
                    <a:pt x="339026" y="329959"/>
                  </a:lnTo>
                  <a:lnTo>
                    <a:pt x="320002" y="329959"/>
                  </a:lnTo>
                  <a:lnTo>
                    <a:pt x="320002" y="294399"/>
                  </a:lnTo>
                  <a:lnTo>
                    <a:pt x="361607" y="294399"/>
                  </a:lnTo>
                  <a:lnTo>
                    <a:pt x="390855" y="356616"/>
                  </a:lnTo>
                  <a:lnTo>
                    <a:pt x="417817" y="356616"/>
                  </a:lnTo>
                  <a:cubicBezTo>
                    <a:pt x="422414" y="332334"/>
                    <a:pt x="443750" y="313906"/>
                    <a:pt x="469341" y="313906"/>
                  </a:cubicBezTo>
                  <a:cubicBezTo>
                    <a:pt x="498271" y="313906"/>
                    <a:pt x="521804" y="337439"/>
                    <a:pt x="521804" y="366370"/>
                  </a:cubicBezTo>
                  <a:cubicBezTo>
                    <a:pt x="521804" y="395300"/>
                    <a:pt x="498271" y="418846"/>
                    <a:pt x="469341" y="418846"/>
                  </a:cubicBezTo>
                  <a:close/>
                  <a:moveTo>
                    <a:pt x="511594" y="256832"/>
                  </a:moveTo>
                  <a:cubicBezTo>
                    <a:pt x="520674" y="256832"/>
                    <a:pt x="528053" y="249453"/>
                    <a:pt x="528053" y="240373"/>
                  </a:cubicBezTo>
                  <a:cubicBezTo>
                    <a:pt x="528053" y="231305"/>
                    <a:pt x="520674" y="223926"/>
                    <a:pt x="511594" y="223926"/>
                  </a:cubicBezTo>
                  <a:cubicBezTo>
                    <a:pt x="502513" y="223926"/>
                    <a:pt x="495135" y="231305"/>
                    <a:pt x="495135" y="240373"/>
                  </a:cubicBezTo>
                  <a:cubicBezTo>
                    <a:pt x="495135" y="249453"/>
                    <a:pt x="502513" y="256832"/>
                    <a:pt x="511594" y="256832"/>
                  </a:cubicBezTo>
                  <a:close/>
                  <a:moveTo>
                    <a:pt x="511594" y="292392"/>
                  </a:moveTo>
                  <a:cubicBezTo>
                    <a:pt x="489001" y="292392"/>
                    <a:pt x="469760" y="277876"/>
                    <a:pt x="462610" y="257708"/>
                  </a:cubicBezTo>
                  <a:lnTo>
                    <a:pt x="320002" y="257708"/>
                  </a:lnTo>
                  <a:lnTo>
                    <a:pt x="320002" y="222148"/>
                  </a:lnTo>
                  <a:lnTo>
                    <a:pt x="462953" y="222148"/>
                  </a:lnTo>
                  <a:cubicBezTo>
                    <a:pt x="470357" y="202438"/>
                    <a:pt x="489343" y="188366"/>
                    <a:pt x="511594" y="188366"/>
                  </a:cubicBezTo>
                  <a:cubicBezTo>
                    <a:pt x="540270" y="188366"/>
                    <a:pt x="563613" y="211696"/>
                    <a:pt x="563613" y="240373"/>
                  </a:cubicBezTo>
                  <a:cubicBezTo>
                    <a:pt x="563613" y="269049"/>
                    <a:pt x="540270" y="292392"/>
                    <a:pt x="511594" y="292392"/>
                  </a:cubicBezTo>
                  <a:close/>
                  <a:moveTo>
                    <a:pt x="449821" y="112268"/>
                  </a:moveTo>
                  <a:cubicBezTo>
                    <a:pt x="459155" y="112268"/>
                    <a:pt x="466737" y="104686"/>
                    <a:pt x="466737" y="95352"/>
                  </a:cubicBezTo>
                  <a:cubicBezTo>
                    <a:pt x="466737" y="86042"/>
                    <a:pt x="459155" y="78448"/>
                    <a:pt x="449821" y="78448"/>
                  </a:cubicBezTo>
                  <a:cubicBezTo>
                    <a:pt x="440499" y="78448"/>
                    <a:pt x="432904" y="86042"/>
                    <a:pt x="432904" y="95352"/>
                  </a:cubicBezTo>
                  <a:cubicBezTo>
                    <a:pt x="432904" y="104686"/>
                    <a:pt x="440499" y="112268"/>
                    <a:pt x="449821" y="112268"/>
                  </a:cubicBezTo>
                  <a:close/>
                  <a:moveTo>
                    <a:pt x="320002" y="169938"/>
                  </a:moveTo>
                  <a:lnTo>
                    <a:pt x="320002" y="134379"/>
                  </a:lnTo>
                  <a:lnTo>
                    <a:pt x="389191" y="134379"/>
                  </a:lnTo>
                  <a:lnTo>
                    <a:pt x="402818" y="118529"/>
                  </a:lnTo>
                  <a:cubicBezTo>
                    <a:pt x="399351" y="111531"/>
                    <a:pt x="397344" y="103683"/>
                    <a:pt x="397344" y="95352"/>
                  </a:cubicBezTo>
                  <a:cubicBezTo>
                    <a:pt x="397344" y="66421"/>
                    <a:pt x="420890" y="42888"/>
                    <a:pt x="449821" y="42888"/>
                  </a:cubicBezTo>
                  <a:cubicBezTo>
                    <a:pt x="478764" y="42888"/>
                    <a:pt x="502297" y="66421"/>
                    <a:pt x="502297" y="95352"/>
                  </a:cubicBezTo>
                  <a:cubicBezTo>
                    <a:pt x="502297" y="124295"/>
                    <a:pt x="478764" y="147828"/>
                    <a:pt x="449821" y="147828"/>
                  </a:cubicBezTo>
                  <a:cubicBezTo>
                    <a:pt x="442213" y="147828"/>
                    <a:pt x="435000" y="146164"/>
                    <a:pt x="428472" y="143243"/>
                  </a:cubicBezTo>
                  <a:lnTo>
                    <a:pt x="405511" y="169938"/>
                  </a:lnTo>
                  <a:close/>
                  <a:moveTo>
                    <a:pt x="186143" y="409956"/>
                  </a:moveTo>
                  <a:cubicBezTo>
                    <a:pt x="218960" y="409956"/>
                    <a:pt x="246418" y="397243"/>
                    <a:pt x="248653" y="364490"/>
                  </a:cubicBezTo>
                  <a:cubicBezTo>
                    <a:pt x="248806" y="362776"/>
                    <a:pt x="248881" y="361505"/>
                    <a:pt x="248881" y="360172"/>
                  </a:cubicBezTo>
                  <a:lnTo>
                    <a:pt x="248881" y="339941"/>
                  </a:lnTo>
                  <a:cubicBezTo>
                    <a:pt x="234200" y="346177"/>
                    <a:pt x="220040" y="348831"/>
                    <a:pt x="206730" y="348831"/>
                  </a:cubicBezTo>
                  <a:cubicBezTo>
                    <a:pt x="164274" y="348831"/>
                    <a:pt x="130264" y="322250"/>
                    <a:pt x="114211" y="301599"/>
                  </a:cubicBezTo>
                  <a:lnTo>
                    <a:pt x="142240" y="279717"/>
                  </a:lnTo>
                  <a:cubicBezTo>
                    <a:pt x="145830" y="284264"/>
                    <a:pt x="170122" y="313144"/>
                    <a:pt x="206290" y="313144"/>
                  </a:cubicBezTo>
                  <a:cubicBezTo>
                    <a:pt x="219124" y="313144"/>
                    <a:pt x="233452" y="309508"/>
                    <a:pt x="248881" y="299860"/>
                  </a:cubicBezTo>
                  <a:lnTo>
                    <a:pt x="248881" y="98717"/>
                  </a:lnTo>
                  <a:cubicBezTo>
                    <a:pt x="248856" y="97955"/>
                    <a:pt x="248843" y="96342"/>
                    <a:pt x="248881" y="94387"/>
                  </a:cubicBezTo>
                  <a:cubicBezTo>
                    <a:pt x="248869" y="93980"/>
                    <a:pt x="248881" y="93688"/>
                    <a:pt x="248843" y="93205"/>
                  </a:cubicBezTo>
                  <a:lnTo>
                    <a:pt x="248818" y="92545"/>
                  </a:lnTo>
                  <a:lnTo>
                    <a:pt x="248907" y="90386"/>
                  </a:lnTo>
                  <a:cubicBezTo>
                    <a:pt x="248907" y="88951"/>
                    <a:pt x="248793" y="87541"/>
                    <a:pt x="248678" y="86131"/>
                  </a:cubicBezTo>
                  <a:cubicBezTo>
                    <a:pt x="237172" y="90602"/>
                    <a:pt x="226136" y="93828"/>
                    <a:pt x="219963" y="95047"/>
                  </a:cubicBezTo>
                  <a:cubicBezTo>
                    <a:pt x="210832" y="96875"/>
                    <a:pt x="199326" y="105067"/>
                    <a:pt x="196011" y="107798"/>
                  </a:cubicBezTo>
                  <a:lnTo>
                    <a:pt x="173291" y="80442"/>
                  </a:lnTo>
                  <a:cubicBezTo>
                    <a:pt x="175285" y="78778"/>
                    <a:pt x="193357" y="64084"/>
                    <a:pt x="213029" y="60173"/>
                  </a:cubicBezTo>
                  <a:cubicBezTo>
                    <a:pt x="219417" y="58903"/>
                    <a:pt x="241655" y="56413"/>
                    <a:pt x="248907" y="53594"/>
                  </a:cubicBezTo>
                  <a:cubicBezTo>
                    <a:pt x="238772" y="42570"/>
                    <a:pt x="209651" y="35560"/>
                    <a:pt x="193471" y="35560"/>
                  </a:cubicBezTo>
                  <a:cubicBezTo>
                    <a:pt x="167106" y="35560"/>
                    <a:pt x="144246" y="54292"/>
                    <a:pt x="139115" y="80111"/>
                  </a:cubicBezTo>
                  <a:lnTo>
                    <a:pt x="136499" y="93294"/>
                  </a:lnTo>
                  <a:lnTo>
                    <a:pt x="123101" y="94361"/>
                  </a:lnTo>
                  <a:cubicBezTo>
                    <a:pt x="94665" y="96634"/>
                    <a:pt x="72377" y="120675"/>
                    <a:pt x="72174" y="149161"/>
                  </a:cubicBezTo>
                  <a:cubicBezTo>
                    <a:pt x="72466" y="152755"/>
                    <a:pt x="75069" y="176073"/>
                    <a:pt x="90741" y="185852"/>
                  </a:cubicBezTo>
                  <a:cubicBezTo>
                    <a:pt x="96129" y="189216"/>
                    <a:pt x="102557" y="190547"/>
                    <a:pt x="109362" y="190547"/>
                  </a:cubicBezTo>
                  <a:cubicBezTo>
                    <a:pt x="116688" y="190547"/>
                    <a:pt x="124451" y="189004"/>
                    <a:pt x="131825" y="186791"/>
                  </a:cubicBezTo>
                  <a:cubicBezTo>
                    <a:pt x="137871" y="155727"/>
                    <a:pt x="167081" y="132093"/>
                    <a:pt x="202158" y="132093"/>
                  </a:cubicBezTo>
                  <a:lnTo>
                    <a:pt x="202158" y="167653"/>
                  </a:lnTo>
                  <a:cubicBezTo>
                    <a:pt x="182321" y="167653"/>
                    <a:pt x="166179" y="181559"/>
                    <a:pt x="166179" y="198666"/>
                  </a:cubicBezTo>
                  <a:cubicBezTo>
                    <a:pt x="166179" y="215760"/>
                    <a:pt x="182321" y="229667"/>
                    <a:pt x="202158" y="229667"/>
                  </a:cubicBezTo>
                  <a:lnTo>
                    <a:pt x="202158" y="265227"/>
                  </a:lnTo>
                  <a:cubicBezTo>
                    <a:pt x="171792" y="265227"/>
                    <a:pt x="145846" y="247485"/>
                    <a:pt x="135483" y="222593"/>
                  </a:cubicBezTo>
                  <a:cubicBezTo>
                    <a:pt x="126238" y="224904"/>
                    <a:pt x="117449" y="226174"/>
                    <a:pt x="109245" y="226174"/>
                  </a:cubicBezTo>
                  <a:cubicBezTo>
                    <a:pt x="95097" y="226174"/>
                    <a:pt x="82511" y="222733"/>
                    <a:pt x="71615" y="215836"/>
                  </a:cubicBezTo>
                  <a:cubicBezTo>
                    <a:pt x="65303" y="211836"/>
                    <a:pt x="60134" y="206997"/>
                    <a:pt x="55880" y="201765"/>
                  </a:cubicBezTo>
                  <a:cubicBezTo>
                    <a:pt x="42824" y="217957"/>
                    <a:pt x="35547" y="238125"/>
                    <a:pt x="35547" y="259359"/>
                  </a:cubicBezTo>
                  <a:cubicBezTo>
                    <a:pt x="35547" y="304000"/>
                    <a:pt x="67437" y="342049"/>
                    <a:pt x="111379" y="349872"/>
                  </a:cubicBezTo>
                  <a:lnTo>
                    <a:pt x="122618" y="351853"/>
                  </a:lnTo>
                  <a:lnTo>
                    <a:pt x="125475" y="362928"/>
                  </a:lnTo>
                  <a:cubicBezTo>
                    <a:pt x="132626" y="390614"/>
                    <a:pt x="157581" y="409956"/>
                    <a:pt x="186143" y="409956"/>
                  </a:cubicBezTo>
                  <a:close/>
                  <a:moveTo>
                    <a:pt x="186143" y="445516"/>
                  </a:moveTo>
                  <a:cubicBezTo>
                    <a:pt x="145135" y="445516"/>
                    <a:pt x="108890" y="420091"/>
                    <a:pt x="94462" y="382498"/>
                  </a:cubicBezTo>
                  <a:cubicBezTo>
                    <a:pt x="39694" y="367895"/>
                    <a:pt x="806" y="318608"/>
                    <a:pt x="0" y="261181"/>
                  </a:cubicBezTo>
                  <a:lnTo>
                    <a:pt x="0" y="261181"/>
                  </a:lnTo>
                  <a:lnTo>
                    <a:pt x="0" y="257538"/>
                  </a:lnTo>
                  <a:lnTo>
                    <a:pt x="0" y="257538"/>
                  </a:lnTo>
                  <a:cubicBezTo>
                    <a:pt x="478" y="223522"/>
                    <a:pt x="14338" y="191579"/>
                    <a:pt x="38532" y="168034"/>
                  </a:cubicBezTo>
                  <a:cubicBezTo>
                    <a:pt x="37389" y="162661"/>
                    <a:pt x="36842" y="157213"/>
                    <a:pt x="36703" y="151765"/>
                  </a:cubicBezTo>
                  <a:cubicBezTo>
                    <a:pt x="36652" y="151054"/>
                    <a:pt x="36614" y="150520"/>
                    <a:pt x="36614" y="150355"/>
                  </a:cubicBezTo>
                  <a:lnTo>
                    <a:pt x="36639" y="150355"/>
                  </a:lnTo>
                  <a:cubicBezTo>
                    <a:pt x="36627" y="150089"/>
                    <a:pt x="36588" y="149809"/>
                    <a:pt x="36588" y="149542"/>
                  </a:cubicBezTo>
                  <a:cubicBezTo>
                    <a:pt x="36588" y="106807"/>
                    <a:pt x="66903" y="70040"/>
                    <a:pt x="107620" y="60846"/>
                  </a:cubicBezTo>
                  <a:cubicBezTo>
                    <a:pt x="120218" y="24943"/>
                    <a:pt x="154508" y="0"/>
                    <a:pt x="193471" y="0"/>
                  </a:cubicBezTo>
                  <a:cubicBezTo>
                    <a:pt x="223481" y="0"/>
                    <a:pt x="267830" y="14681"/>
                    <a:pt x="284403" y="37173"/>
                  </a:cubicBezTo>
                  <a:lnTo>
                    <a:pt x="284442" y="403276"/>
                  </a:lnTo>
                  <a:cubicBezTo>
                    <a:pt x="266611" y="428752"/>
                    <a:pt x="219291" y="445516"/>
                    <a:pt x="186143" y="445516"/>
                  </a:cubicBezTo>
                  <a:close/>
                </a:path>
              </a:pathLst>
            </a:custGeom>
            <a:solidFill>
              <a:srgbClr val="002855"/>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dirty="0">
                <a:solidFill>
                  <a:srgbClr val="000000"/>
                </a:solidFill>
                <a:latin typeface="Arial"/>
                <a:ea typeface="Arial"/>
                <a:cs typeface="Arial"/>
                <a:sym typeface="Arial"/>
              </a:endParaRPr>
            </a:p>
          </p:txBody>
        </p:sp>
      </p:grpSp>
      <p:grpSp>
        <p:nvGrpSpPr>
          <p:cNvPr id="941" name="Google Shape;941;p19"/>
          <p:cNvGrpSpPr/>
          <p:nvPr/>
        </p:nvGrpSpPr>
        <p:grpSpPr>
          <a:xfrm>
            <a:off x="3323256" y="1348273"/>
            <a:ext cx="2567381" cy="2481150"/>
            <a:chOff x="4462993" y="1881916"/>
            <a:chExt cx="3423174" cy="3308200"/>
          </a:xfrm>
        </p:grpSpPr>
        <p:sp>
          <p:nvSpPr>
            <p:cNvPr id="942" name="Google Shape;942;p19"/>
            <p:cNvSpPr/>
            <p:nvPr/>
          </p:nvSpPr>
          <p:spPr>
            <a:xfrm>
              <a:off x="7080644" y="1918854"/>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1</a:t>
              </a:r>
              <a:endParaRPr sz="1050" b="0" i="0" u="none" strike="noStrike" cap="none" dirty="0">
                <a:solidFill>
                  <a:srgbClr val="000000"/>
                </a:solidFill>
                <a:latin typeface="Arial"/>
                <a:ea typeface="Arial"/>
                <a:cs typeface="Arial"/>
                <a:sym typeface="Arial"/>
              </a:endParaRPr>
            </a:p>
          </p:txBody>
        </p:sp>
        <p:sp>
          <p:nvSpPr>
            <p:cNvPr id="943" name="Google Shape;943;p19"/>
            <p:cNvSpPr/>
            <p:nvPr/>
          </p:nvSpPr>
          <p:spPr>
            <a:xfrm>
              <a:off x="5081821" y="1881916"/>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5</a:t>
              </a:r>
              <a:endParaRPr sz="1050" b="0" i="0" u="none" strike="noStrike" cap="none" dirty="0">
                <a:solidFill>
                  <a:srgbClr val="000000"/>
                </a:solidFill>
                <a:latin typeface="Arial"/>
                <a:ea typeface="Arial"/>
                <a:cs typeface="Arial"/>
                <a:sym typeface="Arial"/>
              </a:endParaRPr>
            </a:p>
          </p:txBody>
        </p:sp>
        <p:sp>
          <p:nvSpPr>
            <p:cNvPr id="944" name="Google Shape;944;p19"/>
            <p:cNvSpPr/>
            <p:nvPr/>
          </p:nvSpPr>
          <p:spPr>
            <a:xfrm>
              <a:off x="7611847" y="3827492"/>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2</a:t>
              </a:r>
              <a:endParaRPr sz="1050" b="0" i="0" u="none" strike="noStrike" cap="none" dirty="0">
                <a:solidFill>
                  <a:srgbClr val="000000"/>
                </a:solidFill>
                <a:latin typeface="Arial"/>
                <a:ea typeface="Arial"/>
                <a:cs typeface="Arial"/>
                <a:sym typeface="Arial"/>
              </a:endParaRPr>
            </a:p>
          </p:txBody>
        </p:sp>
        <p:sp>
          <p:nvSpPr>
            <p:cNvPr id="945" name="Google Shape;945;p19"/>
            <p:cNvSpPr/>
            <p:nvPr/>
          </p:nvSpPr>
          <p:spPr>
            <a:xfrm>
              <a:off x="4462993" y="3721623"/>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4</a:t>
              </a:r>
              <a:endParaRPr sz="1050" b="0" i="0" u="none" strike="noStrike" cap="none" dirty="0">
                <a:solidFill>
                  <a:srgbClr val="000000"/>
                </a:solidFill>
                <a:latin typeface="Arial"/>
                <a:ea typeface="Arial"/>
                <a:cs typeface="Arial"/>
                <a:sym typeface="Arial"/>
              </a:endParaRPr>
            </a:p>
          </p:txBody>
        </p:sp>
        <p:sp>
          <p:nvSpPr>
            <p:cNvPr id="946" name="Google Shape;946;p19"/>
            <p:cNvSpPr/>
            <p:nvPr/>
          </p:nvSpPr>
          <p:spPr>
            <a:xfrm>
              <a:off x="5990739" y="4915796"/>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3</a:t>
              </a:r>
              <a:endParaRPr sz="1050" b="0" i="0" u="none" strike="noStrike" cap="none" dirty="0">
                <a:solidFill>
                  <a:srgbClr val="000000"/>
                </a:solidFill>
                <a:latin typeface="Arial"/>
                <a:ea typeface="Arial"/>
                <a:cs typeface="Arial"/>
                <a:sym typeface="Arial"/>
              </a:endParaRPr>
            </a:p>
          </p:txBody>
        </p:sp>
      </p:grpSp>
      <p:cxnSp>
        <p:nvCxnSpPr>
          <p:cNvPr id="947" name="Google Shape;947;p19"/>
          <p:cNvCxnSpPr>
            <a:cxnSpLocks/>
            <a:stCxn id="937" idx="0"/>
            <a:endCxn id="946" idx="4"/>
          </p:cNvCxnSpPr>
          <p:nvPr/>
        </p:nvCxnSpPr>
        <p:spPr>
          <a:xfrm flipH="1" flipV="1">
            <a:off x="4571936" y="3829423"/>
            <a:ext cx="84490" cy="281342"/>
          </a:xfrm>
          <a:prstGeom prst="straightConnector1">
            <a:avLst/>
          </a:prstGeom>
          <a:noFill/>
          <a:ln w="25400" cap="flat" cmpd="sng">
            <a:solidFill>
              <a:srgbClr val="F8530C"/>
            </a:solidFill>
            <a:prstDash val="solid"/>
            <a:round/>
            <a:headEnd type="none" w="sm" len="sm"/>
            <a:tailEnd type="triangle" w="med" len="med"/>
          </a:ln>
        </p:spPr>
      </p:cxnSp>
      <p:grpSp>
        <p:nvGrpSpPr>
          <p:cNvPr id="948" name="Google Shape;948;p19"/>
          <p:cNvGrpSpPr/>
          <p:nvPr/>
        </p:nvGrpSpPr>
        <p:grpSpPr>
          <a:xfrm>
            <a:off x="5907565" y="2648705"/>
            <a:ext cx="1932688" cy="507809"/>
            <a:chOff x="7876754" y="3359330"/>
            <a:chExt cx="2576917" cy="677079"/>
          </a:xfrm>
        </p:grpSpPr>
        <p:sp>
          <p:nvSpPr>
            <p:cNvPr id="949" name="Google Shape;949;p19"/>
            <p:cNvSpPr txBox="1"/>
            <p:nvPr/>
          </p:nvSpPr>
          <p:spPr>
            <a:xfrm>
              <a:off x="8577211" y="3359330"/>
              <a:ext cx="1876460" cy="677079"/>
            </a:xfrm>
            <a:prstGeom prst="rect">
              <a:avLst/>
            </a:prstGeom>
            <a:solidFill>
              <a:schemeClr val="lt1"/>
            </a:solid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Prioritize no more than a </a:t>
              </a:r>
              <a:r>
                <a:rPr lang="en" sz="12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3"/>
                    </a:ext>
                  </a:extLst>
                </a:rPr>
                <a:t>few.</a:t>
              </a:r>
              <a:endParaRPr sz="1050" b="0" i="0" u="none" strike="noStrike" cap="none" dirty="0">
                <a:solidFill>
                  <a:schemeClr val="dk1"/>
                </a:solidFill>
                <a:latin typeface="Arial"/>
                <a:ea typeface="Arial"/>
                <a:cs typeface="Arial"/>
                <a:sym typeface="Arial"/>
              </a:endParaRPr>
            </a:p>
          </p:txBody>
        </p:sp>
        <p:cxnSp>
          <p:nvCxnSpPr>
            <p:cNvPr id="950" name="Google Shape;950;p19"/>
            <p:cNvCxnSpPr/>
            <p:nvPr/>
          </p:nvCxnSpPr>
          <p:spPr>
            <a:xfrm rot="10800000">
              <a:off x="7876754" y="3689065"/>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951" name="Google Shape;951;p19"/>
          <p:cNvGrpSpPr/>
          <p:nvPr/>
        </p:nvGrpSpPr>
        <p:grpSpPr>
          <a:xfrm>
            <a:off x="5492235" y="1184787"/>
            <a:ext cx="2011318" cy="507771"/>
            <a:chOff x="7373763" y="1650144"/>
            <a:chExt cx="3849352" cy="408037"/>
          </a:xfrm>
        </p:grpSpPr>
        <p:sp>
          <p:nvSpPr>
            <p:cNvPr id="952" name="Google Shape;952;p19"/>
            <p:cNvSpPr txBox="1"/>
            <p:nvPr/>
          </p:nvSpPr>
          <p:spPr>
            <a:xfrm>
              <a:off x="8071825" y="1650144"/>
              <a:ext cx="3151290" cy="408037"/>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Generate many use-case ideas.</a:t>
              </a:r>
              <a:endParaRPr sz="1050" b="0" i="0" u="none" strike="noStrike" cap="none" dirty="0">
                <a:solidFill>
                  <a:srgbClr val="000000"/>
                </a:solidFill>
                <a:latin typeface="Arial"/>
                <a:ea typeface="Arial"/>
                <a:cs typeface="Arial"/>
                <a:sym typeface="Arial"/>
              </a:endParaRPr>
            </a:p>
          </p:txBody>
        </p:sp>
        <p:cxnSp>
          <p:nvCxnSpPr>
            <p:cNvPr id="953" name="Google Shape;953;p19"/>
            <p:cNvCxnSpPr/>
            <p:nvPr/>
          </p:nvCxnSpPr>
          <p:spPr>
            <a:xfrm rot="10800000">
              <a:off x="7373763" y="1877724"/>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954" name="Google Shape;954;p19"/>
          <p:cNvGrpSpPr/>
          <p:nvPr/>
        </p:nvGrpSpPr>
        <p:grpSpPr>
          <a:xfrm>
            <a:off x="1073604" y="2484685"/>
            <a:ext cx="2214966" cy="692475"/>
            <a:chOff x="1431471" y="3202280"/>
            <a:chExt cx="2953288" cy="923300"/>
          </a:xfrm>
        </p:grpSpPr>
        <p:sp>
          <p:nvSpPr>
            <p:cNvPr id="955" name="Google Shape;955;p19"/>
            <p:cNvSpPr txBox="1"/>
            <p:nvPr/>
          </p:nvSpPr>
          <p:spPr>
            <a:xfrm>
              <a:off x="1431471" y="3202280"/>
              <a:ext cx="2250168" cy="923300"/>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Define a deployment approach and risk mitigation plan.</a:t>
              </a:r>
              <a:endParaRPr sz="1050" b="0" i="0" u="none" strike="noStrike" cap="none" dirty="0">
                <a:solidFill>
                  <a:srgbClr val="000000"/>
                </a:solidFill>
                <a:latin typeface="Arial"/>
                <a:ea typeface="Arial"/>
                <a:cs typeface="Arial"/>
                <a:sym typeface="Arial"/>
              </a:endParaRPr>
            </a:p>
          </p:txBody>
        </p:sp>
        <p:cxnSp>
          <p:nvCxnSpPr>
            <p:cNvPr id="956" name="Google Shape;956;p19"/>
            <p:cNvCxnSpPr/>
            <p:nvPr/>
          </p:nvCxnSpPr>
          <p:spPr>
            <a:xfrm>
              <a:off x="3681639" y="3666850"/>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957" name="Google Shape;957;p19"/>
          <p:cNvGrpSpPr/>
          <p:nvPr/>
        </p:nvGrpSpPr>
        <p:grpSpPr>
          <a:xfrm>
            <a:off x="1657186" y="1090936"/>
            <a:ext cx="2130191" cy="692475"/>
            <a:chOff x="2163346" y="1298760"/>
            <a:chExt cx="2840255" cy="923300"/>
          </a:xfrm>
        </p:grpSpPr>
        <p:sp>
          <p:nvSpPr>
            <p:cNvPr id="958" name="Google Shape;958;p19"/>
            <p:cNvSpPr txBox="1"/>
            <p:nvPr/>
          </p:nvSpPr>
          <p:spPr>
            <a:xfrm>
              <a:off x="2163346" y="1298760"/>
              <a:ext cx="2125334" cy="923300"/>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Deliver minimum functionality. Stop, refine or scale.</a:t>
              </a:r>
              <a:endParaRPr sz="1050" b="0" i="0" u="none" strike="noStrike" cap="none" dirty="0">
                <a:solidFill>
                  <a:srgbClr val="000000"/>
                </a:solidFill>
                <a:latin typeface="Arial"/>
                <a:ea typeface="Arial"/>
                <a:cs typeface="Arial"/>
                <a:sym typeface="Arial"/>
              </a:endParaRPr>
            </a:p>
          </p:txBody>
        </p:sp>
        <p:cxnSp>
          <p:nvCxnSpPr>
            <p:cNvPr id="959" name="Google Shape;959;p19"/>
            <p:cNvCxnSpPr/>
            <p:nvPr/>
          </p:nvCxnSpPr>
          <p:spPr>
            <a:xfrm>
              <a:off x="4300481" y="1745755"/>
              <a:ext cx="703120" cy="0"/>
            </a:xfrm>
            <a:prstGeom prst="straightConnector1">
              <a:avLst/>
            </a:prstGeom>
            <a:noFill/>
            <a:ln w="25400" cap="flat" cmpd="sng">
              <a:solidFill>
                <a:srgbClr val="F8530C"/>
              </a:solidFill>
              <a:prstDash val="solid"/>
              <a:round/>
              <a:headEnd type="none" w="sm" len="sm"/>
              <a:tailEnd type="triangle" w="med" len="med"/>
            </a:ln>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41"/>
          <p:cNvSpPr txBox="1">
            <a:spLocks noGrp="1"/>
          </p:cNvSpPr>
          <p:nvPr>
            <p:ph type="title"/>
          </p:nvPr>
        </p:nvSpPr>
        <p:spPr>
          <a:xfrm>
            <a:off x="342900" y="275035"/>
            <a:ext cx="8457000" cy="332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400"/>
              <a:buFont typeface="Arial Black"/>
              <a:buNone/>
            </a:pPr>
            <a:r>
              <a:rPr lang="en"/>
              <a:t>AI Use Cases in HR</a:t>
            </a:r>
            <a:endParaRPr sz="1100" dirty="0"/>
          </a:p>
        </p:txBody>
      </p:sp>
      <p:sp>
        <p:nvSpPr>
          <p:cNvPr id="965" name="Google Shape;965;p41"/>
          <p:cNvSpPr txBox="1"/>
          <p:nvPr/>
        </p:nvSpPr>
        <p:spPr>
          <a:xfrm>
            <a:off x="4677204" y="1002109"/>
            <a:ext cx="4204200" cy="22467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400" b="0" i="0" u="none" strike="noStrike" cap="none" dirty="0">
                <a:solidFill>
                  <a:srgbClr val="000000"/>
                </a:solidFill>
                <a:latin typeface="Arial"/>
                <a:ea typeface="Arial"/>
                <a:cs typeface="Arial"/>
                <a:sym typeface="Arial"/>
              </a:rPr>
              <a:t>For detailed use-case insights, refer to the following: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en" sz="1400" b="0" i="0" u="sng" strike="noStrike" cap="none" dirty="0">
                <a:solidFill>
                  <a:schemeClr val="hlink"/>
                </a:solidFill>
                <a:latin typeface="Arial"/>
                <a:ea typeface="Arial"/>
                <a:cs typeface="Arial"/>
                <a:sym typeface="Arial"/>
                <a:hlinkClick r:id="rId3"/>
              </a:rPr>
              <a:t>AI Use-Case Assessment for HR</a:t>
            </a:r>
            <a:endParaRPr sz="1400" b="0" i="0" u="sng" strike="noStrike" cap="none" dirty="0">
              <a:solidFill>
                <a:srgbClr val="0070C0"/>
              </a:solidFill>
              <a:latin typeface="Arial"/>
              <a:ea typeface="Arial"/>
              <a:cs typeface="Arial"/>
              <a:sym typeface="Arial"/>
            </a:endParaRPr>
          </a:p>
          <a:p>
            <a:pPr marL="285750" marR="0" lvl="0" indent="-209550" algn="l" rtl="0">
              <a:lnSpc>
                <a:spcPct val="100000"/>
              </a:lnSpc>
              <a:spcBef>
                <a:spcPts val="0"/>
              </a:spcBef>
              <a:spcAft>
                <a:spcPts val="0"/>
              </a:spcAft>
              <a:buClr>
                <a:srgbClr val="000000"/>
              </a:buClr>
              <a:buSzPts val="1200"/>
              <a:buFont typeface="Arial"/>
              <a:buNone/>
            </a:pPr>
            <a:endParaRPr sz="1400" b="0" i="0" u="sng" strike="noStrike" cap="none" dirty="0">
              <a:solidFill>
                <a:srgbClr val="0070C0"/>
              </a:solidFill>
              <a:latin typeface="Arial"/>
              <a:ea typeface="Arial"/>
              <a:cs typeface="Arial"/>
              <a:sym typeface="Arial"/>
            </a:endParaRPr>
          </a:p>
          <a:p>
            <a:pPr marL="285750" marR="0" lvl="0" indent="-209550" algn="l" rtl="0">
              <a:lnSpc>
                <a:spcPct val="100000"/>
              </a:lnSpc>
              <a:spcBef>
                <a:spcPts val="0"/>
              </a:spcBef>
              <a:spcAft>
                <a:spcPts val="0"/>
              </a:spcAft>
              <a:buClr>
                <a:srgbClr val="000000"/>
              </a:buClr>
              <a:buSzPts val="1200"/>
              <a:buFont typeface="Arial"/>
              <a:buNone/>
            </a:pPr>
            <a:endParaRPr sz="1400" b="0" i="0" u="sng" strike="noStrike" cap="none" dirty="0">
              <a:solidFill>
                <a:srgbClr val="0070C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en" sz="1400" b="0" i="0" u="sng" strike="noStrike" cap="none" dirty="0">
                <a:solidFill>
                  <a:srgbClr val="0070C0"/>
                </a:solidFill>
                <a:latin typeface="Arial"/>
                <a:ea typeface="Arial"/>
                <a:cs typeface="Arial"/>
                <a:sym typeface="Arial"/>
                <a:hlinkClick r:id="rId4">
                  <a:extLst>
                    <a:ext uri="{A12FA001-AC4F-418D-AE19-62706E023703}">
                      <ahyp:hlinkClr xmlns:ahyp="http://schemas.microsoft.com/office/drawing/2018/hyperlinkcolor" val="tx"/>
                    </a:ext>
                  </a:extLst>
                </a:hlinkClick>
              </a:rPr>
              <a:t>AI in HR Hype Cycle</a:t>
            </a:r>
            <a:endParaRPr sz="1400" b="0" i="0" u="sng" strike="noStrike" cap="none" dirty="0">
              <a:solidFill>
                <a:srgbClr val="0070C0"/>
              </a:solidFill>
              <a:latin typeface="Arial"/>
              <a:ea typeface="Arial"/>
              <a:cs typeface="Arial"/>
              <a:sym typeface="Arial"/>
            </a:endParaRPr>
          </a:p>
          <a:p>
            <a:pPr marL="285750" marR="0" lvl="0" indent="-209550" algn="l" rtl="0">
              <a:lnSpc>
                <a:spcPct val="100000"/>
              </a:lnSpc>
              <a:spcBef>
                <a:spcPts val="0"/>
              </a:spcBef>
              <a:spcAft>
                <a:spcPts val="0"/>
              </a:spcAft>
              <a:buClr>
                <a:srgbClr val="000000"/>
              </a:buClr>
              <a:buSzPts val="1200"/>
              <a:buFont typeface="Arial"/>
              <a:buNone/>
            </a:pPr>
            <a:endParaRPr sz="1400" b="0" i="0" u="sng" strike="noStrike" cap="none" dirty="0">
              <a:solidFill>
                <a:srgbClr val="0070C0"/>
              </a:solidFill>
              <a:latin typeface="Arial"/>
              <a:ea typeface="Arial"/>
              <a:cs typeface="Arial"/>
              <a:sym typeface="Arial"/>
              <a:hlinkClick r:id="rId5">
                <a:extLst>
                  <a:ext uri="{A12FA001-AC4F-418D-AE19-62706E023703}">
                    <ahyp:hlinkClr xmlns:ahyp="http://schemas.microsoft.com/office/drawing/2018/hyperlinkcolor" val="tx"/>
                  </a:ext>
                </a:extLst>
              </a:hlinkClick>
            </a:endParaRPr>
          </a:p>
          <a:p>
            <a:pPr marL="285750" marR="0" lvl="0" indent="-209550" algn="l" rtl="0">
              <a:lnSpc>
                <a:spcPct val="100000"/>
              </a:lnSpc>
              <a:spcBef>
                <a:spcPts val="0"/>
              </a:spcBef>
              <a:spcAft>
                <a:spcPts val="0"/>
              </a:spcAft>
              <a:buClr>
                <a:srgbClr val="000000"/>
              </a:buClr>
              <a:buSzPts val="1200"/>
              <a:buFont typeface="Arial"/>
              <a:buNone/>
            </a:pPr>
            <a:endParaRPr sz="1400" b="0" i="0" u="sng" strike="noStrike" cap="none" dirty="0">
              <a:solidFill>
                <a:srgbClr val="0070C0"/>
              </a:solidFill>
              <a:latin typeface="Arial"/>
              <a:ea typeface="Arial"/>
              <a:cs typeface="Arial"/>
              <a:sym typeface="Arial"/>
              <a:hlinkClick r:id="rId5">
                <a:extLst>
                  <a:ext uri="{A12FA001-AC4F-418D-AE19-62706E023703}">
                    <ahyp:hlinkClr xmlns:ahyp="http://schemas.microsoft.com/office/drawing/2018/hyperlinkcolor" val="tx"/>
                  </a:ext>
                </a:extLst>
              </a:hlinkClick>
            </a:endParaRPr>
          </a:p>
          <a:p>
            <a:pPr marL="285750" marR="0" lvl="0" indent="-285750" algn="l" rtl="0">
              <a:lnSpc>
                <a:spcPct val="100000"/>
              </a:lnSpc>
              <a:spcBef>
                <a:spcPts val="0"/>
              </a:spcBef>
              <a:spcAft>
                <a:spcPts val="0"/>
              </a:spcAft>
              <a:buClr>
                <a:srgbClr val="000000"/>
              </a:buClr>
              <a:buSzPts val="1200"/>
              <a:buFont typeface="Arial"/>
              <a:buChar char="•"/>
            </a:pPr>
            <a:r>
              <a:rPr lang="en" sz="1400" b="0" i="0" u="sng" strike="noStrike" cap="none" dirty="0">
                <a:solidFill>
                  <a:srgbClr val="0070C0"/>
                </a:solidFill>
                <a:latin typeface="Arial"/>
                <a:ea typeface="Arial"/>
                <a:cs typeface="Arial"/>
                <a:sym typeface="Arial"/>
                <a:hlinkClick r:id="rId6">
                  <a:extLst>
                    <a:ext uri="{A12FA001-AC4F-418D-AE19-62706E023703}">
                      <ahyp:hlinkClr xmlns:ahyp="http://schemas.microsoft.com/office/drawing/2018/hyperlinkcolor" val="tx"/>
                    </a:ext>
                  </a:extLst>
                </a:hlinkClick>
              </a:rPr>
              <a:t>Quick Answer: AI Agent Essentials for CHROs</a:t>
            </a:r>
            <a:endParaRPr sz="1400" b="0" i="0" u="sng" strike="noStrike" cap="none" dirty="0">
              <a:solidFill>
                <a:srgbClr val="0070C0"/>
              </a:solidFill>
              <a:latin typeface="Arial"/>
              <a:ea typeface="Arial"/>
              <a:cs typeface="Arial"/>
              <a:sym typeface="Arial"/>
            </a:endParaRPr>
          </a:p>
        </p:txBody>
      </p:sp>
      <p:pic>
        <p:nvPicPr>
          <p:cNvPr id="966" name="Google Shape;966;p41"/>
          <p:cNvPicPr preferRelativeResize="0"/>
          <p:nvPr/>
        </p:nvPicPr>
        <p:blipFill rotWithShape="1">
          <a:blip r:embed="rId7">
            <a:alphaModFix/>
          </a:blip>
          <a:srcRect r="27813" b="6950"/>
          <a:stretch/>
        </p:blipFill>
        <p:spPr>
          <a:xfrm>
            <a:off x="342900" y="767700"/>
            <a:ext cx="3482100" cy="3757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42"/>
          <p:cNvSpPr txBox="1">
            <a:spLocks noGrp="1"/>
          </p:cNvSpPr>
          <p:nvPr>
            <p:ph type="title"/>
          </p:nvPr>
        </p:nvSpPr>
        <p:spPr>
          <a:xfrm>
            <a:off x="342900" y="275035"/>
            <a:ext cx="8457000" cy="332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2400"/>
              <a:buFont typeface="Arial Black"/>
              <a:buNone/>
            </a:pPr>
            <a:r>
              <a:rPr lang="en" dirty="0"/>
              <a:t>AI in HR Deployment Variations</a:t>
            </a:r>
            <a:endParaRPr sz="1100" dirty="0"/>
          </a:p>
        </p:txBody>
      </p:sp>
      <p:sp>
        <p:nvSpPr>
          <p:cNvPr id="972" name="Google Shape;972;p42"/>
          <p:cNvSpPr txBox="1"/>
          <p:nvPr/>
        </p:nvSpPr>
        <p:spPr>
          <a:xfrm>
            <a:off x="339444" y="638783"/>
            <a:ext cx="845234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424242"/>
                </a:solidFill>
                <a:latin typeface="Arial"/>
                <a:ea typeface="Arial"/>
                <a:cs typeface="Arial"/>
                <a:sym typeface="Arial"/>
              </a:rPr>
              <a:t>While evaluating AI use cases, HR leaders must decide, for each individual use case, whether they will build or buy the capability. HR leaders can follow multiple paths to use AI by doing the following:</a:t>
            </a:r>
            <a:endParaRPr sz="1400" b="0" i="0" u="none" strike="noStrike" cap="none" dirty="0">
              <a:solidFill>
                <a:srgbClr val="000000"/>
              </a:solidFill>
              <a:latin typeface="Arial"/>
              <a:ea typeface="Arial"/>
              <a:cs typeface="Arial"/>
              <a:sym typeface="Arial"/>
            </a:endParaRPr>
          </a:p>
        </p:txBody>
      </p:sp>
      <p:sp>
        <p:nvSpPr>
          <p:cNvPr id="973" name="Google Shape;973;p42"/>
          <p:cNvSpPr/>
          <p:nvPr/>
        </p:nvSpPr>
        <p:spPr>
          <a:xfrm>
            <a:off x="339443" y="1187028"/>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Consume:</a:t>
            </a:r>
            <a:r>
              <a:rPr lang="en" sz="1400" b="0" i="0" u="none" strike="noStrike" cap="none" dirty="0">
                <a:solidFill>
                  <a:srgbClr val="FF540A"/>
                </a:solidFill>
                <a:latin typeface="Arial"/>
                <a:ea typeface="Arial"/>
                <a:cs typeface="Arial"/>
                <a:sym typeface="Arial"/>
              </a:rPr>
              <a:t> </a:t>
            </a:r>
            <a:r>
              <a:rPr lang="en" sz="1400" b="0" i="0" u="none" strike="noStrike" cap="none" dirty="0">
                <a:solidFill>
                  <a:srgbClr val="FFFFFF"/>
                </a:solidFill>
                <a:latin typeface="Arial"/>
                <a:ea typeface="Arial"/>
                <a:cs typeface="Arial"/>
                <a:sym typeface="Arial"/>
              </a:rPr>
              <a:t>Using the features already deployed within their existing HR technology stack (e.g., ATS, CRM). This scenario is common for many use cases listed in the AI use-case materials.</a:t>
            </a:r>
            <a:endParaRPr sz="1400" b="0" i="0" u="none" strike="noStrike" cap="none" dirty="0">
              <a:solidFill>
                <a:srgbClr val="000000"/>
              </a:solidFill>
              <a:latin typeface="Arial"/>
              <a:ea typeface="Arial"/>
              <a:cs typeface="Arial"/>
              <a:sym typeface="Arial"/>
            </a:endParaRPr>
          </a:p>
        </p:txBody>
      </p:sp>
      <p:sp>
        <p:nvSpPr>
          <p:cNvPr id="974" name="Google Shape;974;p42"/>
          <p:cNvSpPr/>
          <p:nvPr/>
        </p:nvSpPr>
        <p:spPr>
          <a:xfrm>
            <a:off x="347556" y="1985152"/>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Buy:</a:t>
            </a:r>
            <a:r>
              <a:rPr lang="en" sz="1400" b="0" i="0" u="none" strike="noStrike" cap="none" dirty="0">
                <a:solidFill>
                  <a:srgbClr val="FF540A"/>
                </a:solidFill>
                <a:latin typeface="Arial"/>
                <a:ea typeface="Arial"/>
                <a:cs typeface="Arial"/>
                <a:sym typeface="Arial"/>
              </a:rPr>
              <a:t> </a:t>
            </a:r>
            <a:r>
              <a:rPr lang="en" sz="1400" b="0" i="0" u="none" strike="noStrike" cap="none" dirty="0">
                <a:solidFill>
                  <a:srgbClr val="FFFFFF"/>
                </a:solidFill>
                <a:latin typeface="Arial"/>
                <a:ea typeface="Arial"/>
                <a:cs typeface="Arial"/>
                <a:sym typeface="Arial"/>
              </a:rPr>
              <a:t>Purchasing new HR technology point solutions that incorporate an AI feature or features. In general, point solutions will be tailored to a single or narrow set of use cases.</a:t>
            </a:r>
            <a:endParaRPr sz="1400" b="0" i="0" u="none" strike="noStrike" cap="none" dirty="0">
              <a:solidFill>
                <a:srgbClr val="000000"/>
              </a:solidFill>
              <a:latin typeface="Arial"/>
              <a:ea typeface="Arial"/>
              <a:cs typeface="Arial"/>
              <a:sym typeface="Arial"/>
            </a:endParaRPr>
          </a:p>
        </p:txBody>
      </p:sp>
      <p:sp>
        <p:nvSpPr>
          <p:cNvPr id="975" name="Google Shape;975;p42"/>
          <p:cNvSpPr/>
          <p:nvPr/>
        </p:nvSpPr>
        <p:spPr>
          <a:xfrm>
            <a:off x="347556" y="2783276"/>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Join in: </a:t>
            </a:r>
            <a:r>
              <a:rPr lang="en" sz="1400" b="0" i="0" u="none" strike="noStrike" cap="none" dirty="0">
                <a:solidFill>
                  <a:srgbClr val="FFFFFF"/>
                </a:solidFill>
                <a:latin typeface="Arial"/>
                <a:ea typeface="Arial"/>
                <a:cs typeface="Arial"/>
                <a:sym typeface="Arial"/>
              </a:rPr>
              <a:t>Partnering with the IT function to leverage enterprisewide AI investments. This path will be the most common for HR services use cases such as HR virtual assistants (e.g., through Copilot).</a:t>
            </a:r>
            <a:endParaRPr sz="1400" b="0" i="0" u="none" strike="noStrike" cap="none" dirty="0">
              <a:solidFill>
                <a:srgbClr val="000000"/>
              </a:solidFill>
              <a:latin typeface="Arial"/>
              <a:ea typeface="Arial"/>
              <a:cs typeface="Arial"/>
              <a:sym typeface="Arial"/>
            </a:endParaRPr>
          </a:p>
        </p:txBody>
      </p:sp>
      <p:sp>
        <p:nvSpPr>
          <p:cNvPr id="976" name="Google Shape;976;p42"/>
          <p:cNvSpPr/>
          <p:nvPr/>
        </p:nvSpPr>
        <p:spPr>
          <a:xfrm>
            <a:off x="347556" y="3581401"/>
            <a:ext cx="8439574" cy="636693"/>
          </a:xfrm>
          <a:prstGeom prst="rect">
            <a:avLst/>
          </a:prstGeom>
          <a:solidFill>
            <a:schemeClr val="accent1"/>
          </a:solidFill>
          <a:ln w="25400" cap="flat" cmpd="sng">
            <a:solidFill>
              <a:srgbClr val="001024"/>
            </a:solidFill>
            <a:prstDash val="solid"/>
            <a:round/>
            <a:headEnd type="none" w="sm" len="sm"/>
            <a:tailEnd type="none" w="sm" len="sm"/>
          </a:ln>
        </p:spPr>
        <p:txBody>
          <a:bodyPr spcFirstLastPara="1" wrap="square" lIns="91425" tIns="45700" rIns="91425" bIns="45700" anchor="ctr" anchorCtr="0">
            <a:noAutofit/>
          </a:bodyPr>
          <a:lstStyle/>
          <a:p>
            <a:pPr marL="630238"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FF540A"/>
                </a:solidFill>
                <a:latin typeface="Arial"/>
                <a:ea typeface="Arial"/>
                <a:cs typeface="Arial"/>
                <a:sym typeface="Arial"/>
              </a:rPr>
              <a:t>Build:</a:t>
            </a:r>
            <a:r>
              <a:rPr lang="en" sz="1400" b="0" i="0" u="none" strike="noStrike" cap="none" dirty="0">
                <a:solidFill>
                  <a:srgbClr val="FF540A"/>
                </a:solidFill>
                <a:latin typeface="Arial"/>
                <a:ea typeface="Arial"/>
                <a:cs typeface="Arial"/>
                <a:sym typeface="Arial"/>
              </a:rPr>
              <a:t> </a:t>
            </a:r>
            <a:r>
              <a:rPr lang="en" sz="1400" b="0" i="0" u="none" strike="noStrike" cap="none" dirty="0">
                <a:solidFill>
                  <a:srgbClr val="FFFFFF"/>
                </a:solidFill>
                <a:latin typeface="Arial"/>
                <a:ea typeface="Arial"/>
                <a:cs typeface="Arial"/>
                <a:sym typeface="Arial"/>
              </a:rPr>
              <a:t>Building capabilities directly in HR teams. This path requires the HR team to include roles for AI and application design and delivery, which will be rare.</a:t>
            </a:r>
            <a:endParaRPr sz="1400" b="0" i="0" u="none" strike="noStrike" cap="none" dirty="0">
              <a:solidFill>
                <a:srgbClr val="000000"/>
              </a:solidFill>
              <a:latin typeface="Arial"/>
              <a:ea typeface="Arial"/>
              <a:cs typeface="Arial"/>
              <a:sym typeface="Arial"/>
            </a:endParaRPr>
          </a:p>
        </p:txBody>
      </p:sp>
      <p:sp>
        <p:nvSpPr>
          <p:cNvPr id="977" name="Google Shape;977;p42"/>
          <p:cNvSpPr/>
          <p:nvPr/>
        </p:nvSpPr>
        <p:spPr>
          <a:xfrm>
            <a:off x="451717" y="2106955"/>
            <a:ext cx="459011" cy="356344"/>
          </a:xfrm>
          <a:custGeom>
            <a:avLst/>
            <a:gdLst/>
            <a:ahLst/>
            <a:cxnLst/>
            <a:rect l="l" t="t" r="r" b="b"/>
            <a:pathLst>
              <a:path w="622833" h="527268" extrusionOk="0">
                <a:moveTo>
                  <a:pt x="236220" y="440646"/>
                </a:moveTo>
                <a:cubicBezTo>
                  <a:pt x="234315" y="441588"/>
                  <a:pt x="231458" y="441588"/>
                  <a:pt x="229553" y="441588"/>
                </a:cubicBezTo>
                <a:cubicBezTo>
                  <a:pt x="214313" y="441588"/>
                  <a:pt x="201930" y="429348"/>
                  <a:pt x="201930" y="414283"/>
                </a:cubicBezTo>
                <a:cubicBezTo>
                  <a:pt x="201930" y="399218"/>
                  <a:pt x="214313" y="386978"/>
                  <a:pt x="229553" y="386978"/>
                </a:cubicBezTo>
                <a:lnTo>
                  <a:pt x="229553" y="386978"/>
                </a:lnTo>
                <a:cubicBezTo>
                  <a:pt x="244793" y="386978"/>
                  <a:pt x="256223" y="399218"/>
                  <a:pt x="256223" y="414283"/>
                </a:cubicBezTo>
                <a:cubicBezTo>
                  <a:pt x="256223" y="426523"/>
                  <a:pt x="247650" y="436880"/>
                  <a:pt x="236220" y="440646"/>
                </a:cubicBezTo>
                <a:moveTo>
                  <a:pt x="271463" y="365322"/>
                </a:moveTo>
                <a:lnTo>
                  <a:pt x="271463" y="365322"/>
                </a:lnTo>
                <a:cubicBezTo>
                  <a:pt x="261938" y="356848"/>
                  <a:pt x="249555" y="351199"/>
                  <a:pt x="236220" y="350257"/>
                </a:cubicBezTo>
                <a:cubicBezTo>
                  <a:pt x="234315" y="350257"/>
                  <a:pt x="231458" y="350257"/>
                  <a:pt x="229553" y="350257"/>
                </a:cubicBezTo>
                <a:cubicBezTo>
                  <a:pt x="193358" y="350257"/>
                  <a:pt x="163830" y="379445"/>
                  <a:pt x="163830" y="415224"/>
                </a:cubicBezTo>
                <a:cubicBezTo>
                  <a:pt x="163830" y="451003"/>
                  <a:pt x="193358" y="480191"/>
                  <a:pt x="229553" y="480191"/>
                </a:cubicBezTo>
                <a:cubicBezTo>
                  <a:pt x="239078" y="480191"/>
                  <a:pt x="248603" y="478308"/>
                  <a:pt x="256223" y="474542"/>
                </a:cubicBezTo>
                <a:cubicBezTo>
                  <a:pt x="267653" y="468893"/>
                  <a:pt x="278130" y="460419"/>
                  <a:pt x="284798" y="450062"/>
                </a:cubicBezTo>
                <a:cubicBezTo>
                  <a:pt x="290513" y="440646"/>
                  <a:pt x="294323" y="428406"/>
                  <a:pt x="294323" y="416166"/>
                </a:cubicBezTo>
                <a:cubicBezTo>
                  <a:pt x="294323" y="394510"/>
                  <a:pt x="285750" y="376621"/>
                  <a:pt x="271463" y="365322"/>
                </a:cubicBezTo>
                <a:moveTo>
                  <a:pt x="574358" y="439705"/>
                </a:moveTo>
                <a:cubicBezTo>
                  <a:pt x="563880" y="456653"/>
                  <a:pt x="544830" y="466068"/>
                  <a:pt x="518160" y="467951"/>
                </a:cubicBezTo>
                <a:cubicBezTo>
                  <a:pt x="515303" y="467951"/>
                  <a:pt x="482918" y="467951"/>
                  <a:pt x="458153" y="467951"/>
                </a:cubicBezTo>
                <a:lnTo>
                  <a:pt x="458153" y="301297"/>
                </a:lnTo>
                <a:lnTo>
                  <a:pt x="297180" y="301297"/>
                </a:lnTo>
                <a:cubicBezTo>
                  <a:pt x="308610" y="280582"/>
                  <a:pt x="321945" y="259868"/>
                  <a:pt x="338138" y="239154"/>
                </a:cubicBezTo>
                <a:lnTo>
                  <a:pt x="388620" y="175129"/>
                </a:lnTo>
                <a:lnTo>
                  <a:pt x="397193" y="175129"/>
                </a:lnTo>
                <a:lnTo>
                  <a:pt x="370523" y="241037"/>
                </a:lnTo>
                <a:lnTo>
                  <a:pt x="405765" y="255161"/>
                </a:lnTo>
                <a:lnTo>
                  <a:pt x="424815" y="207141"/>
                </a:lnTo>
                <a:lnTo>
                  <a:pt x="443865" y="255161"/>
                </a:lnTo>
                <a:lnTo>
                  <a:pt x="479108" y="241037"/>
                </a:lnTo>
                <a:lnTo>
                  <a:pt x="452438" y="175129"/>
                </a:lnTo>
                <a:lnTo>
                  <a:pt x="461010" y="175129"/>
                </a:lnTo>
                <a:lnTo>
                  <a:pt x="511493" y="239154"/>
                </a:lnTo>
                <a:cubicBezTo>
                  <a:pt x="537210" y="272108"/>
                  <a:pt x="557213" y="306004"/>
                  <a:pt x="570548" y="339900"/>
                </a:cubicBezTo>
                <a:cubicBezTo>
                  <a:pt x="588645" y="380387"/>
                  <a:pt x="588645" y="416166"/>
                  <a:pt x="574358" y="439705"/>
                </a:cubicBezTo>
                <a:moveTo>
                  <a:pt x="419100" y="489607"/>
                </a:moveTo>
                <a:lnTo>
                  <a:pt x="38100" y="489607"/>
                </a:lnTo>
                <a:lnTo>
                  <a:pt x="38100" y="338959"/>
                </a:lnTo>
                <a:lnTo>
                  <a:pt x="419100" y="338959"/>
                </a:lnTo>
                <a:lnTo>
                  <a:pt x="419100" y="489607"/>
                </a:lnTo>
                <a:close/>
                <a:moveTo>
                  <a:pt x="337185" y="64967"/>
                </a:moveTo>
                <a:cubicBezTo>
                  <a:pt x="347663" y="54610"/>
                  <a:pt x="371475" y="37662"/>
                  <a:pt x="425768" y="37662"/>
                </a:cubicBezTo>
                <a:cubicBezTo>
                  <a:pt x="480060" y="37662"/>
                  <a:pt x="504825" y="54610"/>
                  <a:pt x="514350" y="64967"/>
                </a:cubicBezTo>
                <a:lnTo>
                  <a:pt x="461963" y="137467"/>
                </a:lnTo>
                <a:lnTo>
                  <a:pt x="388620" y="137467"/>
                </a:lnTo>
                <a:lnTo>
                  <a:pt x="337185" y="64967"/>
                </a:lnTo>
                <a:close/>
                <a:moveTo>
                  <a:pt x="607695" y="326718"/>
                </a:moveTo>
                <a:cubicBezTo>
                  <a:pt x="592455" y="289056"/>
                  <a:pt x="571500" y="252336"/>
                  <a:pt x="542925" y="216557"/>
                </a:cubicBezTo>
                <a:lnTo>
                  <a:pt x="495300" y="156298"/>
                </a:lnTo>
                <a:lnTo>
                  <a:pt x="558165" y="67792"/>
                </a:lnTo>
                <a:lnTo>
                  <a:pt x="554355" y="58376"/>
                </a:lnTo>
                <a:cubicBezTo>
                  <a:pt x="554355" y="55552"/>
                  <a:pt x="530543" y="0"/>
                  <a:pt x="425768" y="0"/>
                </a:cubicBezTo>
                <a:cubicBezTo>
                  <a:pt x="320993" y="0"/>
                  <a:pt x="298133" y="55552"/>
                  <a:pt x="297180" y="57435"/>
                </a:cubicBezTo>
                <a:lnTo>
                  <a:pt x="293370" y="66850"/>
                </a:lnTo>
                <a:lnTo>
                  <a:pt x="356235" y="155356"/>
                </a:lnTo>
                <a:lnTo>
                  <a:pt x="308610" y="215615"/>
                </a:lnTo>
                <a:cubicBezTo>
                  <a:pt x="286703" y="242920"/>
                  <a:pt x="268605" y="272108"/>
                  <a:pt x="255270" y="301297"/>
                </a:cubicBezTo>
                <a:lnTo>
                  <a:pt x="0" y="301297"/>
                </a:lnTo>
                <a:lnTo>
                  <a:pt x="0" y="527269"/>
                </a:lnTo>
                <a:lnTo>
                  <a:pt x="457200" y="527269"/>
                </a:lnTo>
                <a:lnTo>
                  <a:pt x="457200" y="505613"/>
                </a:lnTo>
                <a:cubicBezTo>
                  <a:pt x="483870" y="505613"/>
                  <a:pt x="517208" y="505613"/>
                  <a:pt x="519113" y="505613"/>
                </a:cubicBezTo>
                <a:cubicBezTo>
                  <a:pt x="568643" y="502789"/>
                  <a:pt x="593408" y="479250"/>
                  <a:pt x="605790" y="460419"/>
                </a:cubicBezTo>
                <a:cubicBezTo>
                  <a:pt x="627698" y="426523"/>
                  <a:pt x="628650" y="377562"/>
                  <a:pt x="607695" y="326718"/>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78" name="Google Shape;978;p42"/>
          <p:cNvSpPr/>
          <p:nvPr/>
        </p:nvSpPr>
        <p:spPr>
          <a:xfrm>
            <a:off x="495849" y="2906523"/>
            <a:ext cx="398052" cy="390198"/>
          </a:xfrm>
          <a:custGeom>
            <a:avLst/>
            <a:gdLst/>
            <a:ahLst/>
            <a:cxnLst/>
            <a:rect l="l" t="t" r="r" b="b"/>
            <a:pathLst>
              <a:path w="533400" h="533400" extrusionOk="0">
                <a:moveTo>
                  <a:pt x="502520" y="375504"/>
                </a:moveTo>
                <a:lnTo>
                  <a:pt x="490118" y="195701"/>
                </a:lnTo>
                <a:cubicBezTo>
                  <a:pt x="515360" y="186204"/>
                  <a:pt x="533400" y="161877"/>
                  <a:pt x="533400" y="133350"/>
                </a:cubicBezTo>
                <a:cubicBezTo>
                  <a:pt x="533400" y="96584"/>
                  <a:pt x="503482" y="66675"/>
                  <a:pt x="466725" y="66675"/>
                </a:cubicBezTo>
                <a:cubicBezTo>
                  <a:pt x="449209" y="66675"/>
                  <a:pt x="433292" y="73523"/>
                  <a:pt x="421376" y="84611"/>
                </a:cubicBezTo>
                <a:lnTo>
                  <a:pt x="323612" y="35728"/>
                </a:lnTo>
                <a:cubicBezTo>
                  <a:pt x="322364" y="15812"/>
                  <a:pt x="305981" y="0"/>
                  <a:pt x="285750" y="0"/>
                </a:cubicBezTo>
                <a:cubicBezTo>
                  <a:pt x="265795" y="0"/>
                  <a:pt x="249612" y="15392"/>
                  <a:pt x="247974" y="34919"/>
                </a:cubicBezTo>
                <a:lnTo>
                  <a:pt x="115529" y="97660"/>
                </a:lnTo>
                <a:cubicBezTo>
                  <a:pt x="103337" y="84496"/>
                  <a:pt x="85982" y="76200"/>
                  <a:pt x="66675" y="76200"/>
                </a:cubicBezTo>
                <a:cubicBezTo>
                  <a:pt x="29909" y="76200"/>
                  <a:pt x="0" y="106109"/>
                  <a:pt x="0" y="142875"/>
                </a:cubicBezTo>
                <a:cubicBezTo>
                  <a:pt x="0" y="174869"/>
                  <a:pt x="22670" y="201654"/>
                  <a:pt x="52778" y="208074"/>
                </a:cubicBezTo>
                <a:lnTo>
                  <a:pt x="61646" y="318897"/>
                </a:lnTo>
                <a:cubicBezTo>
                  <a:pt x="36757" y="328584"/>
                  <a:pt x="19050" y="352739"/>
                  <a:pt x="19050" y="381000"/>
                </a:cubicBezTo>
                <a:cubicBezTo>
                  <a:pt x="19050" y="417757"/>
                  <a:pt x="48959" y="447675"/>
                  <a:pt x="85725" y="447675"/>
                </a:cubicBezTo>
                <a:cubicBezTo>
                  <a:pt x="104308" y="447675"/>
                  <a:pt x="121129" y="440017"/>
                  <a:pt x="133226" y="427701"/>
                </a:cubicBezTo>
                <a:lnTo>
                  <a:pt x="182270" y="453666"/>
                </a:lnTo>
                <a:cubicBezTo>
                  <a:pt x="181432" y="457895"/>
                  <a:pt x="180975" y="462258"/>
                  <a:pt x="180975" y="466725"/>
                </a:cubicBezTo>
                <a:cubicBezTo>
                  <a:pt x="180975" y="503482"/>
                  <a:pt x="210884" y="533400"/>
                  <a:pt x="247650" y="533400"/>
                </a:cubicBezTo>
                <a:cubicBezTo>
                  <a:pt x="283188" y="533400"/>
                  <a:pt x="312239" y="505425"/>
                  <a:pt x="314144" y="470354"/>
                </a:cubicBezTo>
                <a:lnTo>
                  <a:pt x="458229" y="435778"/>
                </a:lnTo>
                <a:cubicBezTo>
                  <a:pt x="465163" y="443074"/>
                  <a:pt x="474907" y="447675"/>
                  <a:pt x="485775" y="447675"/>
                </a:cubicBezTo>
                <a:cubicBezTo>
                  <a:pt x="506816" y="447675"/>
                  <a:pt x="523875" y="430616"/>
                  <a:pt x="523875" y="409575"/>
                </a:cubicBezTo>
                <a:cubicBezTo>
                  <a:pt x="523875" y="394573"/>
                  <a:pt x="515122" y="381724"/>
                  <a:pt x="502520" y="375504"/>
                </a:cubicBezTo>
                <a:close/>
                <a:moveTo>
                  <a:pt x="402022" y="117539"/>
                </a:moveTo>
                <a:cubicBezTo>
                  <a:pt x="400783" y="122615"/>
                  <a:pt x="400050" y="127892"/>
                  <a:pt x="400050" y="133350"/>
                </a:cubicBezTo>
                <a:cubicBezTo>
                  <a:pt x="400050" y="146790"/>
                  <a:pt x="404079" y="159296"/>
                  <a:pt x="410947" y="169774"/>
                </a:cubicBezTo>
                <a:lnTo>
                  <a:pt x="388649" y="196120"/>
                </a:lnTo>
                <a:cubicBezTo>
                  <a:pt x="380467" y="192529"/>
                  <a:pt x="371446" y="190500"/>
                  <a:pt x="361950" y="190500"/>
                </a:cubicBezTo>
                <a:cubicBezTo>
                  <a:pt x="360950" y="190500"/>
                  <a:pt x="359969" y="190605"/>
                  <a:pt x="358978" y="190652"/>
                </a:cubicBezTo>
                <a:lnTo>
                  <a:pt x="319135" y="76095"/>
                </a:lnTo>
                <a:lnTo>
                  <a:pt x="402022" y="117539"/>
                </a:lnTo>
                <a:close/>
                <a:moveTo>
                  <a:pt x="390525" y="257175"/>
                </a:moveTo>
                <a:cubicBezTo>
                  <a:pt x="390525" y="258689"/>
                  <a:pt x="390306" y="260137"/>
                  <a:pt x="390077" y="261595"/>
                </a:cubicBezTo>
                <a:cubicBezTo>
                  <a:pt x="388277" y="273072"/>
                  <a:pt x="379695" y="282264"/>
                  <a:pt x="368522" y="284921"/>
                </a:cubicBezTo>
                <a:cubicBezTo>
                  <a:pt x="366398" y="285417"/>
                  <a:pt x="364217" y="285750"/>
                  <a:pt x="361950" y="285750"/>
                </a:cubicBezTo>
                <a:cubicBezTo>
                  <a:pt x="361455" y="285750"/>
                  <a:pt x="360998" y="285626"/>
                  <a:pt x="360512" y="285607"/>
                </a:cubicBezTo>
                <a:cubicBezTo>
                  <a:pt x="356130" y="285388"/>
                  <a:pt x="352044" y="284159"/>
                  <a:pt x="348405" y="282178"/>
                </a:cubicBezTo>
                <a:cubicBezTo>
                  <a:pt x="342233" y="278816"/>
                  <a:pt x="337480" y="273320"/>
                  <a:pt x="335109" y="266614"/>
                </a:cubicBezTo>
                <a:cubicBezTo>
                  <a:pt x="334051" y="263642"/>
                  <a:pt x="333375" y="260499"/>
                  <a:pt x="333375" y="257175"/>
                </a:cubicBezTo>
                <a:cubicBezTo>
                  <a:pt x="333375" y="253222"/>
                  <a:pt x="334185" y="249460"/>
                  <a:pt x="335642" y="246040"/>
                </a:cubicBezTo>
                <a:cubicBezTo>
                  <a:pt x="336023" y="245145"/>
                  <a:pt x="336556" y="244335"/>
                  <a:pt x="337023" y="243497"/>
                </a:cubicBezTo>
                <a:cubicBezTo>
                  <a:pt x="341757" y="234906"/>
                  <a:pt x="350691" y="229000"/>
                  <a:pt x="361102" y="228695"/>
                </a:cubicBezTo>
                <a:cubicBezTo>
                  <a:pt x="361388" y="228676"/>
                  <a:pt x="361664" y="228600"/>
                  <a:pt x="361950" y="228600"/>
                </a:cubicBezTo>
                <a:cubicBezTo>
                  <a:pt x="365846" y="228600"/>
                  <a:pt x="369560" y="229391"/>
                  <a:pt x="372951" y="230810"/>
                </a:cubicBezTo>
                <a:cubicBezTo>
                  <a:pt x="382124" y="234648"/>
                  <a:pt x="388763" y="243173"/>
                  <a:pt x="390144" y="253346"/>
                </a:cubicBezTo>
                <a:cubicBezTo>
                  <a:pt x="390306" y="254613"/>
                  <a:pt x="390525" y="255861"/>
                  <a:pt x="390525" y="257175"/>
                </a:cubicBezTo>
                <a:close/>
                <a:moveTo>
                  <a:pt x="287198" y="100270"/>
                </a:moveTo>
                <a:lnTo>
                  <a:pt x="322993" y="203178"/>
                </a:lnTo>
                <a:cubicBezTo>
                  <a:pt x="306657" y="214998"/>
                  <a:pt x="295885" y="233982"/>
                  <a:pt x="295351" y="255518"/>
                </a:cubicBezTo>
                <a:lnTo>
                  <a:pt x="237192" y="269205"/>
                </a:lnTo>
                <a:cubicBezTo>
                  <a:pt x="237173" y="269186"/>
                  <a:pt x="237163" y="269167"/>
                  <a:pt x="237153" y="269157"/>
                </a:cubicBezTo>
                <a:lnTo>
                  <a:pt x="287198" y="100270"/>
                </a:lnTo>
                <a:close/>
                <a:moveTo>
                  <a:pt x="132359" y="131836"/>
                </a:moveTo>
                <a:lnTo>
                  <a:pt x="255375" y="73571"/>
                </a:lnTo>
                <a:lnTo>
                  <a:pt x="200816" y="257718"/>
                </a:lnTo>
                <a:lnTo>
                  <a:pt x="124825" y="175403"/>
                </a:lnTo>
                <a:cubicBezTo>
                  <a:pt x="130235" y="165773"/>
                  <a:pt x="133350" y="154686"/>
                  <a:pt x="133350" y="142875"/>
                </a:cubicBezTo>
                <a:cubicBezTo>
                  <a:pt x="133350" y="139103"/>
                  <a:pt x="132959" y="135436"/>
                  <a:pt x="132359" y="131836"/>
                </a:cubicBezTo>
                <a:close/>
                <a:moveTo>
                  <a:pt x="49368" y="165459"/>
                </a:moveTo>
                <a:cubicBezTo>
                  <a:pt x="42567" y="160230"/>
                  <a:pt x="38100" y="152105"/>
                  <a:pt x="38100" y="142875"/>
                </a:cubicBezTo>
                <a:cubicBezTo>
                  <a:pt x="38100" y="127121"/>
                  <a:pt x="50921" y="114300"/>
                  <a:pt x="66675" y="114300"/>
                </a:cubicBezTo>
                <a:cubicBezTo>
                  <a:pt x="82429" y="114300"/>
                  <a:pt x="95250" y="127121"/>
                  <a:pt x="95250" y="142875"/>
                </a:cubicBezTo>
                <a:cubicBezTo>
                  <a:pt x="95250" y="150485"/>
                  <a:pt x="92221" y="157363"/>
                  <a:pt x="87354" y="162487"/>
                </a:cubicBezTo>
                <a:cubicBezTo>
                  <a:pt x="82144" y="167973"/>
                  <a:pt x="74828" y="171450"/>
                  <a:pt x="66675" y="171450"/>
                </a:cubicBezTo>
                <a:cubicBezTo>
                  <a:pt x="60141" y="171450"/>
                  <a:pt x="54188" y="169164"/>
                  <a:pt x="49368" y="165459"/>
                </a:cubicBezTo>
                <a:close/>
                <a:moveTo>
                  <a:pt x="113929" y="384639"/>
                </a:moveTo>
                <a:cubicBezTo>
                  <a:pt x="112547" y="395326"/>
                  <a:pt x="105327" y="404127"/>
                  <a:pt x="95517" y="407737"/>
                </a:cubicBezTo>
                <a:cubicBezTo>
                  <a:pt x="92450" y="408861"/>
                  <a:pt x="89183" y="409575"/>
                  <a:pt x="85725" y="409575"/>
                </a:cubicBezTo>
                <a:cubicBezTo>
                  <a:pt x="69971" y="409575"/>
                  <a:pt x="57150" y="396754"/>
                  <a:pt x="57150" y="381000"/>
                </a:cubicBezTo>
                <a:cubicBezTo>
                  <a:pt x="57150" y="373390"/>
                  <a:pt x="60179" y="366512"/>
                  <a:pt x="65046" y="361388"/>
                </a:cubicBezTo>
                <a:cubicBezTo>
                  <a:pt x="70256" y="355892"/>
                  <a:pt x="77572" y="352425"/>
                  <a:pt x="85725" y="352425"/>
                </a:cubicBezTo>
                <a:cubicBezTo>
                  <a:pt x="88001" y="352425"/>
                  <a:pt x="90192" y="352758"/>
                  <a:pt x="92316" y="353263"/>
                </a:cubicBezTo>
                <a:cubicBezTo>
                  <a:pt x="96288" y="354206"/>
                  <a:pt x="99889" y="355997"/>
                  <a:pt x="103032" y="358416"/>
                </a:cubicBezTo>
                <a:cubicBezTo>
                  <a:pt x="108061" y="362283"/>
                  <a:pt x="111766" y="367741"/>
                  <a:pt x="113357" y="374075"/>
                </a:cubicBezTo>
                <a:cubicBezTo>
                  <a:pt x="113909" y="376304"/>
                  <a:pt x="114300" y="378600"/>
                  <a:pt x="114300" y="381000"/>
                </a:cubicBezTo>
                <a:cubicBezTo>
                  <a:pt x="114300" y="382248"/>
                  <a:pt x="114090" y="383438"/>
                  <a:pt x="113929" y="384639"/>
                </a:cubicBezTo>
                <a:close/>
                <a:moveTo>
                  <a:pt x="127359" y="329003"/>
                </a:moveTo>
                <a:cubicBezTo>
                  <a:pt x="119396" y="322612"/>
                  <a:pt x="109957" y="318002"/>
                  <a:pt x="99622" y="315801"/>
                </a:cubicBezTo>
                <a:lnTo>
                  <a:pt x="90754" y="204978"/>
                </a:lnTo>
                <a:cubicBezTo>
                  <a:pt x="93059" y="204083"/>
                  <a:pt x="95307" y="203083"/>
                  <a:pt x="97479" y="201949"/>
                </a:cubicBezTo>
                <a:lnTo>
                  <a:pt x="173307" y="284102"/>
                </a:lnTo>
                <a:cubicBezTo>
                  <a:pt x="172212" y="287655"/>
                  <a:pt x="171450" y="291360"/>
                  <a:pt x="171450" y="295275"/>
                </a:cubicBezTo>
                <a:cubicBezTo>
                  <a:pt x="171450" y="296304"/>
                  <a:pt x="171669" y="297266"/>
                  <a:pt x="171755" y="298275"/>
                </a:cubicBezTo>
                <a:lnTo>
                  <a:pt x="127359" y="329003"/>
                </a:lnTo>
                <a:close/>
                <a:moveTo>
                  <a:pt x="200149" y="420024"/>
                </a:moveTo>
                <a:lnTo>
                  <a:pt x="151105" y="394059"/>
                </a:lnTo>
                <a:cubicBezTo>
                  <a:pt x="151943" y="389830"/>
                  <a:pt x="152400" y="385467"/>
                  <a:pt x="152400" y="381000"/>
                </a:cubicBezTo>
                <a:cubicBezTo>
                  <a:pt x="152400" y="373780"/>
                  <a:pt x="151209" y="366836"/>
                  <a:pt x="149076" y="360312"/>
                </a:cubicBezTo>
                <a:lnTo>
                  <a:pt x="193367" y="329651"/>
                </a:lnTo>
                <a:cubicBezTo>
                  <a:pt x="194881" y="330365"/>
                  <a:pt x="196453" y="330908"/>
                  <a:pt x="198072" y="331422"/>
                </a:cubicBezTo>
                <a:lnTo>
                  <a:pt x="215208" y="408527"/>
                </a:lnTo>
                <a:cubicBezTo>
                  <a:pt x="209645" y="411642"/>
                  <a:pt x="204578" y="415509"/>
                  <a:pt x="200149" y="420024"/>
                </a:cubicBezTo>
                <a:close/>
                <a:moveTo>
                  <a:pt x="272625" y="480317"/>
                </a:moveTo>
                <a:cubicBezTo>
                  <a:pt x="267776" y="489195"/>
                  <a:pt x="258461" y="495300"/>
                  <a:pt x="247650" y="495300"/>
                </a:cubicBezTo>
                <a:cubicBezTo>
                  <a:pt x="234296" y="495300"/>
                  <a:pt x="223142" y="486051"/>
                  <a:pt x="220018" y="473650"/>
                </a:cubicBezTo>
                <a:cubicBezTo>
                  <a:pt x="219466" y="471421"/>
                  <a:pt x="219075" y="469125"/>
                  <a:pt x="219075" y="466725"/>
                </a:cubicBezTo>
                <a:cubicBezTo>
                  <a:pt x="219075" y="460534"/>
                  <a:pt x="221104" y="454838"/>
                  <a:pt x="224457" y="450161"/>
                </a:cubicBezTo>
                <a:cubicBezTo>
                  <a:pt x="227771" y="445532"/>
                  <a:pt x="232429" y="441989"/>
                  <a:pt x="237858" y="439988"/>
                </a:cubicBezTo>
                <a:cubicBezTo>
                  <a:pt x="238906" y="439598"/>
                  <a:pt x="239973" y="439245"/>
                  <a:pt x="241078" y="438988"/>
                </a:cubicBezTo>
                <a:cubicBezTo>
                  <a:pt x="243202" y="438483"/>
                  <a:pt x="245383" y="438150"/>
                  <a:pt x="247650" y="438150"/>
                </a:cubicBezTo>
                <a:cubicBezTo>
                  <a:pt x="252765" y="438150"/>
                  <a:pt x="257508" y="439607"/>
                  <a:pt x="261661" y="441970"/>
                </a:cubicBezTo>
                <a:cubicBezTo>
                  <a:pt x="262404" y="442389"/>
                  <a:pt x="263176" y="442760"/>
                  <a:pt x="263871" y="443236"/>
                </a:cubicBezTo>
                <a:cubicBezTo>
                  <a:pt x="268776" y="446637"/>
                  <a:pt x="272482" y="451552"/>
                  <a:pt x="274501" y="457276"/>
                </a:cubicBezTo>
                <a:cubicBezTo>
                  <a:pt x="275549" y="460258"/>
                  <a:pt x="276225" y="463401"/>
                  <a:pt x="276225" y="466725"/>
                </a:cubicBezTo>
                <a:cubicBezTo>
                  <a:pt x="276225" y="471669"/>
                  <a:pt x="274844" y="476260"/>
                  <a:pt x="272625" y="480317"/>
                </a:cubicBezTo>
                <a:close/>
                <a:moveTo>
                  <a:pt x="261518" y="401517"/>
                </a:moveTo>
                <a:cubicBezTo>
                  <a:pt x="258547" y="400888"/>
                  <a:pt x="255499" y="400507"/>
                  <a:pt x="252403" y="400288"/>
                </a:cubicBezTo>
                <a:lnTo>
                  <a:pt x="235277" y="323221"/>
                </a:lnTo>
                <a:cubicBezTo>
                  <a:pt x="240201" y="318687"/>
                  <a:pt x="243840" y="312877"/>
                  <a:pt x="245840" y="306314"/>
                </a:cubicBezTo>
                <a:lnTo>
                  <a:pt x="305391" y="292303"/>
                </a:lnTo>
                <a:cubicBezTo>
                  <a:pt x="308048" y="296570"/>
                  <a:pt x="311134" y="300552"/>
                  <a:pt x="314658" y="304114"/>
                </a:cubicBezTo>
                <a:lnTo>
                  <a:pt x="261518" y="401517"/>
                </a:lnTo>
                <a:close/>
                <a:moveTo>
                  <a:pt x="305257" y="433311"/>
                </a:moveTo>
                <a:cubicBezTo>
                  <a:pt x="302381" y="428377"/>
                  <a:pt x="298942" y="423824"/>
                  <a:pt x="294951" y="419795"/>
                </a:cubicBezTo>
                <a:lnTo>
                  <a:pt x="348091" y="322374"/>
                </a:lnTo>
                <a:cubicBezTo>
                  <a:pt x="352558" y="323326"/>
                  <a:pt x="357197" y="323850"/>
                  <a:pt x="361950" y="323850"/>
                </a:cubicBezTo>
                <a:cubicBezTo>
                  <a:pt x="370980" y="323850"/>
                  <a:pt x="379590" y="322031"/>
                  <a:pt x="387448" y="318764"/>
                </a:cubicBezTo>
                <a:lnTo>
                  <a:pt x="450256" y="396069"/>
                </a:lnTo>
                <a:cubicBezTo>
                  <a:pt x="449932" y="396926"/>
                  <a:pt x="449704" y="397831"/>
                  <a:pt x="449437" y="398717"/>
                </a:cubicBezTo>
                <a:lnTo>
                  <a:pt x="305257" y="433311"/>
                </a:lnTo>
                <a:close/>
                <a:moveTo>
                  <a:pt x="416995" y="294723"/>
                </a:moveTo>
                <a:cubicBezTo>
                  <a:pt x="424320" y="284016"/>
                  <a:pt x="428625" y="271091"/>
                  <a:pt x="428625" y="257175"/>
                </a:cubicBezTo>
                <a:cubicBezTo>
                  <a:pt x="428625" y="243735"/>
                  <a:pt x="424596" y="231229"/>
                  <a:pt x="417728" y="220751"/>
                </a:cubicBezTo>
                <a:lnTo>
                  <a:pt x="440026" y="194405"/>
                </a:lnTo>
                <a:cubicBezTo>
                  <a:pt x="443884" y="196101"/>
                  <a:pt x="447932" y="197425"/>
                  <a:pt x="452123" y="198368"/>
                </a:cubicBezTo>
                <a:lnTo>
                  <a:pt x="462639" y="350901"/>
                </a:lnTo>
                <a:lnTo>
                  <a:pt x="416995" y="294723"/>
                </a:lnTo>
                <a:close/>
                <a:moveTo>
                  <a:pt x="467573" y="161839"/>
                </a:moveTo>
                <a:cubicBezTo>
                  <a:pt x="467287" y="161849"/>
                  <a:pt x="467011" y="161925"/>
                  <a:pt x="466725" y="161925"/>
                </a:cubicBezTo>
                <a:cubicBezTo>
                  <a:pt x="460077" y="161925"/>
                  <a:pt x="454038" y="159553"/>
                  <a:pt x="449170" y="155734"/>
                </a:cubicBezTo>
                <a:cubicBezTo>
                  <a:pt x="443465" y="151247"/>
                  <a:pt x="439550" y="144704"/>
                  <a:pt x="438531" y="137179"/>
                </a:cubicBezTo>
                <a:cubicBezTo>
                  <a:pt x="438369" y="135912"/>
                  <a:pt x="438150" y="134664"/>
                  <a:pt x="438150" y="133350"/>
                </a:cubicBezTo>
                <a:cubicBezTo>
                  <a:pt x="438150" y="117596"/>
                  <a:pt x="450971" y="104775"/>
                  <a:pt x="466725" y="104775"/>
                </a:cubicBezTo>
                <a:cubicBezTo>
                  <a:pt x="482479" y="104775"/>
                  <a:pt x="495300" y="117596"/>
                  <a:pt x="495300" y="133350"/>
                </a:cubicBezTo>
                <a:cubicBezTo>
                  <a:pt x="495300" y="141075"/>
                  <a:pt x="492185" y="148076"/>
                  <a:pt x="487185" y="153219"/>
                </a:cubicBezTo>
                <a:cubicBezTo>
                  <a:pt x="482184" y="158382"/>
                  <a:pt x="475259" y="161611"/>
                  <a:pt x="467573" y="16183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79" name="Google Shape;979;p42"/>
          <p:cNvSpPr/>
          <p:nvPr/>
        </p:nvSpPr>
        <p:spPr>
          <a:xfrm>
            <a:off x="486541" y="1359297"/>
            <a:ext cx="421864" cy="285875"/>
          </a:xfrm>
          <a:custGeom>
            <a:avLst/>
            <a:gdLst/>
            <a:ahLst/>
            <a:cxnLst/>
            <a:rect l="l" t="t" r="r" b="b"/>
            <a:pathLst>
              <a:path w="581025" h="390525" extrusionOk="0">
                <a:moveTo>
                  <a:pt x="578644" y="350044"/>
                </a:moveTo>
                <a:lnTo>
                  <a:pt x="578644" y="388144"/>
                </a:lnTo>
                <a:lnTo>
                  <a:pt x="7144" y="388144"/>
                </a:lnTo>
                <a:lnTo>
                  <a:pt x="7144" y="350044"/>
                </a:lnTo>
                <a:lnTo>
                  <a:pt x="578644" y="350044"/>
                </a:lnTo>
                <a:close/>
                <a:moveTo>
                  <a:pt x="502444" y="311944"/>
                </a:moveTo>
                <a:lnTo>
                  <a:pt x="83344" y="311944"/>
                </a:lnTo>
                <a:lnTo>
                  <a:pt x="83344" y="7144"/>
                </a:lnTo>
                <a:lnTo>
                  <a:pt x="502444" y="7144"/>
                </a:lnTo>
                <a:lnTo>
                  <a:pt x="502444" y="311944"/>
                </a:lnTo>
                <a:close/>
                <a:moveTo>
                  <a:pt x="464344" y="45244"/>
                </a:moveTo>
                <a:lnTo>
                  <a:pt x="121444" y="45244"/>
                </a:lnTo>
                <a:lnTo>
                  <a:pt x="121444" y="273844"/>
                </a:lnTo>
                <a:lnTo>
                  <a:pt x="464344" y="273844"/>
                </a:lnTo>
                <a:lnTo>
                  <a:pt x="464344" y="45244"/>
                </a:lnTo>
                <a:close/>
                <a:moveTo>
                  <a:pt x="254794" y="107156"/>
                </a:moveTo>
                <a:lnTo>
                  <a:pt x="254794" y="211931"/>
                </a:lnTo>
                <a:lnTo>
                  <a:pt x="346520" y="159544"/>
                </a:lnTo>
                <a:lnTo>
                  <a:pt x="254794" y="10715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80" name="Google Shape;980;p42"/>
          <p:cNvSpPr/>
          <p:nvPr/>
        </p:nvSpPr>
        <p:spPr>
          <a:xfrm>
            <a:off x="505950" y="3703374"/>
            <a:ext cx="377849" cy="374570"/>
          </a:xfrm>
          <a:custGeom>
            <a:avLst/>
            <a:gdLst/>
            <a:ahLst/>
            <a:cxnLst/>
            <a:rect l="l" t="t" r="r" b="b"/>
            <a:pathLst>
              <a:path w="504825" h="409575" extrusionOk="0">
                <a:moveTo>
                  <a:pt x="435769" y="35719"/>
                </a:moveTo>
                <a:lnTo>
                  <a:pt x="407194" y="54769"/>
                </a:lnTo>
                <a:lnTo>
                  <a:pt x="281750" y="54769"/>
                </a:lnTo>
                <a:lnTo>
                  <a:pt x="281750" y="7144"/>
                </a:lnTo>
                <a:lnTo>
                  <a:pt x="7144" y="7144"/>
                </a:lnTo>
                <a:lnTo>
                  <a:pt x="7144" y="140494"/>
                </a:lnTo>
                <a:lnTo>
                  <a:pt x="281750" y="140494"/>
                </a:lnTo>
                <a:lnTo>
                  <a:pt x="281750" y="92869"/>
                </a:lnTo>
                <a:lnTo>
                  <a:pt x="407194" y="92869"/>
                </a:lnTo>
                <a:lnTo>
                  <a:pt x="435769" y="111919"/>
                </a:lnTo>
                <a:lnTo>
                  <a:pt x="502444" y="92869"/>
                </a:lnTo>
                <a:lnTo>
                  <a:pt x="502444" y="54769"/>
                </a:lnTo>
                <a:lnTo>
                  <a:pt x="435769" y="35719"/>
                </a:lnTo>
                <a:close/>
                <a:moveTo>
                  <a:pt x="243650" y="102394"/>
                </a:moveTo>
                <a:lnTo>
                  <a:pt x="45244" y="102394"/>
                </a:lnTo>
                <a:lnTo>
                  <a:pt x="45244" y="45244"/>
                </a:lnTo>
                <a:lnTo>
                  <a:pt x="243650" y="45244"/>
                </a:lnTo>
                <a:lnTo>
                  <a:pt x="243650" y="102394"/>
                </a:lnTo>
                <a:close/>
                <a:moveTo>
                  <a:pt x="121444" y="178594"/>
                </a:moveTo>
                <a:cubicBezTo>
                  <a:pt x="58293" y="178594"/>
                  <a:pt x="7144" y="229743"/>
                  <a:pt x="7144" y="292894"/>
                </a:cubicBezTo>
                <a:cubicBezTo>
                  <a:pt x="7144" y="356045"/>
                  <a:pt x="58293" y="407194"/>
                  <a:pt x="121444" y="407194"/>
                </a:cubicBezTo>
                <a:cubicBezTo>
                  <a:pt x="159639" y="407194"/>
                  <a:pt x="193358" y="388334"/>
                  <a:pt x="214122" y="359569"/>
                </a:cubicBezTo>
                <a:lnTo>
                  <a:pt x="502444" y="359569"/>
                </a:lnTo>
                <a:lnTo>
                  <a:pt x="502444" y="226219"/>
                </a:lnTo>
                <a:lnTo>
                  <a:pt x="214122" y="226219"/>
                </a:lnTo>
                <a:cubicBezTo>
                  <a:pt x="193358" y="197453"/>
                  <a:pt x="159639" y="178594"/>
                  <a:pt x="121444" y="178594"/>
                </a:cubicBezTo>
                <a:close/>
                <a:moveTo>
                  <a:pt x="464344" y="321469"/>
                </a:moveTo>
                <a:lnTo>
                  <a:pt x="192024" y="321469"/>
                </a:lnTo>
                <a:cubicBezTo>
                  <a:pt x="180689" y="349377"/>
                  <a:pt x="153352" y="369094"/>
                  <a:pt x="121444" y="369094"/>
                </a:cubicBezTo>
                <a:cubicBezTo>
                  <a:pt x="93250" y="369094"/>
                  <a:pt x="68675" y="353759"/>
                  <a:pt x="55531" y="330994"/>
                </a:cubicBezTo>
                <a:lnTo>
                  <a:pt x="121444" y="330994"/>
                </a:lnTo>
                <a:lnTo>
                  <a:pt x="121444" y="254794"/>
                </a:lnTo>
                <a:lnTo>
                  <a:pt x="55531" y="254794"/>
                </a:lnTo>
                <a:cubicBezTo>
                  <a:pt x="68675" y="232029"/>
                  <a:pt x="93250" y="216694"/>
                  <a:pt x="121444" y="216694"/>
                </a:cubicBezTo>
                <a:cubicBezTo>
                  <a:pt x="153448" y="216694"/>
                  <a:pt x="180785" y="236411"/>
                  <a:pt x="192024" y="264319"/>
                </a:cubicBezTo>
                <a:lnTo>
                  <a:pt x="464344" y="264319"/>
                </a:lnTo>
                <a:lnTo>
                  <a:pt x="464344" y="321469"/>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p28"/>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Phase 2: Ideation Exercises</a:t>
            </a:r>
            <a:endParaRPr dirty="0"/>
          </a:p>
        </p:txBody>
      </p:sp>
      <p:sp>
        <p:nvSpPr>
          <p:cNvPr id="986" name="Google Shape;986;p28"/>
          <p:cNvSpPr/>
          <p:nvPr/>
        </p:nvSpPr>
        <p:spPr>
          <a:xfrm>
            <a:off x="5784950" y="44625"/>
            <a:ext cx="3300600" cy="8658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E81159"/>
                </a:solidFill>
                <a:latin typeface="Arial"/>
                <a:ea typeface="Arial"/>
                <a:cs typeface="Arial"/>
                <a:sym typeface="Arial"/>
              </a:rPr>
              <a:t>If the audience includes more than 10 participants, break them up into groups of five participants each to facilitate discussion.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pic>
        <p:nvPicPr>
          <p:cNvPr id="991" name="Google Shape;991;p20" descr="A blue circular diagram with arrows&#10;&#10;Description automatically generated"/>
          <p:cNvPicPr preferRelativeResize="0"/>
          <p:nvPr/>
        </p:nvPicPr>
        <p:blipFill rotWithShape="1">
          <a:blip r:embed="rId3">
            <a:alphaModFix/>
          </a:blip>
          <a:srcRect/>
          <a:stretch/>
        </p:blipFill>
        <p:spPr>
          <a:xfrm>
            <a:off x="3190595" y="995250"/>
            <a:ext cx="2924175" cy="2943225"/>
          </a:xfrm>
          <a:prstGeom prst="rect">
            <a:avLst/>
          </a:prstGeom>
          <a:noFill/>
          <a:ln>
            <a:noFill/>
          </a:ln>
        </p:spPr>
      </p:pic>
      <p:sp>
        <p:nvSpPr>
          <p:cNvPr id="992" name="Google Shape;992;p20"/>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
              <a:t>AI Pilot Life Cycle</a:t>
            </a:r>
            <a:endParaRPr dirty="0"/>
          </a:p>
        </p:txBody>
      </p:sp>
      <p:sp>
        <p:nvSpPr>
          <p:cNvPr id="993" name="Google Shape;993;p20"/>
          <p:cNvSpPr txBox="1"/>
          <p:nvPr/>
        </p:nvSpPr>
        <p:spPr>
          <a:xfrm>
            <a:off x="342900" y="4549129"/>
            <a:ext cx="615554" cy="103875"/>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675"/>
              <a:buFont typeface="Arial"/>
              <a:buNone/>
            </a:pPr>
            <a:r>
              <a:rPr lang="en" sz="675" b="0" i="0" u="none" strike="noStrike" cap="none">
                <a:solidFill>
                  <a:srgbClr val="6F7878"/>
                </a:solidFill>
                <a:latin typeface="Arial"/>
                <a:ea typeface="Arial"/>
                <a:cs typeface="Arial"/>
                <a:sym typeface="Arial"/>
              </a:rPr>
              <a:t>Source: Gartner</a:t>
            </a:r>
            <a:endParaRPr sz="1050" b="0" i="0" u="none" strike="noStrike" cap="none" dirty="0">
              <a:solidFill>
                <a:srgbClr val="000000"/>
              </a:solidFill>
              <a:latin typeface="Arial"/>
              <a:ea typeface="Arial"/>
              <a:cs typeface="Arial"/>
              <a:sym typeface="Arial"/>
            </a:endParaRPr>
          </a:p>
        </p:txBody>
      </p:sp>
      <p:sp>
        <p:nvSpPr>
          <p:cNvPr id="994" name="Google Shape;994;p20"/>
          <p:cNvSpPr txBox="1"/>
          <p:nvPr/>
        </p:nvSpPr>
        <p:spPr>
          <a:xfrm>
            <a:off x="3895725" y="4110765"/>
            <a:ext cx="1507548" cy="507771"/>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Assemble a cross-functional team.</a:t>
            </a:r>
            <a:endParaRPr sz="1050" b="0" i="0" u="none" strike="noStrike" cap="none" dirty="0">
              <a:solidFill>
                <a:srgbClr val="000000"/>
              </a:solidFill>
              <a:latin typeface="Arial"/>
              <a:ea typeface="Arial"/>
              <a:cs typeface="Arial"/>
              <a:sym typeface="Arial"/>
            </a:endParaRPr>
          </a:p>
        </p:txBody>
      </p:sp>
      <p:grpSp>
        <p:nvGrpSpPr>
          <p:cNvPr id="995" name="Google Shape;995;p20"/>
          <p:cNvGrpSpPr/>
          <p:nvPr/>
        </p:nvGrpSpPr>
        <p:grpSpPr>
          <a:xfrm>
            <a:off x="4059199" y="2073947"/>
            <a:ext cx="1095495" cy="660314"/>
            <a:chOff x="9474665" y="-484011"/>
            <a:chExt cx="1460660" cy="880418"/>
          </a:xfrm>
        </p:grpSpPr>
        <p:sp>
          <p:nvSpPr>
            <p:cNvPr id="996" name="Google Shape;996;p20"/>
            <p:cNvSpPr txBox="1"/>
            <p:nvPr/>
          </p:nvSpPr>
          <p:spPr>
            <a:xfrm>
              <a:off x="9474665" y="230037"/>
              <a:ext cx="1460660" cy="16637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r>
                <a:rPr lang="en" sz="1350" b="1" i="0" u="none" strike="noStrike" cap="none">
                  <a:solidFill>
                    <a:srgbClr val="000000"/>
                  </a:solidFill>
                  <a:latin typeface="Arial"/>
                  <a:ea typeface="Arial"/>
                  <a:cs typeface="Arial"/>
                  <a:sym typeface="Arial"/>
                </a:rPr>
                <a:t>AI Pilot</a:t>
              </a:r>
              <a:endParaRPr sz="1050" b="0" i="0" u="none" strike="noStrike" cap="none" dirty="0">
                <a:solidFill>
                  <a:srgbClr val="000000"/>
                </a:solidFill>
                <a:latin typeface="Arial"/>
                <a:ea typeface="Arial"/>
                <a:cs typeface="Arial"/>
                <a:sym typeface="Arial"/>
              </a:endParaRPr>
            </a:p>
          </p:txBody>
        </p:sp>
        <p:sp>
          <p:nvSpPr>
            <p:cNvPr id="997" name="Google Shape;997;p20"/>
            <p:cNvSpPr/>
            <p:nvPr/>
          </p:nvSpPr>
          <p:spPr>
            <a:xfrm>
              <a:off x="9742032" y="-484011"/>
              <a:ext cx="832736" cy="658248"/>
            </a:xfrm>
            <a:custGeom>
              <a:avLst/>
              <a:gdLst/>
              <a:ahLst/>
              <a:cxnLst/>
              <a:rect l="l" t="t" r="r" b="b"/>
              <a:pathLst>
                <a:path w="563613" h="445516" extrusionOk="0">
                  <a:moveTo>
                    <a:pt x="469341" y="383286"/>
                  </a:moveTo>
                  <a:cubicBezTo>
                    <a:pt x="478663" y="383286"/>
                    <a:pt x="486244" y="375691"/>
                    <a:pt x="486244" y="366370"/>
                  </a:cubicBezTo>
                  <a:cubicBezTo>
                    <a:pt x="486244" y="357035"/>
                    <a:pt x="478663" y="349466"/>
                    <a:pt x="469341" y="349466"/>
                  </a:cubicBezTo>
                  <a:cubicBezTo>
                    <a:pt x="460019" y="349466"/>
                    <a:pt x="452424" y="357035"/>
                    <a:pt x="452424" y="366370"/>
                  </a:cubicBezTo>
                  <a:cubicBezTo>
                    <a:pt x="452424" y="375691"/>
                    <a:pt x="460019" y="383286"/>
                    <a:pt x="469341" y="383286"/>
                  </a:cubicBezTo>
                  <a:close/>
                  <a:moveTo>
                    <a:pt x="469341" y="418846"/>
                  </a:moveTo>
                  <a:cubicBezTo>
                    <a:pt x="449796" y="418846"/>
                    <a:pt x="432727" y="408076"/>
                    <a:pt x="423697" y="392176"/>
                  </a:cubicBezTo>
                  <a:lnTo>
                    <a:pt x="368287" y="392176"/>
                  </a:lnTo>
                  <a:lnTo>
                    <a:pt x="339026" y="329959"/>
                  </a:lnTo>
                  <a:lnTo>
                    <a:pt x="320002" y="329959"/>
                  </a:lnTo>
                  <a:lnTo>
                    <a:pt x="320002" y="294399"/>
                  </a:lnTo>
                  <a:lnTo>
                    <a:pt x="361607" y="294399"/>
                  </a:lnTo>
                  <a:lnTo>
                    <a:pt x="390855" y="356616"/>
                  </a:lnTo>
                  <a:lnTo>
                    <a:pt x="417817" y="356616"/>
                  </a:lnTo>
                  <a:cubicBezTo>
                    <a:pt x="422414" y="332334"/>
                    <a:pt x="443750" y="313906"/>
                    <a:pt x="469341" y="313906"/>
                  </a:cubicBezTo>
                  <a:cubicBezTo>
                    <a:pt x="498271" y="313906"/>
                    <a:pt x="521804" y="337439"/>
                    <a:pt x="521804" y="366370"/>
                  </a:cubicBezTo>
                  <a:cubicBezTo>
                    <a:pt x="521804" y="395300"/>
                    <a:pt x="498271" y="418846"/>
                    <a:pt x="469341" y="418846"/>
                  </a:cubicBezTo>
                  <a:close/>
                  <a:moveTo>
                    <a:pt x="511594" y="256832"/>
                  </a:moveTo>
                  <a:cubicBezTo>
                    <a:pt x="520674" y="256832"/>
                    <a:pt x="528053" y="249453"/>
                    <a:pt x="528053" y="240373"/>
                  </a:cubicBezTo>
                  <a:cubicBezTo>
                    <a:pt x="528053" y="231305"/>
                    <a:pt x="520674" y="223926"/>
                    <a:pt x="511594" y="223926"/>
                  </a:cubicBezTo>
                  <a:cubicBezTo>
                    <a:pt x="502513" y="223926"/>
                    <a:pt x="495135" y="231305"/>
                    <a:pt x="495135" y="240373"/>
                  </a:cubicBezTo>
                  <a:cubicBezTo>
                    <a:pt x="495135" y="249453"/>
                    <a:pt x="502513" y="256832"/>
                    <a:pt x="511594" y="256832"/>
                  </a:cubicBezTo>
                  <a:close/>
                  <a:moveTo>
                    <a:pt x="511594" y="292392"/>
                  </a:moveTo>
                  <a:cubicBezTo>
                    <a:pt x="489001" y="292392"/>
                    <a:pt x="469760" y="277876"/>
                    <a:pt x="462610" y="257708"/>
                  </a:cubicBezTo>
                  <a:lnTo>
                    <a:pt x="320002" y="257708"/>
                  </a:lnTo>
                  <a:lnTo>
                    <a:pt x="320002" y="222148"/>
                  </a:lnTo>
                  <a:lnTo>
                    <a:pt x="462953" y="222148"/>
                  </a:lnTo>
                  <a:cubicBezTo>
                    <a:pt x="470357" y="202438"/>
                    <a:pt x="489343" y="188366"/>
                    <a:pt x="511594" y="188366"/>
                  </a:cubicBezTo>
                  <a:cubicBezTo>
                    <a:pt x="540270" y="188366"/>
                    <a:pt x="563613" y="211696"/>
                    <a:pt x="563613" y="240373"/>
                  </a:cubicBezTo>
                  <a:cubicBezTo>
                    <a:pt x="563613" y="269049"/>
                    <a:pt x="540270" y="292392"/>
                    <a:pt x="511594" y="292392"/>
                  </a:cubicBezTo>
                  <a:close/>
                  <a:moveTo>
                    <a:pt x="449821" y="112268"/>
                  </a:moveTo>
                  <a:cubicBezTo>
                    <a:pt x="459155" y="112268"/>
                    <a:pt x="466737" y="104686"/>
                    <a:pt x="466737" y="95352"/>
                  </a:cubicBezTo>
                  <a:cubicBezTo>
                    <a:pt x="466737" y="86042"/>
                    <a:pt x="459155" y="78448"/>
                    <a:pt x="449821" y="78448"/>
                  </a:cubicBezTo>
                  <a:cubicBezTo>
                    <a:pt x="440499" y="78448"/>
                    <a:pt x="432904" y="86042"/>
                    <a:pt x="432904" y="95352"/>
                  </a:cubicBezTo>
                  <a:cubicBezTo>
                    <a:pt x="432904" y="104686"/>
                    <a:pt x="440499" y="112268"/>
                    <a:pt x="449821" y="112268"/>
                  </a:cubicBezTo>
                  <a:close/>
                  <a:moveTo>
                    <a:pt x="320002" y="169938"/>
                  </a:moveTo>
                  <a:lnTo>
                    <a:pt x="320002" y="134379"/>
                  </a:lnTo>
                  <a:lnTo>
                    <a:pt x="389191" y="134379"/>
                  </a:lnTo>
                  <a:lnTo>
                    <a:pt x="402818" y="118529"/>
                  </a:lnTo>
                  <a:cubicBezTo>
                    <a:pt x="399351" y="111531"/>
                    <a:pt x="397344" y="103683"/>
                    <a:pt x="397344" y="95352"/>
                  </a:cubicBezTo>
                  <a:cubicBezTo>
                    <a:pt x="397344" y="66421"/>
                    <a:pt x="420890" y="42888"/>
                    <a:pt x="449821" y="42888"/>
                  </a:cubicBezTo>
                  <a:cubicBezTo>
                    <a:pt x="478764" y="42888"/>
                    <a:pt x="502297" y="66421"/>
                    <a:pt x="502297" y="95352"/>
                  </a:cubicBezTo>
                  <a:cubicBezTo>
                    <a:pt x="502297" y="124295"/>
                    <a:pt x="478764" y="147828"/>
                    <a:pt x="449821" y="147828"/>
                  </a:cubicBezTo>
                  <a:cubicBezTo>
                    <a:pt x="442213" y="147828"/>
                    <a:pt x="435000" y="146164"/>
                    <a:pt x="428472" y="143243"/>
                  </a:cubicBezTo>
                  <a:lnTo>
                    <a:pt x="405511" y="169938"/>
                  </a:lnTo>
                  <a:close/>
                  <a:moveTo>
                    <a:pt x="186143" y="409956"/>
                  </a:moveTo>
                  <a:cubicBezTo>
                    <a:pt x="218960" y="409956"/>
                    <a:pt x="246418" y="397243"/>
                    <a:pt x="248653" y="364490"/>
                  </a:cubicBezTo>
                  <a:cubicBezTo>
                    <a:pt x="248806" y="362776"/>
                    <a:pt x="248881" y="361505"/>
                    <a:pt x="248881" y="360172"/>
                  </a:cubicBezTo>
                  <a:lnTo>
                    <a:pt x="248881" y="339941"/>
                  </a:lnTo>
                  <a:cubicBezTo>
                    <a:pt x="234200" y="346177"/>
                    <a:pt x="220040" y="348831"/>
                    <a:pt x="206730" y="348831"/>
                  </a:cubicBezTo>
                  <a:cubicBezTo>
                    <a:pt x="164274" y="348831"/>
                    <a:pt x="130264" y="322250"/>
                    <a:pt x="114211" y="301599"/>
                  </a:cubicBezTo>
                  <a:lnTo>
                    <a:pt x="142240" y="279717"/>
                  </a:lnTo>
                  <a:cubicBezTo>
                    <a:pt x="145830" y="284264"/>
                    <a:pt x="170122" y="313144"/>
                    <a:pt x="206290" y="313144"/>
                  </a:cubicBezTo>
                  <a:cubicBezTo>
                    <a:pt x="219124" y="313144"/>
                    <a:pt x="233452" y="309508"/>
                    <a:pt x="248881" y="299860"/>
                  </a:cubicBezTo>
                  <a:lnTo>
                    <a:pt x="248881" y="98717"/>
                  </a:lnTo>
                  <a:cubicBezTo>
                    <a:pt x="248856" y="97955"/>
                    <a:pt x="248843" y="96342"/>
                    <a:pt x="248881" y="94387"/>
                  </a:cubicBezTo>
                  <a:cubicBezTo>
                    <a:pt x="248869" y="93980"/>
                    <a:pt x="248881" y="93688"/>
                    <a:pt x="248843" y="93205"/>
                  </a:cubicBezTo>
                  <a:lnTo>
                    <a:pt x="248818" y="92545"/>
                  </a:lnTo>
                  <a:lnTo>
                    <a:pt x="248907" y="90386"/>
                  </a:lnTo>
                  <a:cubicBezTo>
                    <a:pt x="248907" y="88951"/>
                    <a:pt x="248793" y="87541"/>
                    <a:pt x="248678" y="86131"/>
                  </a:cubicBezTo>
                  <a:cubicBezTo>
                    <a:pt x="237172" y="90602"/>
                    <a:pt x="226136" y="93828"/>
                    <a:pt x="219963" y="95047"/>
                  </a:cubicBezTo>
                  <a:cubicBezTo>
                    <a:pt x="210832" y="96875"/>
                    <a:pt x="199326" y="105067"/>
                    <a:pt x="196011" y="107798"/>
                  </a:cubicBezTo>
                  <a:lnTo>
                    <a:pt x="173291" y="80442"/>
                  </a:lnTo>
                  <a:cubicBezTo>
                    <a:pt x="175285" y="78778"/>
                    <a:pt x="193357" y="64084"/>
                    <a:pt x="213029" y="60173"/>
                  </a:cubicBezTo>
                  <a:cubicBezTo>
                    <a:pt x="219417" y="58903"/>
                    <a:pt x="241655" y="56413"/>
                    <a:pt x="248907" y="53594"/>
                  </a:cubicBezTo>
                  <a:cubicBezTo>
                    <a:pt x="238772" y="42570"/>
                    <a:pt x="209651" y="35560"/>
                    <a:pt x="193471" y="35560"/>
                  </a:cubicBezTo>
                  <a:cubicBezTo>
                    <a:pt x="167106" y="35560"/>
                    <a:pt x="144246" y="54292"/>
                    <a:pt x="139115" y="80111"/>
                  </a:cubicBezTo>
                  <a:lnTo>
                    <a:pt x="136499" y="93294"/>
                  </a:lnTo>
                  <a:lnTo>
                    <a:pt x="123101" y="94361"/>
                  </a:lnTo>
                  <a:cubicBezTo>
                    <a:pt x="94665" y="96634"/>
                    <a:pt x="72377" y="120675"/>
                    <a:pt x="72174" y="149161"/>
                  </a:cubicBezTo>
                  <a:cubicBezTo>
                    <a:pt x="72466" y="152755"/>
                    <a:pt x="75069" y="176073"/>
                    <a:pt x="90741" y="185852"/>
                  </a:cubicBezTo>
                  <a:cubicBezTo>
                    <a:pt x="96129" y="189216"/>
                    <a:pt x="102557" y="190547"/>
                    <a:pt x="109362" y="190547"/>
                  </a:cubicBezTo>
                  <a:cubicBezTo>
                    <a:pt x="116688" y="190547"/>
                    <a:pt x="124451" y="189004"/>
                    <a:pt x="131825" y="186791"/>
                  </a:cubicBezTo>
                  <a:cubicBezTo>
                    <a:pt x="137871" y="155727"/>
                    <a:pt x="167081" y="132093"/>
                    <a:pt x="202158" y="132093"/>
                  </a:cubicBezTo>
                  <a:lnTo>
                    <a:pt x="202158" y="167653"/>
                  </a:lnTo>
                  <a:cubicBezTo>
                    <a:pt x="182321" y="167653"/>
                    <a:pt x="166179" y="181559"/>
                    <a:pt x="166179" y="198666"/>
                  </a:cubicBezTo>
                  <a:cubicBezTo>
                    <a:pt x="166179" y="215760"/>
                    <a:pt x="182321" y="229667"/>
                    <a:pt x="202158" y="229667"/>
                  </a:cubicBezTo>
                  <a:lnTo>
                    <a:pt x="202158" y="265227"/>
                  </a:lnTo>
                  <a:cubicBezTo>
                    <a:pt x="171792" y="265227"/>
                    <a:pt x="145846" y="247485"/>
                    <a:pt x="135483" y="222593"/>
                  </a:cubicBezTo>
                  <a:cubicBezTo>
                    <a:pt x="126238" y="224904"/>
                    <a:pt x="117449" y="226174"/>
                    <a:pt x="109245" y="226174"/>
                  </a:cubicBezTo>
                  <a:cubicBezTo>
                    <a:pt x="95097" y="226174"/>
                    <a:pt x="82511" y="222733"/>
                    <a:pt x="71615" y="215836"/>
                  </a:cubicBezTo>
                  <a:cubicBezTo>
                    <a:pt x="65303" y="211836"/>
                    <a:pt x="60134" y="206997"/>
                    <a:pt x="55880" y="201765"/>
                  </a:cubicBezTo>
                  <a:cubicBezTo>
                    <a:pt x="42824" y="217957"/>
                    <a:pt x="35547" y="238125"/>
                    <a:pt x="35547" y="259359"/>
                  </a:cubicBezTo>
                  <a:cubicBezTo>
                    <a:pt x="35547" y="304000"/>
                    <a:pt x="67437" y="342049"/>
                    <a:pt x="111379" y="349872"/>
                  </a:cubicBezTo>
                  <a:lnTo>
                    <a:pt x="122618" y="351853"/>
                  </a:lnTo>
                  <a:lnTo>
                    <a:pt x="125475" y="362928"/>
                  </a:lnTo>
                  <a:cubicBezTo>
                    <a:pt x="132626" y="390614"/>
                    <a:pt x="157581" y="409956"/>
                    <a:pt x="186143" y="409956"/>
                  </a:cubicBezTo>
                  <a:close/>
                  <a:moveTo>
                    <a:pt x="186143" y="445516"/>
                  </a:moveTo>
                  <a:cubicBezTo>
                    <a:pt x="145135" y="445516"/>
                    <a:pt x="108890" y="420091"/>
                    <a:pt x="94462" y="382498"/>
                  </a:cubicBezTo>
                  <a:cubicBezTo>
                    <a:pt x="39694" y="367895"/>
                    <a:pt x="806" y="318608"/>
                    <a:pt x="0" y="261181"/>
                  </a:cubicBezTo>
                  <a:lnTo>
                    <a:pt x="0" y="261181"/>
                  </a:lnTo>
                  <a:lnTo>
                    <a:pt x="0" y="257538"/>
                  </a:lnTo>
                  <a:lnTo>
                    <a:pt x="0" y="257538"/>
                  </a:lnTo>
                  <a:cubicBezTo>
                    <a:pt x="478" y="223522"/>
                    <a:pt x="14338" y="191579"/>
                    <a:pt x="38532" y="168034"/>
                  </a:cubicBezTo>
                  <a:cubicBezTo>
                    <a:pt x="37389" y="162661"/>
                    <a:pt x="36842" y="157213"/>
                    <a:pt x="36703" y="151765"/>
                  </a:cubicBezTo>
                  <a:cubicBezTo>
                    <a:pt x="36652" y="151054"/>
                    <a:pt x="36614" y="150520"/>
                    <a:pt x="36614" y="150355"/>
                  </a:cubicBezTo>
                  <a:lnTo>
                    <a:pt x="36639" y="150355"/>
                  </a:lnTo>
                  <a:cubicBezTo>
                    <a:pt x="36627" y="150089"/>
                    <a:pt x="36588" y="149809"/>
                    <a:pt x="36588" y="149542"/>
                  </a:cubicBezTo>
                  <a:cubicBezTo>
                    <a:pt x="36588" y="106807"/>
                    <a:pt x="66903" y="70040"/>
                    <a:pt x="107620" y="60846"/>
                  </a:cubicBezTo>
                  <a:cubicBezTo>
                    <a:pt x="120218" y="24943"/>
                    <a:pt x="154508" y="0"/>
                    <a:pt x="193471" y="0"/>
                  </a:cubicBezTo>
                  <a:cubicBezTo>
                    <a:pt x="223481" y="0"/>
                    <a:pt x="267830" y="14681"/>
                    <a:pt x="284403" y="37173"/>
                  </a:cubicBezTo>
                  <a:lnTo>
                    <a:pt x="284442" y="403276"/>
                  </a:lnTo>
                  <a:cubicBezTo>
                    <a:pt x="266611" y="428752"/>
                    <a:pt x="219291" y="445516"/>
                    <a:pt x="186143" y="445516"/>
                  </a:cubicBezTo>
                  <a:close/>
                </a:path>
              </a:pathLst>
            </a:custGeom>
            <a:solidFill>
              <a:srgbClr val="002855"/>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dirty="0">
                <a:solidFill>
                  <a:srgbClr val="000000"/>
                </a:solidFill>
                <a:latin typeface="Arial"/>
                <a:ea typeface="Arial"/>
                <a:cs typeface="Arial"/>
                <a:sym typeface="Arial"/>
              </a:endParaRPr>
            </a:p>
          </p:txBody>
        </p:sp>
      </p:grpSp>
      <p:grpSp>
        <p:nvGrpSpPr>
          <p:cNvPr id="998" name="Google Shape;998;p20"/>
          <p:cNvGrpSpPr/>
          <p:nvPr/>
        </p:nvGrpSpPr>
        <p:grpSpPr>
          <a:xfrm>
            <a:off x="3323256" y="1348273"/>
            <a:ext cx="2567381" cy="2481150"/>
            <a:chOff x="4462993" y="1881916"/>
            <a:chExt cx="3423174" cy="3308200"/>
          </a:xfrm>
        </p:grpSpPr>
        <p:sp>
          <p:nvSpPr>
            <p:cNvPr id="999" name="Google Shape;999;p20"/>
            <p:cNvSpPr/>
            <p:nvPr/>
          </p:nvSpPr>
          <p:spPr>
            <a:xfrm>
              <a:off x="7080644" y="1918854"/>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1</a:t>
              </a:r>
              <a:endParaRPr sz="1050" b="0" i="0" u="none" strike="noStrike" cap="none" dirty="0">
                <a:solidFill>
                  <a:srgbClr val="000000"/>
                </a:solidFill>
                <a:latin typeface="Arial"/>
                <a:ea typeface="Arial"/>
                <a:cs typeface="Arial"/>
                <a:sym typeface="Arial"/>
              </a:endParaRPr>
            </a:p>
          </p:txBody>
        </p:sp>
        <p:sp>
          <p:nvSpPr>
            <p:cNvPr id="1000" name="Google Shape;1000;p20"/>
            <p:cNvSpPr/>
            <p:nvPr/>
          </p:nvSpPr>
          <p:spPr>
            <a:xfrm>
              <a:off x="5081821" y="1881916"/>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5</a:t>
              </a:r>
              <a:endParaRPr sz="1050" b="0" i="0" u="none" strike="noStrike" cap="none" dirty="0">
                <a:solidFill>
                  <a:srgbClr val="000000"/>
                </a:solidFill>
                <a:latin typeface="Arial"/>
                <a:ea typeface="Arial"/>
                <a:cs typeface="Arial"/>
                <a:sym typeface="Arial"/>
              </a:endParaRPr>
            </a:p>
          </p:txBody>
        </p:sp>
        <p:sp>
          <p:nvSpPr>
            <p:cNvPr id="1001" name="Google Shape;1001;p20"/>
            <p:cNvSpPr/>
            <p:nvPr/>
          </p:nvSpPr>
          <p:spPr>
            <a:xfrm>
              <a:off x="7611847" y="3827492"/>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2</a:t>
              </a:r>
              <a:endParaRPr sz="1050" b="0" i="0" u="none" strike="noStrike" cap="none" dirty="0">
                <a:solidFill>
                  <a:srgbClr val="000000"/>
                </a:solidFill>
                <a:latin typeface="Arial"/>
                <a:ea typeface="Arial"/>
                <a:cs typeface="Arial"/>
                <a:sym typeface="Arial"/>
              </a:endParaRPr>
            </a:p>
          </p:txBody>
        </p:sp>
        <p:sp>
          <p:nvSpPr>
            <p:cNvPr id="1002" name="Google Shape;1002;p20"/>
            <p:cNvSpPr/>
            <p:nvPr/>
          </p:nvSpPr>
          <p:spPr>
            <a:xfrm>
              <a:off x="4462993" y="3721623"/>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4</a:t>
              </a:r>
              <a:endParaRPr sz="1050" b="0" i="0" u="none" strike="noStrike" cap="none" dirty="0">
                <a:solidFill>
                  <a:srgbClr val="000000"/>
                </a:solidFill>
                <a:latin typeface="Arial"/>
                <a:ea typeface="Arial"/>
                <a:cs typeface="Arial"/>
                <a:sym typeface="Arial"/>
              </a:endParaRPr>
            </a:p>
          </p:txBody>
        </p:sp>
        <p:sp>
          <p:nvSpPr>
            <p:cNvPr id="1003" name="Google Shape;1003;p20"/>
            <p:cNvSpPr/>
            <p:nvPr/>
          </p:nvSpPr>
          <p:spPr>
            <a:xfrm>
              <a:off x="5990739" y="4915796"/>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3</a:t>
              </a:r>
              <a:endParaRPr sz="1050" b="0" i="0" u="none" strike="noStrike" cap="none" dirty="0">
                <a:solidFill>
                  <a:srgbClr val="000000"/>
                </a:solidFill>
                <a:latin typeface="Arial"/>
                <a:ea typeface="Arial"/>
                <a:cs typeface="Arial"/>
                <a:sym typeface="Arial"/>
              </a:endParaRPr>
            </a:p>
          </p:txBody>
        </p:sp>
      </p:grpSp>
      <p:cxnSp>
        <p:nvCxnSpPr>
          <p:cNvPr id="1004" name="Google Shape;1004;p20"/>
          <p:cNvCxnSpPr>
            <a:cxnSpLocks/>
            <a:stCxn id="994" idx="0"/>
            <a:endCxn id="1003" idx="4"/>
          </p:cNvCxnSpPr>
          <p:nvPr/>
        </p:nvCxnSpPr>
        <p:spPr>
          <a:xfrm flipH="1" flipV="1">
            <a:off x="4571936" y="3829423"/>
            <a:ext cx="77563" cy="281342"/>
          </a:xfrm>
          <a:prstGeom prst="straightConnector1">
            <a:avLst/>
          </a:prstGeom>
          <a:noFill/>
          <a:ln w="25400" cap="flat" cmpd="sng">
            <a:solidFill>
              <a:srgbClr val="F8530C"/>
            </a:solidFill>
            <a:prstDash val="solid"/>
            <a:round/>
            <a:headEnd type="none" w="sm" len="sm"/>
            <a:tailEnd type="triangle" w="med" len="med"/>
          </a:ln>
        </p:spPr>
      </p:cxnSp>
      <p:grpSp>
        <p:nvGrpSpPr>
          <p:cNvPr id="1005" name="Google Shape;1005;p20"/>
          <p:cNvGrpSpPr/>
          <p:nvPr/>
        </p:nvGrpSpPr>
        <p:grpSpPr>
          <a:xfrm>
            <a:off x="5907565" y="2648705"/>
            <a:ext cx="1932688" cy="507809"/>
            <a:chOff x="7876754" y="3359330"/>
            <a:chExt cx="2576917" cy="677079"/>
          </a:xfrm>
        </p:grpSpPr>
        <p:sp>
          <p:nvSpPr>
            <p:cNvPr id="1006" name="Google Shape;1006;p20"/>
            <p:cNvSpPr txBox="1"/>
            <p:nvPr/>
          </p:nvSpPr>
          <p:spPr>
            <a:xfrm>
              <a:off x="8577211" y="3359330"/>
              <a:ext cx="1876460" cy="677079"/>
            </a:xfrm>
            <a:prstGeom prst="rect">
              <a:avLst/>
            </a:prstGeom>
            <a:solidFill>
              <a:schemeClr val="lt1"/>
            </a:solid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Prioritize no more than a few.</a:t>
              </a:r>
              <a:endParaRPr sz="1050" b="0" i="0" u="none" strike="noStrike" cap="none" dirty="0">
                <a:solidFill>
                  <a:schemeClr val="dk1"/>
                </a:solidFill>
                <a:latin typeface="Arial"/>
                <a:ea typeface="Arial"/>
                <a:cs typeface="Arial"/>
                <a:sym typeface="Arial"/>
              </a:endParaRPr>
            </a:p>
          </p:txBody>
        </p:sp>
        <p:cxnSp>
          <p:nvCxnSpPr>
            <p:cNvPr id="1007" name="Google Shape;1007;p20"/>
            <p:cNvCxnSpPr/>
            <p:nvPr/>
          </p:nvCxnSpPr>
          <p:spPr>
            <a:xfrm rot="10800000">
              <a:off x="7876754" y="3689065"/>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1008" name="Google Shape;1008;p20"/>
          <p:cNvGrpSpPr/>
          <p:nvPr/>
        </p:nvGrpSpPr>
        <p:grpSpPr>
          <a:xfrm>
            <a:off x="5492235" y="1184787"/>
            <a:ext cx="2011318" cy="507771"/>
            <a:chOff x="7373763" y="1650144"/>
            <a:chExt cx="3849352" cy="408037"/>
          </a:xfrm>
        </p:grpSpPr>
        <p:sp>
          <p:nvSpPr>
            <p:cNvPr id="1009" name="Google Shape;1009;p20"/>
            <p:cNvSpPr txBox="1"/>
            <p:nvPr/>
          </p:nvSpPr>
          <p:spPr>
            <a:xfrm>
              <a:off x="8071825" y="1650144"/>
              <a:ext cx="3151290" cy="408037"/>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Generate many use-case ideas.</a:t>
              </a:r>
              <a:endParaRPr sz="1050" b="0" i="0" u="none" strike="noStrike" cap="none" dirty="0">
                <a:solidFill>
                  <a:srgbClr val="000000"/>
                </a:solidFill>
                <a:latin typeface="Arial"/>
                <a:ea typeface="Arial"/>
                <a:cs typeface="Arial"/>
                <a:sym typeface="Arial"/>
              </a:endParaRPr>
            </a:p>
          </p:txBody>
        </p:sp>
        <p:cxnSp>
          <p:nvCxnSpPr>
            <p:cNvPr id="1010" name="Google Shape;1010;p20"/>
            <p:cNvCxnSpPr/>
            <p:nvPr/>
          </p:nvCxnSpPr>
          <p:spPr>
            <a:xfrm rot="10800000">
              <a:off x="7373763" y="1877724"/>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1011" name="Google Shape;1011;p20"/>
          <p:cNvGrpSpPr/>
          <p:nvPr/>
        </p:nvGrpSpPr>
        <p:grpSpPr>
          <a:xfrm>
            <a:off x="1073604" y="2484685"/>
            <a:ext cx="2214966" cy="692475"/>
            <a:chOff x="1431471" y="3202280"/>
            <a:chExt cx="2953288" cy="923300"/>
          </a:xfrm>
        </p:grpSpPr>
        <p:sp>
          <p:nvSpPr>
            <p:cNvPr id="1012" name="Google Shape;1012;p20"/>
            <p:cNvSpPr txBox="1"/>
            <p:nvPr/>
          </p:nvSpPr>
          <p:spPr>
            <a:xfrm>
              <a:off x="1431471" y="3202280"/>
              <a:ext cx="2250168" cy="923300"/>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Define a deployment approach and risk mitigation plan.</a:t>
              </a:r>
              <a:endParaRPr sz="1050" b="0" i="0" u="none" strike="noStrike" cap="none" dirty="0">
                <a:solidFill>
                  <a:srgbClr val="000000"/>
                </a:solidFill>
                <a:latin typeface="Arial"/>
                <a:ea typeface="Arial"/>
                <a:cs typeface="Arial"/>
                <a:sym typeface="Arial"/>
              </a:endParaRPr>
            </a:p>
          </p:txBody>
        </p:sp>
        <p:cxnSp>
          <p:nvCxnSpPr>
            <p:cNvPr id="1013" name="Google Shape;1013;p20"/>
            <p:cNvCxnSpPr/>
            <p:nvPr/>
          </p:nvCxnSpPr>
          <p:spPr>
            <a:xfrm>
              <a:off x="3681639" y="3666850"/>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1014" name="Google Shape;1014;p20"/>
          <p:cNvGrpSpPr/>
          <p:nvPr/>
        </p:nvGrpSpPr>
        <p:grpSpPr>
          <a:xfrm>
            <a:off x="1657186" y="1090936"/>
            <a:ext cx="2130191" cy="692475"/>
            <a:chOff x="2163346" y="1298760"/>
            <a:chExt cx="2840255" cy="923300"/>
          </a:xfrm>
        </p:grpSpPr>
        <p:sp>
          <p:nvSpPr>
            <p:cNvPr id="1015" name="Google Shape;1015;p20"/>
            <p:cNvSpPr txBox="1"/>
            <p:nvPr/>
          </p:nvSpPr>
          <p:spPr>
            <a:xfrm>
              <a:off x="2163346" y="1298760"/>
              <a:ext cx="2125334" cy="923300"/>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Deliver minimum functionality. Stop, refine or scale.</a:t>
              </a:r>
              <a:endParaRPr sz="1050" b="0" i="0" u="none" strike="noStrike" cap="none" dirty="0">
                <a:solidFill>
                  <a:srgbClr val="000000"/>
                </a:solidFill>
                <a:latin typeface="Arial"/>
                <a:ea typeface="Arial"/>
                <a:cs typeface="Arial"/>
                <a:sym typeface="Arial"/>
              </a:endParaRPr>
            </a:p>
          </p:txBody>
        </p:sp>
        <p:cxnSp>
          <p:nvCxnSpPr>
            <p:cNvPr id="1016" name="Google Shape;1016;p20"/>
            <p:cNvCxnSpPr/>
            <p:nvPr/>
          </p:nvCxnSpPr>
          <p:spPr>
            <a:xfrm>
              <a:off x="4300481" y="1745755"/>
              <a:ext cx="703120" cy="0"/>
            </a:xfrm>
            <a:prstGeom prst="straightConnector1">
              <a:avLst/>
            </a:prstGeom>
            <a:noFill/>
            <a:ln w="25400" cap="flat" cmpd="sng">
              <a:solidFill>
                <a:srgbClr val="F8530C"/>
              </a:solidFill>
              <a:prstDash val="solid"/>
              <a:round/>
              <a:headEnd type="none" w="sm" len="sm"/>
              <a:tailEnd type="triangle" w="med" len="med"/>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grpSp>
        <p:nvGrpSpPr>
          <p:cNvPr id="1021" name="Google Shape;1021;p30"/>
          <p:cNvGrpSpPr/>
          <p:nvPr/>
        </p:nvGrpSpPr>
        <p:grpSpPr>
          <a:xfrm>
            <a:off x="355350" y="1294118"/>
            <a:ext cx="3626097" cy="3196926"/>
            <a:chOff x="3352388" y="1931214"/>
            <a:chExt cx="3417300" cy="4063200"/>
          </a:xfrm>
        </p:grpSpPr>
        <p:sp>
          <p:nvSpPr>
            <p:cNvPr id="1022" name="Google Shape;1022;p30"/>
            <p:cNvSpPr/>
            <p:nvPr/>
          </p:nvSpPr>
          <p:spPr>
            <a:xfrm>
              <a:off x="3352388" y="1931214"/>
              <a:ext cx="3417300" cy="4063200"/>
            </a:xfrm>
            <a:prstGeom prst="rect">
              <a:avLst/>
            </a:prstGeom>
            <a:solidFill>
              <a:srgbClr val="00285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023" name="Google Shape;1023;p30"/>
            <p:cNvSpPr/>
            <p:nvPr/>
          </p:nvSpPr>
          <p:spPr>
            <a:xfrm>
              <a:off x="3410591" y="2095720"/>
              <a:ext cx="3300900" cy="37344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grpSp>
      <p:sp>
        <p:nvSpPr>
          <p:cNvPr id="1024" name="Google Shape;1024;p30"/>
          <p:cNvSpPr/>
          <p:nvPr/>
        </p:nvSpPr>
        <p:spPr>
          <a:xfrm>
            <a:off x="1636665" y="1053550"/>
            <a:ext cx="1063467" cy="548215"/>
          </a:xfrm>
          <a:custGeom>
            <a:avLst/>
            <a:gdLst/>
            <a:ahLst/>
            <a:cxnLst/>
            <a:rect l="l" t="t" r="r" b="b"/>
            <a:pathLst>
              <a:path w="685003" h="258592" extrusionOk="0">
                <a:moveTo>
                  <a:pt x="342501" y="0"/>
                </a:moveTo>
                <a:cubicBezTo>
                  <a:pt x="381829" y="0"/>
                  <a:pt x="413711" y="31882"/>
                  <a:pt x="413711" y="71210"/>
                </a:cubicBezTo>
                <a:lnTo>
                  <a:pt x="411258" y="77132"/>
                </a:lnTo>
                <a:lnTo>
                  <a:pt x="580224" y="153372"/>
                </a:lnTo>
                <a:lnTo>
                  <a:pt x="685003" y="153372"/>
                </a:lnTo>
                <a:lnTo>
                  <a:pt x="685003" y="258592"/>
                </a:lnTo>
                <a:lnTo>
                  <a:pt x="0" y="258592"/>
                </a:lnTo>
                <a:lnTo>
                  <a:pt x="0" y="153372"/>
                </a:lnTo>
                <a:lnTo>
                  <a:pt x="104778" y="153372"/>
                </a:lnTo>
                <a:lnTo>
                  <a:pt x="273744" y="77132"/>
                </a:lnTo>
                <a:lnTo>
                  <a:pt x="271291" y="71210"/>
                </a:lnTo>
                <a:cubicBezTo>
                  <a:pt x="271291" y="31882"/>
                  <a:pt x="303173" y="0"/>
                  <a:pt x="342501" y="0"/>
                </a:cubicBezTo>
                <a:close/>
              </a:path>
            </a:pathLst>
          </a:custGeom>
          <a:solidFill>
            <a:srgbClr val="00285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025" name="Google Shape;1025;p30"/>
          <p:cNvSpPr/>
          <p:nvPr/>
        </p:nvSpPr>
        <p:spPr>
          <a:xfrm>
            <a:off x="1" y="6450"/>
            <a:ext cx="9144000" cy="601200"/>
          </a:xfrm>
          <a:prstGeom prst="rect">
            <a:avLst/>
          </a:prstGeom>
          <a:solidFill>
            <a:srgbClr val="002856"/>
          </a:solidFill>
          <a:ln w="12700" cap="flat" cmpd="sng">
            <a:solidFill>
              <a:srgbClr val="00285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chemeClr val="lt1"/>
                </a:solidFill>
                <a:latin typeface="Arial"/>
                <a:ea typeface="Arial"/>
                <a:cs typeface="Arial"/>
                <a:sym typeface="Arial"/>
              </a:rPr>
              <a:t>Step 1: Individual Ideation</a:t>
            </a:r>
            <a:endParaRPr sz="2400" b="1" i="0" u="none" strike="noStrike" cap="none" dirty="0">
              <a:solidFill>
                <a:srgbClr val="FFFFFF"/>
              </a:solidFill>
              <a:latin typeface="Arial"/>
              <a:ea typeface="Arial"/>
              <a:cs typeface="Arial"/>
              <a:sym typeface="Arial"/>
            </a:endParaRPr>
          </a:p>
        </p:txBody>
      </p:sp>
      <p:sp>
        <p:nvSpPr>
          <p:cNvPr id="1026" name="Google Shape;1026;p30"/>
          <p:cNvSpPr txBox="1"/>
          <p:nvPr/>
        </p:nvSpPr>
        <p:spPr>
          <a:xfrm>
            <a:off x="721498" y="1725917"/>
            <a:ext cx="2893800" cy="2489100"/>
          </a:xfrm>
          <a:prstGeom prst="rect">
            <a:avLst/>
          </a:prstGeom>
          <a:solidFill>
            <a:schemeClr val="lt1"/>
          </a:solidFill>
          <a:ln>
            <a:noFill/>
          </a:ln>
        </p:spPr>
        <p:txBody>
          <a:bodyPr spcFirstLastPara="1" wrap="square" lIns="81000" tIns="135000" rIns="81000" bIns="1350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chemeClr val="dk1"/>
                </a:solidFill>
                <a:latin typeface="Arial"/>
                <a:ea typeface="Arial"/>
                <a:cs typeface="Arial"/>
                <a:sym typeface="Arial"/>
              </a:rPr>
              <a:t>Use the </a:t>
            </a:r>
            <a:r>
              <a:rPr lang="en" sz="1600" b="1" i="0" u="none" strike="noStrike" cap="none" dirty="0">
                <a:solidFill>
                  <a:schemeClr val="dk1"/>
                </a:solidFill>
                <a:latin typeface="Arial"/>
                <a:ea typeface="Arial"/>
                <a:cs typeface="Arial"/>
                <a:sym typeface="Arial"/>
              </a:rPr>
              <a:t>template </a:t>
            </a:r>
            <a:r>
              <a:rPr lang="en" sz="1600" b="0" i="0" u="none" strike="noStrike" cap="none" dirty="0">
                <a:solidFill>
                  <a:schemeClr val="dk1"/>
                </a:solidFill>
                <a:latin typeface="Arial"/>
                <a:ea typeface="Arial"/>
                <a:cs typeface="Arial"/>
                <a:sym typeface="Arial"/>
              </a:rPr>
              <a:t>provided to produce potential use-case ideas individually.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1" u="none" strike="noStrike" cap="none" dirty="0">
                <a:solidFill>
                  <a:schemeClr val="dk1"/>
                </a:solidFill>
                <a:latin typeface="Arial"/>
                <a:ea typeface="Arial"/>
                <a:cs typeface="Arial"/>
                <a:sym typeface="Arial"/>
              </a:rPr>
              <a:t>(Note: This will have been done during the prework phase. Take this time to review your content and prepare to share.)</a:t>
            </a:r>
            <a:endParaRPr sz="1400" b="0" i="1" u="none" strike="noStrike" cap="none" dirty="0">
              <a:solidFill>
                <a:srgbClr val="000000"/>
              </a:solidFill>
              <a:latin typeface="Arial"/>
              <a:ea typeface="Arial"/>
              <a:cs typeface="Arial"/>
              <a:sym typeface="Arial"/>
            </a:endParaRPr>
          </a:p>
        </p:txBody>
      </p:sp>
      <p:pic>
        <p:nvPicPr>
          <p:cNvPr id="1027" name="Google Shape;1027;p30"/>
          <p:cNvPicPr preferRelativeResize="0"/>
          <p:nvPr/>
        </p:nvPicPr>
        <p:blipFill rotWithShape="1">
          <a:blip r:embed="rId3">
            <a:alphaModFix/>
          </a:blip>
          <a:srcRect/>
          <a:stretch/>
        </p:blipFill>
        <p:spPr>
          <a:xfrm>
            <a:off x="6650600" y="1007274"/>
            <a:ext cx="601200" cy="601200"/>
          </a:xfrm>
          <a:prstGeom prst="rect">
            <a:avLst/>
          </a:prstGeom>
          <a:noFill/>
          <a:ln>
            <a:noFill/>
          </a:ln>
        </p:spPr>
      </p:pic>
      <p:sp>
        <p:nvSpPr>
          <p:cNvPr id="1028" name="Google Shape;1028;p30"/>
          <p:cNvSpPr txBox="1"/>
          <p:nvPr/>
        </p:nvSpPr>
        <p:spPr>
          <a:xfrm>
            <a:off x="7251800" y="1053538"/>
            <a:ext cx="1576500" cy="449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dirty="0">
                <a:solidFill>
                  <a:schemeClr val="accent5"/>
                </a:solidFill>
                <a:latin typeface="Arial"/>
                <a:ea typeface="Arial"/>
                <a:cs typeface="Arial"/>
                <a:sym typeface="Arial"/>
              </a:rPr>
              <a:t>10 minutes</a:t>
            </a:r>
            <a:endParaRPr sz="1400" b="0" i="0" u="none" strike="noStrike" cap="none" dirty="0">
              <a:solidFill>
                <a:srgbClr val="000000"/>
              </a:solidFill>
              <a:latin typeface="Arial"/>
              <a:ea typeface="Arial"/>
              <a:cs typeface="Arial"/>
              <a:sym typeface="Arial"/>
            </a:endParaRPr>
          </a:p>
        </p:txBody>
      </p:sp>
      <p:pic>
        <p:nvPicPr>
          <p:cNvPr id="1029" name="Google Shape;1029;p30" descr="A white rectangular object with blue text&#10;&#10;Description automatically generated"/>
          <p:cNvPicPr preferRelativeResize="0"/>
          <p:nvPr/>
        </p:nvPicPr>
        <p:blipFill rotWithShape="1">
          <a:blip r:embed="rId4">
            <a:alphaModFix/>
          </a:blip>
          <a:srcRect/>
          <a:stretch/>
        </p:blipFill>
        <p:spPr>
          <a:xfrm>
            <a:off x="4199130" y="2017249"/>
            <a:ext cx="4711391" cy="226880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grpSp>
        <p:nvGrpSpPr>
          <p:cNvPr id="1034" name="Google Shape;1034;p31"/>
          <p:cNvGrpSpPr/>
          <p:nvPr/>
        </p:nvGrpSpPr>
        <p:grpSpPr>
          <a:xfrm>
            <a:off x="355350" y="1294118"/>
            <a:ext cx="3626097" cy="3196926"/>
            <a:chOff x="3352388" y="1931214"/>
            <a:chExt cx="3417300" cy="4063200"/>
          </a:xfrm>
        </p:grpSpPr>
        <p:sp>
          <p:nvSpPr>
            <p:cNvPr id="1035" name="Google Shape;1035;p31"/>
            <p:cNvSpPr/>
            <p:nvPr/>
          </p:nvSpPr>
          <p:spPr>
            <a:xfrm>
              <a:off x="3352388" y="1931214"/>
              <a:ext cx="3417300" cy="4063200"/>
            </a:xfrm>
            <a:prstGeom prst="rect">
              <a:avLst/>
            </a:prstGeom>
            <a:solidFill>
              <a:srgbClr val="00285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036" name="Google Shape;1036;p31"/>
            <p:cNvSpPr/>
            <p:nvPr/>
          </p:nvSpPr>
          <p:spPr>
            <a:xfrm>
              <a:off x="3410591" y="2095720"/>
              <a:ext cx="3300900" cy="37344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grpSp>
      <p:sp>
        <p:nvSpPr>
          <p:cNvPr id="1037" name="Google Shape;1037;p31"/>
          <p:cNvSpPr/>
          <p:nvPr/>
        </p:nvSpPr>
        <p:spPr>
          <a:xfrm>
            <a:off x="1636665" y="1053550"/>
            <a:ext cx="1063467" cy="548215"/>
          </a:xfrm>
          <a:custGeom>
            <a:avLst/>
            <a:gdLst/>
            <a:ahLst/>
            <a:cxnLst/>
            <a:rect l="l" t="t" r="r" b="b"/>
            <a:pathLst>
              <a:path w="685003" h="258592" extrusionOk="0">
                <a:moveTo>
                  <a:pt x="342501" y="0"/>
                </a:moveTo>
                <a:cubicBezTo>
                  <a:pt x="381829" y="0"/>
                  <a:pt x="413711" y="31882"/>
                  <a:pt x="413711" y="71210"/>
                </a:cubicBezTo>
                <a:lnTo>
                  <a:pt x="411258" y="77132"/>
                </a:lnTo>
                <a:lnTo>
                  <a:pt x="580224" y="153372"/>
                </a:lnTo>
                <a:lnTo>
                  <a:pt x="685003" y="153372"/>
                </a:lnTo>
                <a:lnTo>
                  <a:pt x="685003" y="258592"/>
                </a:lnTo>
                <a:lnTo>
                  <a:pt x="0" y="258592"/>
                </a:lnTo>
                <a:lnTo>
                  <a:pt x="0" y="153372"/>
                </a:lnTo>
                <a:lnTo>
                  <a:pt x="104778" y="153372"/>
                </a:lnTo>
                <a:lnTo>
                  <a:pt x="273744" y="77132"/>
                </a:lnTo>
                <a:lnTo>
                  <a:pt x="271291" y="71210"/>
                </a:lnTo>
                <a:cubicBezTo>
                  <a:pt x="271291" y="31882"/>
                  <a:pt x="303173" y="0"/>
                  <a:pt x="342501" y="0"/>
                </a:cubicBezTo>
                <a:close/>
              </a:path>
            </a:pathLst>
          </a:custGeom>
          <a:solidFill>
            <a:srgbClr val="00285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038" name="Google Shape;1038;p31"/>
          <p:cNvSpPr/>
          <p:nvPr/>
        </p:nvSpPr>
        <p:spPr>
          <a:xfrm>
            <a:off x="1" y="6450"/>
            <a:ext cx="9144000" cy="601200"/>
          </a:xfrm>
          <a:prstGeom prst="rect">
            <a:avLst/>
          </a:prstGeom>
          <a:solidFill>
            <a:srgbClr val="002856"/>
          </a:solidFill>
          <a:ln w="12700" cap="flat" cmpd="sng">
            <a:solidFill>
              <a:srgbClr val="00285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S</a:t>
            </a:r>
            <a:r>
              <a:rPr lang="en" sz="2400" b="1" i="0" u="none" strike="noStrike" cap="none">
                <a:solidFill>
                  <a:schemeClr val="lt1"/>
                </a:solidFill>
                <a:latin typeface="Arial"/>
                <a:ea typeface="Arial"/>
                <a:cs typeface="Arial"/>
                <a:sym typeface="Arial"/>
              </a:rPr>
              <a:t>tep 2: Group Discussion</a:t>
            </a:r>
            <a:endParaRPr sz="2400" b="1" i="0" u="none" strike="noStrike" cap="none" dirty="0">
              <a:solidFill>
                <a:srgbClr val="FFFFFF"/>
              </a:solidFill>
              <a:latin typeface="Arial"/>
              <a:ea typeface="Arial"/>
              <a:cs typeface="Arial"/>
              <a:sym typeface="Arial"/>
            </a:endParaRPr>
          </a:p>
        </p:txBody>
      </p:sp>
      <p:sp>
        <p:nvSpPr>
          <p:cNvPr id="1039" name="Google Shape;1039;p31"/>
          <p:cNvSpPr txBox="1"/>
          <p:nvPr/>
        </p:nvSpPr>
        <p:spPr>
          <a:xfrm>
            <a:off x="721488" y="2047675"/>
            <a:ext cx="2893800" cy="1996500"/>
          </a:xfrm>
          <a:prstGeom prst="rect">
            <a:avLst/>
          </a:prstGeom>
          <a:solidFill>
            <a:schemeClr val="lt1"/>
          </a:solidFill>
          <a:ln>
            <a:noFill/>
          </a:ln>
        </p:spPr>
        <p:txBody>
          <a:bodyPr spcFirstLastPara="1" wrap="square" lIns="81000" tIns="135000" rIns="81000" bIns="1350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chemeClr val="dk1"/>
                </a:solidFill>
                <a:latin typeface="Arial"/>
                <a:ea typeface="Arial"/>
                <a:cs typeface="Arial"/>
                <a:sym typeface="Arial"/>
              </a:rPr>
              <a:t>Discuss each individual’s use-case ideas as a group.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chemeClr val="dk1"/>
                </a:solidFill>
                <a:latin typeface="Arial"/>
                <a:ea typeface="Arial"/>
                <a:cs typeface="Arial"/>
                <a:sym typeface="Arial"/>
              </a:rPr>
              <a:t>Pick </a:t>
            </a:r>
            <a:r>
              <a:rPr lang="en" sz="1600" b="1" i="0" u="none" strike="noStrike" cap="none" dirty="0">
                <a:solidFill>
                  <a:schemeClr val="dk1"/>
                </a:solidFill>
                <a:latin typeface="Arial"/>
                <a:ea typeface="Arial"/>
                <a:cs typeface="Arial"/>
                <a:sym typeface="Arial"/>
              </a:rPr>
              <a:t>up to fiuve use cases from the group </a:t>
            </a:r>
            <a:r>
              <a:rPr lang="en" sz="1600" b="0" i="0" u="none" strike="noStrike" cap="none" dirty="0">
                <a:solidFill>
                  <a:schemeClr val="dk1"/>
                </a:solidFill>
                <a:latin typeface="Arial"/>
                <a:ea typeface="Arial"/>
                <a:cs typeface="Arial"/>
                <a:sym typeface="Arial"/>
              </a:rPr>
              <a:t>to be presented to the whole room.</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pic>
        <p:nvPicPr>
          <p:cNvPr id="1040" name="Google Shape;1040;p31"/>
          <p:cNvPicPr preferRelativeResize="0"/>
          <p:nvPr/>
        </p:nvPicPr>
        <p:blipFill rotWithShape="1">
          <a:blip r:embed="rId3">
            <a:alphaModFix/>
          </a:blip>
          <a:srcRect/>
          <a:stretch/>
        </p:blipFill>
        <p:spPr>
          <a:xfrm>
            <a:off x="6650600" y="1007274"/>
            <a:ext cx="601200" cy="601200"/>
          </a:xfrm>
          <a:prstGeom prst="rect">
            <a:avLst/>
          </a:prstGeom>
          <a:noFill/>
          <a:ln>
            <a:noFill/>
          </a:ln>
        </p:spPr>
      </p:pic>
      <p:sp>
        <p:nvSpPr>
          <p:cNvPr id="1041" name="Google Shape;1041;p31"/>
          <p:cNvSpPr txBox="1"/>
          <p:nvPr/>
        </p:nvSpPr>
        <p:spPr>
          <a:xfrm>
            <a:off x="7251800" y="1053538"/>
            <a:ext cx="1576500" cy="449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dirty="0">
                <a:solidFill>
                  <a:schemeClr val="accent5"/>
                </a:solidFill>
                <a:latin typeface="Arial"/>
                <a:ea typeface="Arial"/>
                <a:cs typeface="Arial"/>
                <a:sym typeface="Arial"/>
              </a:rPr>
              <a:t>20 minutes</a:t>
            </a:r>
            <a:endParaRPr sz="1400" b="0" i="0" u="none" strike="noStrike" cap="none" dirty="0">
              <a:solidFill>
                <a:srgbClr val="000000"/>
              </a:solidFill>
              <a:latin typeface="Arial"/>
              <a:ea typeface="Arial"/>
              <a:cs typeface="Arial"/>
              <a:sym typeface="Arial"/>
            </a:endParaRPr>
          </a:p>
        </p:txBody>
      </p:sp>
      <p:pic>
        <p:nvPicPr>
          <p:cNvPr id="1042" name="Google Shape;1042;p31"/>
          <p:cNvPicPr preferRelativeResize="0"/>
          <p:nvPr/>
        </p:nvPicPr>
        <p:blipFill rotWithShape="1">
          <a:blip r:embed="rId4">
            <a:alphaModFix/>
          </a:blip>
          <a:srcRect l="15232" t="59346" r="16828" b="13216"/>
          <a:stretch/>
        </p:blipFill>
        <p:spPr>
          <a:xfrm>
            <a:off x="4381500" y="2795600"/>
            <a:ext cx="4581899" cy="1611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grpSp>
        <p:nvGrpSpPr>
          <p:cNvPr id="1047" name="Google Shape;1047;p32"/>
          <p:cNvGrpSpPr/>
          <p:nvPr/>
        </p:nvGrpSpPr>
        <p:grpSpPr>
          <a:xfrm>
            <a:off x="355350" y="1294118"/>
            <a:ext cx="3626097" cy="3196926"/>
            <a:chOff x="3352388" y="1931214"/>
            <a:chExt cx="3417300" cy="4063200"/>
          </a:xfrm>
        </p:grpSpPr>
        <p:sp>
          <p:nvSpPr>
            <p:cNvPr id="1048" name="Google Shape;1048;p32"/>
            <p:cNvSpPr/>
            <p:nvPr/>
          </p:nvSpPr>
          <p:spPr>
            <a:xfrm>
              <a:off x="3352388" y="1931214"/>
              <a:ext cx="3417300" cy="4063200"/>
            </a:xfrm>
            <a:prstGeom prst="rect">
              <a:avLst/>
            </a:prstGeom>
            <a:solidFill>
              <a:srgbClr val="00285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049" name="Google Shape;1049;p32"/>
            <p:cNvSpPr/>
            <p:nvPr/>
          </p:nvSpPr>
          <p:spPr>
            <a:xfrm>
              <a:off x="3410591" y="2095720"/>
              <a:ext cx="3300900" cy="37344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grpSp>
      <p:sp>
        <p:nvSpPr>
          <p:cNvPr id="1050" name="Google Shape;1050;p32"/>
          <p:cNvSpPr/>
          <p:nvPr/>
        </p:nvSpPr>
        <p:spPr>
          <a:xfrm>
            <a:off x="1636665" y="1053550"/>
            <a:ext cx="1063467" cy="548215"/>
          </a:xfrm>
          <a:custGeom>
            <a:avLst/>
            <a:gdLst/>
            <a:ahLst/>
            <a:cxnLst/>
            <a:rect l="l" t="t" r="r" b="b"/>
            <a:pathLst>
              <a:path w="685003" h="258592" extrusionOk="0">
                <a:moveTo>
                  <a:pt x="342501" y="0"/>
                </a:moveTo>
                <a:cubicBezTo>
                  <a:pt x="381829" y="0"/>
                  <a:pt x="413711" y="31882"/>
                  <a:pt x="413711" y="71210"/>
                </a:cubicBezTo>
                <a:lnTo>
                  <a:pt x="411258" y="77132"/>
                </a:lnTo>
                <a:lnTo>
                  <a:pt x="580224" y="153372"/>
                </a:lnTo>
                <a:lnTo>
                  <a:pt x="685003" y="153372"/>
                </a:lnTo>
                <a:lnTo>
                  <a:pt x="685003" y="258592"/>
                </a:lnTo>
                <a:lnTo>
                  <a:pt x="0" y="258592"/>
                </a:lnTo>
                <a:lnTo>
                  <a:pt x="0" y="153372"/>
                </a:lnTo>
                <a:lnTo>
                  <a:pt x="104778" y="153372"/>
                </a:lnTo>
                <a:lnTo>
                  <a:pt x="273744" y="77132"/>
                </a:lnTo>
                <a:lnTo>
                  <a:pt x="271291" y="71210"/>
                </a:lnTo>
                <a:cubicBezTo>
                  <a:pt x="271291" y="31882"/>
                  <a:pt x="303173" y="0"/>
                  <a:pt x="342501" y="0"/>
                </a:cubicBezTo>
                <a:close/>
              </a:path>
            </a:pathLst>
          </a:custGeom>
          <a:solidFill>
            <a:srgbClr val="00285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051" name="Google Shape;1051;p32"/>
          <p:cNvSpPr/>
          <p:nvPr/>
        </p:nvSpPr>
        <p:spPr>
          <a:xfrm>
            <a:off x="1" y="6450"/>
            <a:ext cx="9144000" cy="601200"/>
          </a:xfrm>
          <a:prstGeom prst="rect">
            <a:avLst/>
          </a:prstGeom>
          <a:solidFill>
            <a:srgbClr val="002856"/>
          </a:solidFill>
          <a:ln w="12700" cap="flat" cmpd="sng">
            <a:solidFill>
              <a:srgbClr val="00285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Step 3: Group Presentation</a:t>
            </a:r>
            <a:endParaRPr sz="1400" b="0" i="0" u="none" strike="noStrike" cap="none" dirty="0">
              <a:solidFill>
                <a:srgbClr val="000000"/>
              </a:solidFill>
              <a:latin typeface="Arial"/>
              <a:ea typeface="Arial"/>
              <a:cs typeface="Arial"/>
              <a:sym typeface="Arial"/>
            </a:endParaRPr>
          </a:p>
        </p:txBody>
      </p:sp>
      <p:sp>
        <p:nvSpPr>
          <p:cNvPr id="1052" name="Google Shape;1052;p32"/>
          <p:cNvSpPr txBox="1"/>
          <p:nvPr/>
        </p:nvSpPr>
        <p:spPr>
          <a:xfrm>
            <a:off x="810099" y="1983775"/>
            <a:ext cx="2893800" cy="1996185"/>
          </a:xfrm>
          <a:prstGeom prst="rect">
            <a:avLst/>
          </a:prstGeom>
          <a:solidFill>
            <a:schemeClr val="lt1"/>
          </a:solidFill>
          <a:ln>
            <a:noFill/>
          </a:ln>
        </p:spPr>
        <p:txBody>
          <a:bodyPr spcFirstLastPara="1" wrap="square" lIns="81000" tIns="135000" rIns="81000" bIns="1350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chemeClr val="dk1"/>
                </a:solidFill>
                <a:latin typeface="Arial"/>
                <a:ea typeface="Arial"/>
                <a:cs typeface="Arial"/>
                <a:sym typeface="Arial"/>
              </a:rPr>
              <a:t>Each group presents to the room the key use cases that came out of their ideation session </a:t>
            </a:r>
            <a:r>
              <a:rPr lang="en" sz="1600" b="1" i="0" u="none" strike="noStrike" cap="none" dirty="0">
                <a:solidFill>
                  <a:schemeClr val="dk1"/>
                </a:solidFill>
                <a:latin typeface="Arial"/>
                <a:ea typeface="Arial"/>
                <a:cs typeface="Arial"/>
                <a:sym typeface="Arial"/>
              </a:rPr>
              <a:t>(five to 10 minutes per group).</a:t>
            </a:r>
            <a:r>
              <a:rPr lang="en" sz="16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chemeClr val="dk1"/>
                </a:solidFill>
                <a:latin typeface="Arial"/>
                <a:ea typeface="Arial"/>
                <a:cs typeface="Arial"/>
                <a:sym typeface="Arial"/>
              </a:rPr>
              <a:t>Summarize findings. </a:t>
            </a:r>
            <a:endParaRPr sz="1400" b="0" i="0" u="none" strike="noStrike" cap="none" dirty="0">
              <a:solidFill>
                <a:srgbClr val="000000"/>
              </a:solidFill>
              <a:latin typeface="Arial"/>
              <a:ea typeface="Arial"/>
              <a:cs typeface="Arial"/>
              <a:sym typeface="Arial"/>
            </a:endParaRPr>
          </a:p>
        </p:txBody>
      </p:sp>
      <p:sp>
        <p:nvSpPr>
          <p:cNvPr id="1053" name="Google Shape;1053;p32"/>
          <p:cNvSpPr txBox="1"/>
          <p:nvPr/>
        </p:nvSpPr>
        <p:spPr>
          <a:xfrm>
            <a:off x="7251800" y="1018338"/>
            <a:ext cx="1576500" cy="449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dirty="0">
                <a:solidFill>
                  <a:schemeClr val="accent5"/>
                </a:solidFill>
                <a:latin typeface="Arial"/>
                <a:ea typeface="Arial"/>
                <a:cs typeface="Arial"/>
                <a:sym typeface="Arial"/>
              </a:rPr>
              <a:t>45 minutes</a:t>
            </a:r>
            <a:endParaRPr sz="1400" b="0" i="0" u="none" strike="noStrike" cap="none" dirty="0">
              <a:solidFill>
                <a:srgbClr val="000000"/>
              </a:solidFill>
              <a:latin typeface="Arial"/>
              <a:ea typeface="Arial"/>
              <a:cs typeface="Arial"/>
              <a:sym typeface="Arial"/>
            </a:endParaRPr>
          </a:p>
        </p:txBody>
      </p:sp>
      <p:pic>
        <p:nvPicPr>
          <p:cNvPr id="1054" name="Google Shape;1054;p32"/>
          <p:cNvPicPr preferRelativeResize="0"/>
          <p:nvPr/>
        </p:nvPicPr>
        <p:blipFill rotWithShape="1">
          <a:blip r:embed="rId3">
            <a:alphaModFix/>
          </a:blip>
          <a:srcRect/>
          <a:stretch/>
        </p:blipFill>
        <p:spPr>
          <a:xfrm>
            <a:off x="4675600" y="3444651"/>
            <a:ext cx="4347600" cy="1054932"/>
          </a:xfrm>
          <a:prstGeom prst="rect">
            <a:avLst/>
          </a:prstGeom>
          <a:noFill/>
          <a:ln>
            <a:noFill/>
          </a:ln>
        </p:spPr>
      </p:pic>
      <p:pic>
        <p:nvPicPr>
          <p:cNvPr id="1055" name="Google Shape;1055;p32"/>
          <p:cNvPicPr preferRelativeResize="0"/>
          <p:nvPr/>
        </p:nvPicPr>
        <p:blipFill rotWithShape="1">
          <a:blip r:embed="rId4">
            <a:alphaModFix/>
          </a:blip>
          <a:srcRect l="68575" t="11325" r="12742" b="58229"/>
          <a:stretch/>
        </p:blipFill>
        <p:spPr>
          <a:xfrm>
            <a:off x="5981700" y="1878723"/>
            <a:ext cx="1680224" cy="1565926"/>
          </a:xfrm>
          <a:prstGeom prst="rect">
            <a:avLst/>
          </a:prstGeom>
          <a:noFill/>
          <a:ln>
            <a:noFill/>
          </a:ln>
        </p:spPr>
      </p:pic>
      <p:pic>
        <p:nvPicPr>
          <p:cNvPr id="1056" name="Google Shape;1056;p32"/>
          <p:cNvPicPr preferRelativeResize="0"/>
          <p:nvPr/>
        </p:nvPicPr>
        <p:blipFill rotWithShape="1">
          <a:blip r:embed="rId5">
            <a:alphaModFix/>
          </a:blip>
          <a:srcRect/>
          <a:stretch/>
        </p:blipFill>
        <p:spPr>
          <a:xfrm>
            <a:off x="6650600" y="1007274"/>
            <a:ext cx="601200" cy="601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33"/>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Phase 3: </a:t>
            </a:r>
            <a:endParaRPr dirty="0"/>
          </a:p>
          <a:p>
            <a:pPr marL="0" lvl="0" indent="0" algn="l" rtl="0">
              <a:lnSpc>
                <a:spcPct val="100000"/>
              </a:lnSpc>
              <a:spcBef>
                <a:spcPts val="0"/>
              </a:spcBef>
              <a:spcAft>
                <a:spcPts val="0"/>
              </a:spcAft>
              <a:buClr>
                <a:schemeClr val="dk2"/>
              </a:buClr>
              <a:buSzPts val="2400"/>
              <a:buFont typeface="Arial Black"/>
              <a:buNone/>
            </a:pPr>
            <a:r>
              <a:rPr lang="en"/>
              <a:t>Prioritization</a:t>
            </a:r>
            <a:endParaRPr dirty="0"/>
          </a:p>
        </p:txBody>
      </p:sp>
      <p:sp>
        <p:nvSpPr>
          <p:cNvPr id="1062" name="Google Shape;1062;p33"/>
          <p:cNvSpPr/>
          <p:nvPr/>
        </p:nvSpPr>
        <p:spPr>
          <a:xfrm>
            <a:off x="6111550" y="44625"/>
            <a:ext cx="2974200" cy="8658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E81159"/>
                </a:solidFill>
                <a:latin typeface="Arial"/>
                <a:ea typeface="Arial"/>
                <a:cs typeface="Arial"/>
                <a:sym typeface="Arial"/>
              </a:rPr>
              <a:t>This exercise is only for a high-level ranking of AI use cases. A detailed prioritization should be conducted later for the most promising ones.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pic>
        <p:nvPicPr>
          <p:cNvPr id="1067" name="Google Shape;1067;p27" descr="A blue circular diagram with arrows&#10;&#10;Description automatically generated"/>
          <p:cNvPicPr preferRelativeResize="0"/>
          <p:nvPr/>
        </p:nvPicPr>
        <p:blipFill rotWithShape="1">
          <a:blip r:embed="rId3">
            <a:alphaModFix/>
          </a:blip>
          <a:srcRect/>
          <a:stretch/>
        </p:blipFill>
        <p:spPr>
          <a:xfrm>
            <a:off x="3190595" y="995250"/>
            <a:ext cx="2924175" cy="2943225"/>
          </a:xfrm>
          <a:prstGeom prst="rect">
            <a:avLst/>
          </a:prstGeom>
          <a:noFill/>
          <a:ln>
            <a:noFill/>
          </a:ln>
        </p:spPr>
      </p:pic>
      <p:sp>
        <p:nvSpPr>
          <p:cNvPr id="1068" name="Google Shape;1068;p27"/>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
              <a:t>AI Pilot Life Cycle</a:t>
            </a:r>
            <a:endParaRPr dirty="0"/>
          </a:p>
        </p:txBody>
      </p:sp>
      <p:sp>
        <p:nvSpPr>
          <p:cNvPr id="1069" name="Google Shape;1069;p27"/>
          <p:cNvSpPr txBox="1"/>
          <p:nvPr/>
        </p:nvSpPr>
        <p:spPr>
          <a:xfrm>
            <a:off x="342900" y="4549129"/>
            <a:ext cx="615554" cy="103875"/>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675"/>
              <a:buFont typeface="Arial"/>
              <a:buNone/>
            </a:pPr>
            <a:r>
              <a:rPr lang="en" sz="675" b="0" i="0" u="none" strike="noStrike" cap="none">
                <a:solidFill>
                  <a:srgbClr val="6F7878"/>
                </a:solidFill>
                <a:latin typeface="Arial"/>
                <a:ea typeface="Arial"/>
                <a:cs typeface="Arial"/>
                <a:sym typeface="Arial"/>
              </a:rPr>
              <a:t>Source: Gartner</a:t>
            </a:r>
            <a:endParaRPr sz="1050" b="0" i="0" u="none" strike="noStrike" cap="none" dirty="0">
              <a:solidFill>
                <a:srgbClr val="000000"/>
              </a:solidFill>
              <a:latin typeface="Arial"/>
              <a:ea typeface="Arial"/>
              <a:cs typeface="Arial"/>
              <a:sym typeface="Arial"/>
            </a:endParaRPr>
          </a:p>
        </p:txBody>
      </p:sp>
      <p:sp>
        <p:nvSpPr>
          <p:cNvPr id="1070" name="Google Shape;1070;p27"/>
          <p:cNvSpPr txBox="1"/>
          <p:nvPr/>
        </p:nvSpPr>
        <p:spPr>
          <a:xfrm>
            <a:off x="3895725" y="4110765"/>
            <a:ext cx="1528330" cy="507771"/>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Assemble a cross-functional team.</a:t>
            </a:r>
            <a:endParaRPr sz="1050" b="0" i="0" u="none" strike="noStrike" cap="none" dirty="0">
              <a:solidFill>
                <a:srgbClr val="000000"/>
              </a:solidFill>
              <a:latin typeface="Arial"/>
              <a:ea typeface="Arial"/>
              <a:cs typeface="Arial"/>
              <a:sym typeface="Arial"/>
            </a:endParaRPr>
          </a:p>
        </p:txBody>
      </p:sp>
      <p:grpSp>
        <p:nvGrpSpPr>
          <p:cNvPr id="1071" name="Google Shape;1071;p27"/>
          <p:cNvGrpSpPr/>
          <p:nvPr/>
        </p:nvGrpSpPr>
        <p:grpSpPr>
          <a:xfrm>
            <a:off x="4059199" y="2073947"/>
            <a:ext cx="1095495" cy="660314"/>
            <a:chOff x="9474665" y="-484011"/>
            <a:chExt cx="1460660" cy="880418"/>
          </a:xfrm>
        </p:grpSpPr>
        <p:sp>
          <p:nvSpPr>
            <p:cNvPr id="1072" name="Google Shape;1072;p27"/>
            <p:cNvSpPr txBox="1"/>
            <p:nvPr/>
          </p:nvSpPr>
          <p:spPr>
            <a:xfrm>
              <a:off x="9474665" y="230037"/>
              <a:ext cx="1460660" cy="16637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r>
                <a:rPr lang="en" sz="1350" b="1" i="0" u="none" strike="noStrike" cap="none">
                  <a:solidFill>
                    <a:srgbClr val="000000"/>
                  </a:solidFill>
                  <a:latin typeface="Arial"/>
                  <a:ea typeface="Arial"/>
                  <a:cs typeface="Arial"/>
                  <a:sym typeface="Arial"/>
                </a:rPr>
                <a:t>AI Pilot</a:t>
              </a:r>
              <a:endParaRPr sz="1050" b="0" i="0" u="none" strike="noStrike" cap="none" dirty="0">
                <a:solidFill>
                  <a:srgbClr val="000000"/>
                </a:solidFill>
                <a:latin typeface="Arial"/>
                <a:ea typeface="Arial"/>
                <a:cs typeface="Arial"/>
                <a:sym typeface="Arial"/>
              </a:endParaRPr>
            </a:p>
          </p:txBody>
        </p:sp>
        <p:sp>
          <p:nvSpPr>
            <p:cNvPr id="1073" name="Google Shape;1073;p27"/>
            <p:cNvSpPr/>
            <p:nvPr/>
          </p:nvSpPr>
          <p:spPr>
            <a:xfrm>
              <a:off x="9742032" y="-484011"/>
              <a:ext cx="832736" cy="658248"/>
            </a:xfrm>
            <a:custGeom>
              <a:avLst/>
              <a:gdLst/>
              <a:ahLst/>
              <a:cxnLst/>
              <a:rect l="l" t="t" r="r" b="b"/>
              <a:pathLst>
                <a:path w="563613" h="445516" extrusionOk="0">
                  <a:moveTo>
                    <a:pt x="469341" y="383286"/>
                  </a:moveTo>
                  <a:cubicBezTo>
                    <a:pt x="478663" y="383286"/>
                    <a:pt x="486244" y="375691"/>
                    <a:pt x="486244" y="366370"/>
                  </a:cubicBezTo>
                  <a:cubicBezTo>
                    <a:pt x="486244" y="357035"/>
                    <a:pt x="478663" y="349466"/>
                    <a:pt x="469341" y="349466"/>
                  </a:cubicBezTo>
                  <a:cubicBezTo>
                    <a:pt x="460019" y="349466"/>
                    <a:pt x="452424" y="357035"/>
                    <a:pt x="452424" y="366370"/>
                  </a:cubicBezTo>
                  <a:cubicBezTo>
                    <a:pt x="452424" y="375691"/>
                    <a:pt x="460019" y="383286"/>
                    <a:pt x="469341" y="383286"/>
                  </a:cubicBezTo>
                  <a:close/>
                  <a:moveTo>
                    <a:pt x="469341" y="418846"/>
                  </a:moveTo>
                  <a:cubicBezTo>
                    <a:pt x="449796" y="418846"/>
                    <a:pt x="432727" y="408076"/>
                    <a:pt x="423697" y="392176"/>
                  </a:cubicBezTo>
                  <a:lnTo>
                    <a:pt x="368287" y="392176"/>
                  </a:lnTo>
                  <a:lnTo>
                    <a:pt x="339026" y="329959"/>
                  </a:lnTo>
                  <a:lnTo>
                    <a:pt x="320002" y="329959"/>
                  </a:lnTo>
                  <a:lnTo>
                    <a:pt x="320002" y="294399"/>
                  </a:lnTo>
                  <a:lnTo>
                    <a:pt x="361607" y="294399"/>
                  </a:lnTo>
                  <a:lnTo>
                    <a:pt x="390855" y="356616"/>
                  </a:lnTo>
                  <a:lnTo>
                    <a:pt x="417817" y="356616"/>
                  </a:lnTo>
                  <a:cubicBezTo>
                    <a:pt x="422414" y="332334"/>
                    <a:pt x="443750" y="313906"/>
                    <a:pt x="469341" y="313906"/>
                  </a:cubicBezTo>
                  <a:cubicBezTo>
                    <a:pt x="498271" y="313906"/>
                    <a:pt x="521804" y="337439"/>
                    <a:pt x="521804" y="366370"/>
                  </a:cubicBezTo>
                  <a:cubicBezTo>
                    <a:pt x="521804" y="395300"/>
                    <a:pt x="498271" y="418846"/>
                    <a:pt x="469341" y="418846"/>
                  </a:cubicBezTo>
                  <a:close/>
                  <a:moveTo>
                    <a:pt x="511594" y="256832"/>
                  </a:moveTo>
                  <a:cubicBezTo>
                    <a:pt x="520674" y="256832"/>
                    <a:pt x="528053" y="249453"/>
                    <a:pt x="528053" y="240373"/>
                  </a:cubicBezTo>
                  <a:cubicBezTo>
                    <a:pt x="528053" y="231305"/>
                    <a:pt x="520674" y="223926"/>
                    <a:pt x="511594" y="223926"/>
                  </a:cubicBezTo>
                  <a:cubicBezTo>
                    <a:pt x="502513" y="223926"/>
                    <a:pt x="495135" y="231305"/>
                    <a:pt x="495135" y="240373"/>
                  </a:cubicBezTo>
                  <a:cubicBezTo>
                    <a:pt x="495135" y="249453"/>
                    <a:pt x="502513" y="256832"/>
                    <a:pt x="511594" y="256832"/>
                  </a:cubicBezTo>
                  <a:close/>
                  <a:moveTo>
                    <a:pt x="511594" y="292392"/>
                  </a:moveTo>
                  <a:cubicBezTo>
                    <a:pt x="489001" y="292392"/>
                    <a:pt x="469760" y="277876"/>
                    <a:pt x="462610" y="257708"/>
                  </a:cubicBezTo>
                  <a:lnTo>
                    <a:pt x="320002" y="257708"/>
                  </a:lnTo>
                  <a:lnTo>
                    <a:pt x="320002" y="222148"/>
                  </a:lnTo>
                  <a:lnTo>
                    <a:pt x="462953" y="222148"/>
                  </a:lnTo>
                  <a:cubicBezTo>
                    <a:pt x="470357" y="202438"/>
                    <a:pt x="489343" y="188366"/>
                    <a:pt x="511594" y="188366"/>
                  </a:cubicBezTo>
                  <a:cubicBezTo>
                    <a:pt x="540270" y="188366"/>
                    <a:pt x="563613" y="211696"/>
                    <a:pt x="563613" y="240373"/>
                  </a:cubicBezTo>
                  <a:cubicBezTo>
                    <a:pt x="563613" y="269049"/>
                    <a:pt x="540270" y="292392"/>
                    <a:pt x="511594" y="292392"/>
                  </a:cubicBezTo>
                  <a:close/>
                  <a:moveTo>
                    <a:pt x="449821" y="112268"/>
                  </a:moveTo>
                  <a:cubicBezTo>
                    <a:pt x="459155" y="112268"/>
                    <a:pt x="466737" y="104686"/>
                    <a:pt x="466737" y="95352"/>
                  </a:cubicBezTo>
                  <a:cubicBezTo>
                    <a:pt x="466737" y="86042"/>
                    <a:pt x="459155" y="78448"/>
                    <a:pt x="449821" y="78448"/>
                  </a:cubicBezTo>
                  <a:cubicBezTo>
                    <a:pt x="440499" y="78448"/>
                    <a:pt x="432904" y="86042"/>
                    <a:pt x="432904" y="95352"/>
                  </a:cubicBezTo>
                  <a:cubicBezTo>
                    <a:pt x="432904" y="104686"/>
                    <a:pt x="440499" y="112268"/>
                    <a:pt x="449821" y="112268"/>
                  </a:cubicBezTo>
                  <a:close/>
                  <a:moveTo>
                    <a:pt x="320002" y="169938"/>
                  </a:moveTo>
                  <a:lnTo>
                    <a:pt x="320002" y="134379"/>
                  </a:lnTo>
                  <a:lnTo>
                    <a:pt x="389191" y="134379"/>
                  </a:lnTo>
                  <a:lnTo>
                    <a:pt x="402818" y="118529"/>
                  </a:lnTo>
                  <a:cubicBezTo>
                    <a:pt x="399351" y="111531"/>
                    <a:pt x="397344" y="103683"/>
                    <a:pt x="397344" y="95352"/>
                  </a:cubicBezTo>
                  <a:cubicBezTo>
                    <a:pt x="397344" y="66421"/>
                    <a:pt x="420890" y="42888"/>
                    <a:pt x="449821" y="42888"/>
                  </a:cubicBezTo>
                  <a:cubicBezTo>
                    <a:pt x="478764" y="42888"/>
                    <a:pt x="502297" y="66421"/>
                    <a:pt x="502297" y="95352"/>
                  </a:cubicBezTo>
                  <a:cubicBezTo>
                    <a:pt x="502297" y="124295"/>
                    <a:pt x="478764" y="147828"/>
                    <a:pt x="449821" y="147828"/>
                  </a:cubicBezTo>
                  <a:cubicBezTo>
                    <a:pt x="442213" y="147828"/>
                    <a:pt x="435000" y="146164"/>
                    <a:pt x="428472" y="143243"/>
                  </a:cubicBezTo>
                  <a:lnTo>
                    <a:pt x="405511" y="169938"/>
                  </a:lnTo>
                  <a:close/>
                  <a:moveTo>
                    <a:pt x="186143" y="409956"/>
                  </a:moveTo>
                  <a:cubicBezTo>
                    <a:pt x="218960" y="409956"/>
                    <a:pt x="246418" y="397243"/>
                    <a:pt x="248653" y="364490"/>
                  </a:cubicBezTo>
                  <a:cubicBezTo>
                    <a:pt x="248806" y="362776"/>
                    <a:pt x="248881" y="361505"/>
                    <a:pt x="248881" y="360172"/>
                  </a:cubicBezTo>
                  <a:lnTo>
                    <a:pt x="248881" y="339941"/>
                  </a:lnTo>
                  <a:cubicBezTo>
                    <a:pt x="234200" y="346177"/>
                    <a:pt x="220040" y="348831"/>
                    <a:pt x="206730" y="348831"/>
                  </a:cubicBezTo>
                  <a:cubicBezTo>
                    <a:pt x="164274" y="348831"/>
                    <a:pt x="130264" y="322250"/>
                    <a:pt x="114211" y="301599"/>
                  </a:cubicBezTo>
                  <a:lnTo>
                    <a:pt x="142240" y="279717"/>
                  </a:lnTo>
                  <a:cubicBezTo>
                    <a:pt x="145830" y="284264"/>
                    <a:pt x="170122" y="313144"/>
                    <a:pt x="206290" y="313144"/>
                  </a:cubicBezTo>
                  <a:cubicBezTo>
                    <a:pt x="219124" y="313144"/>
                    <a:pt x="233452" y="309508"/>
                    <a:pt x="248881" y="299860"/>
                  </a:cubicBezTo>
                  <a:lnTo>
                    <a:pt x="248881" y="98717"/>
                  </a:lnTo>
                  <a:cubicBezTo>
                    <a:pt x="248856" y="97955"/>
                    <a:pt x="248843" y="96342"/>
                    <a:pt x="248881" y="94387"/>
                  </a:cubicBezTo>
                  <a:cubicBezTo>
                    <a:pt x="248869" y="93980"/>
                    <a:pt x="248881" y="93688"/>
                    <a:pt x="248843" y="93205"/>
                  </a:cubicBezTo>
                  <a:lnTo>
                    <a:pt x="248818" y="92545"/>
                  </a:lnTo>
                  <a:lnTo>
                    <a:pt x="248907" y="90386"/>
                  </a:lnTo>
                  <a:cubicBezTo>
                    <a:pt x="248907" y="88951"/>
                    <a:pt x="248793" y="87541"/>
                    <a:pt x="248678" y="86131"/>
                  </a:cubicBezTo>
                  <a:cubicBezTo>
                    <a:pt x="237172" y="90602"/>
                    <a:pt x="226136" y="93828"/>
                    <a:pt x="219963" y="95047"/>
                  </a:cubicBezTo>
                  <a:cubicBezTo>
                    <a:pt x="210832" y="96875"/>
                    <a:pt x="199326" y="105067"/>
                    <a:pt x="196011" y="107798"/>
                  </a:cubicBezTo>
                  <a:lnTo>
                    <a:pt x="173291" y="80442"/>
                  </a:lnTo>
                  <a:cubicBezTo>
                    <a:pt x="175285" y="78778"/>
                    <a:pt x="193357" y="64084"/>
                    <a:pt x="213029" y="60173"/>
                  </a:cubicBezTo>
                  <a:cubicBezTo>
                    <a:pt x="219417" y="58903"/>
                    <a:pt x="241655" y="56413"/>
                    <a:pt x="248907" y="53594"/>
                  </a:cubicBezTo>
                  <a:cubicBezTo>
                    <a:pt x="238772" y="42570"/>
                    <a:pt x="209651" y="35560"/>
                    <a:pt x="193471" y="35560"/>
                  </a:cubicBezTo>
                  <a:cubicBezTo>
                    <a:pt x="167106" y="35560"/>
                    <a:pt x="144246" y="54292"/>
                    <a:pt x="139115" y="80111"/>
                  </a:cubicBezTo>
                  <a:lnTo>
                    <a:pt x="136499" y="93294"/>
                  </a:lnTo>
                  <a:lnTo>
                    <a:pt x="123101" y="94361"/>
                  </a:lnTo>
                  <a:cubicBezTo>
                    <a:pt x="94665" y="96634"/>
                    <a:pt x="72377" y="120675"/>
                    <a:pt x="72174" y="149161"/>
                  </a:cubicBezTo>
                  <a:cubicBezTo>
                    <a:pt x="72466" y="152755"/>
                    <a:pt x="75069" y="176073"/>
                    <a:pt x="90741" y="185852"/>
                  </a:cubicBezTo>
                  <a:cubicBezTo>
                    <a:pt x="96129" y="189216"/>
                    <a:pt x="102557" y="190547"/>
                    <a:pt x="109362" y="190547"/>
                  </a:cubicBezTo>
                  <a:cubicBezTo>
                    <a:pt x="116688" y="190547"/>
                    <a:pt x="124451" y="189004"/>
                    <a:pt x="131825" y="186791"/>
                  </a:cubicBezTo>
                  <a:cubicBezTo>
                    <a:pt x="137871" y="155727"/>
                    <a:pt x="167081" y="132093"/>
                    <a:pt x="202158" y="132093"/>
                  </a:cubicBezTo>
                  <a:lnTo>
                    <a:pt x="202158" y="167653"/>
                  </a:lnTo>
                  <a:cubicBezTo>
                    <a:pt x="182321" y="167653"/>
                    <a:pt x="166179" y="181559"/>
                    <a:pt x="166179" y="198666"/>
                  </a:cubicBezTo>
                  <a:cubicBezTo>
                    <a:pt x="166179" y="215760"/>
                    <a:pt x="182321" y="229667"/>
                    <a:pt x="202158" y="229667"/>
                  </a:cubicBezTo>
                  <a:lnTo>
                    <a:pt x="202158" y="265227"/>
                  </a:lnTo>
                  <a:cubicBezTo>
                    <a:pt x="171792" y="265227"/>
                    <a:pt x="145846" y="247485"/>
                    <a:pt x="135483" y="222593"/>
                  </a:cubicBezTo>
                  <a:cubicBezTo>
                    <a:pt x="126238" y="224904"/>
                    <a:pt x="117449" y="226174"/>
                    <a:pt x="109245" y="226174"/>
                  </a:cubicBezTo>
                  <a:cubicBezTo>
                    <a:pt x="95097" y="226174"/>
                    <a:pt x="82511" y="222733"/>
                    <a:pt x="71615" y="215836"/>
                  </a:cubicBezTo>
                  <a:cubicBezTo>
                    <a:pt x="65303" y="211836"/>
                    <a:pt x="60134" y="206997"/>
                    <a:pt x="55880" y="201765"/>
                  </a:cubicBezTo>
                  <a:cubicBezTo>
                    <a:pt x="42824" y="217957"/>
                    <a:pt x="35547" y="238125"/>
                    <a:pt x="35547" y="259359"/>
                  </a:cubicBezTo>
                  <a:cubicBezTo>
                    <a:pt x="35547" y="304000"/>
                    <a:pt x="67437" y="342049"/>
                    <a:pt x="111379" y="349872"/>
                  </a:cubicBezTo>
                  <a:lnTo>
                    <a:pt x="122618" y="351853"/>
                  </a:lnTo>
                  <a:lnTo>
                    <a:pt x="125475" y="362928"/>
                  </a:lnTo>
                  <a:cubicBezTo>
                    <a:pt x="132626" y="390614"/>
                    <a:pt x="157581" y="409956"/>
                    <a:pt x="186143" y="409956"/>
                  </a:cubicBezTo>
                  <a:close/>
                  <a:moveTo>
                    <a:pt x="186143" y="445516"/>
                  </a:moveTo>
                  <a:cubicBezTo>
                    <a:pt x="145135" y="445516"/>
                    <a:pt x="108890" y="420091"/>
                    <a:pt x="94462" y="382498"/>
                  </a:cubicBezTo>
                  <a:cubicBezTo>
                    <a:pt x="39694" y="367895"/>
                    <a:pt x="806" y="318608"/>
                    <a:pt x="0" y="261181"/>
                  </a:cubicBezTo>
                  <a:lnTo>
                    <a:pt x="0" y="261181"/>
                  </a:lnTo>
                  <a:lnTo>
                    <a:pt x="0" y="257538"/>
                  </a:lnTo>
                  <a:lnTo>
                    <a:pt x="0" y="257538"/>
                  </a:lnTo>
                  <a:cubicBezTo>
                    <a:pt x="478" y="223522"/>
                    <a:pt x="14338" y="191579"/>
                    <a:pt x="38532" y="168034"/>
                  </a:cubicBezTo>
                  <a:cubicBezTo>
                    <a:pt x="37389" y="162661"/>
                    <a:pt x="36842" y="157213"/>
                    <a:pt x="36703" y="151765"/>
                  </a:cubicBezTo>
                  <a:cubicBezTo>
                    <a:pt x="36652" y="151054"/>
                    <a:pt x="36614" y="150520"/>
                    <a:pt x="36614" y="150355"/>
                  </a:cubicBezTo>
                  <a:lnTo>
                    <a:pt x="36639" y="150355"/>
                  </a:lnTo>
                  <a:cubicBezTo>
                    <a:pt x="36627" y="150089"/>
                    <a:pt x="36588" y="149809"/>
                    <a:pt x="36588" y="149542"/>
                  </a:cubicBezTo>
                  <a:cubicBezTo>
                    <a:pt x="36588" y="106807"/>
                    <a:pt x="66903" y="70040"/>
                    <a:pt x="107620" y="60846"/>
                  </a:cubicBezTo>
                  <a:cubicBezTo>
                    <a:pt x="120218" y="24943"/>
                    <a:pt x="154508" y="0"/>
                    <a:pt x="193471" y="0"/>
                  </a:cubicBezTo>
                  <a:cubicBezTo>
                    <a:pt x="223481" y="0"/>
                    <a:pt x="267830" y="14681"/>
                    <a:pt x="284403" y="37173"/>
                  </a:cubicBezTo>
                  <a:lnTo>
                    <a:pt x="284442" y="403276"/>
                  </a:lnTo>
                  <a:cubicBezTo>
                    <a:pt x="266611" y="428752"/>
                    <a:pt x="219291" y="445516"/>
                    <a:pt x="186143" y="445516"/>
                  </a:cubicBezTo>
                  <a:close/>
                </a:path>
              </a:pathLst>
            </a:custGeom>
            <a:solidFill>
              <a:srgbClr val="002855"/>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dirty="0">
                <a:solidFill>
                  <a:srgbClr val="000000"/>
                </a:solidFill>
                <a:latin typeface="Arial"/>
                <a:ea typeface="Arial"/>
                <a:cs typeface="Arial"/>
                <a:sym typeface="Arial"/>
              </a:endParaRPr>
            </a:p>
          </p:txBody>
        </p:sp>
      </p:grpSp>
      <p:grpSp>
        <p:nvGrpSpPr>
          <p:cNvPr id="1074" name="Google Shape;1074;p27"/>
          <p:cNvGrpSpPr/>
          <p:nvPr/>
        </p:nvGrpSpPr>
        <p:grpSpPr>
          <a:xfrm>
            <a:off x="3323256" y="1348273"/>
            <a:ext cx="2567381" cy="2481150"/>
            <a:chOff x="4462993" y="1881916"/>
            <a:chExt cx="3423174" cy="3308200"/>
          </a:xfrm>
        </p:grpSpPr>
        <p:sp>
          <p:nvSpPr>
            <p:cNvPr id="1075" name="Google Shape;1075;p27"/>
            <p:cNvSpPr/>
            <p:nvPr/>
          </p:nvSpPr>
          <p:spPr>
            <a:xfrm>
              <a:off x="7080644" y="1918854"/>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1</a:t>
              </a:r>
              <a:endParaRPr sz="1050" b="0" i="0" u="none" strike="noStrike" cap="none" dirty="0">
                <a:solidFill>
                  <a:srgbClr val="000000"/>
                </a:solidFill>
                <a:latin typeface="Arial"/>
                <a:ea typeface="Arial"/>
                <a:cs typeface="Arial"/>
                <a:sym typeface="Arial"/>
              </a:endParaRPr>
            </a:p>
          </p:txBody>
        </p:sp>
        <p:sp>
          <p:nvSpPr>
            <p:cNvPr id="1076" name="Google Shape;1076;p27"/>
            <p:cNvSpPr/>
            <p:nvPr/>
          </p:nvSpPr>
          <p:spPr>
            <a:xfrm>
              <a:off x="5081821" y="1881916"/>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5</a:t>
              </a:r>
              <a:endParaRPr sz="1050" b="0" i="0" u="none" strike="noStrike" cap="none" dirty="0">
                <a:solidFill>
                  <a:srgbClr val="000000"/>
                </a:solidFill>
                <a:latin typeface="Arial"/>
                <a:ea typeface="Arial"/>
                <a:cs typeface="Arial"/>
                <a:sym typeface="Arial"/>
              </a:endParaRPr>
            </a:p>
          </p:txBody>
        </p:sp>
        <p:sp>
          <p:nvSpPr>
            <p:cNvPr id="1077" name="Google Shape;1077;p27"/>
            <p:cNvSpPr/>
            <p:nvPr/>
          </p:nvSpPr>
          <p:spPr>
            <a:xfrm>
              <a:off x="7611847" y="3827492"/>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2</a:t>
              </a:r>
              <a:endParaRPr sz="1050" b="0" i="0" u="none" strike="noStrike" cap="none" dirty="0">
                <a:solidFill>
                  <a:srgbClr val="000000"/>
                </a:solidFill>
                <a:latin typeface="Arial"/>
                <a:ea typeface="Arial"/>
                <a:cs typeface="Arial"/>
                <a:sym typeface="Arial"/>
              </a:endParaRPr>
            </a:p>
          </p:txBody>
        </p:sp>
        <p:sp>
          <p:nvSpPr>
            <p:cNvPr id="1078" name="Google Shape;1078;p27"/>
            <p:cNvSpPr/>
            <p:nvPr/>
          </p:nvSpPr>
          <p:spPr>
            <a:xfrm>
              <a:off x="4462993" y="3721623"/>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4</a:t>
              </a:r>
              <a:endParaRPr sz="1050" b="0" i="0" u="none" strike="noStrike" cap="none" dirty="0">
                <a:solidFill>
                  <a:srgbClr val="000000"/>
                </a:solidFill>
                <a:latin typeface="Arial"/>
                <a:ea typeface="Arial"/>
                <a:cs typeface="Arial"/>
                <a:sym typeface="Arial"/>
              </a:endParaRPr>
            </a:p>
          </p:txBody>
        </p:sp>
        <p:sp>
          <p:nvSpPr>
            <p:cNvPr id="1079" name="Google Shape;1079;p27"/>
            <p:cNvSpPr/>
            <p:nvPr/>
          </p:nvSpPr>
          <p:spPr>
            <a:xfrm>
              <a:off x="5990739" y="4915796"/>
              <a:ext cx="274320" cy="274320"/>
            </a:xfrm>
            <a:prstGeom prst="ellipse">
              <a:avLst/>
            </a:prstGeom>
            <a:solidFill>
              <a:srgbClr val="F8530C"/>
            </a:solidFill>
            <a:ln w="254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Black"/>
                  <a:ea typeface="Arial Black"/>
                  <a:cs typeface="Arial Black"/>
                  <a:sym typeface="Arial Black"/>
                </a:rPr>
                <a:t>3</a:t>
              </a:r>
              <a:endParaRPr sz="1050" b="0" i="0" u="none" strike="noStrike" cap="none" dirty="0">
                <a:solidFill>
                  <a:srgbClr val="000000"/>
                </a:solidFill>
                <a:latin typeface="Arial"/>
                <a:ea typeface="Arial"/>
                <a:cs typeface="Arial"/>
                <a:sym typeface="Arial"/>
              </a:endParaRPr>
            </a:p>
          </p:txBody>
        </p:sp>
      </p:grpSp>
      <p:cxnSp>
        <p:nvCxnSpPr>
          <p:cNvPr id="1080" name="Google Shape;1080;p27"/>
          <p:cNvCxnSpPr>
            <a:cxnSpLocks/>
            <a:stCxn id="1070" idx="0"/>
            <a:endCxn id="1079" idx="4"/>
          </p:cNvCxnSpPr>
          <p:nvPr/>
        </p:nvCxnSpPr>
        <p:spPr>
          <a:xfrm flipH="1" flipV="1">
            <a:off x="4571936" y="3829423"/>
            <a:ext cx="87954" cy="281342"/>
          </a:xfrm>
          <a:prstGeom prst="straightConnector1">
            <a:avLst/>
          </a:prstGeom>
          <a:noFill/>
          <a:ln w="25400" cap="flat" cmpd="sng">
            <a:solidFill>
              <a:srgbClr val="F8530C"/>
            </a:solidFill>
            <a:prstDash val="solid"/>
            <a:round/>
            <a:headEnd type="none" w="sm" len="sm"/>
            <a:tailEnd type="triangle" w="med" len="med"/>
          </a:ln>
        </p:spPr>
      </p:cxnSp>
      <p:grpSp>
        <p:nvGrpSpPr>
          <p:cNvPr id="1081" name="Google Shape;1081;p27"/>
          <p:cNvGrpSpPr/>
          <p:nvPr/>
        </p:nvGrpSpPr>
        <p:grpSpPr>
          <a:xfrm>
            <a:off x="5907565" y="2648705"/>
            <a:ext cx="1932688" cy="507809"/>
            <a:chOff x="7876754" y="3359330"/>
            <a:chExt cx="2576917" cy="677079"/>
          </a:xfrm>
        </p:grpSpPr>
        <p:sp>
          <p:nvSpPr>
            <p:cNvPr id="1082" name="Google Shape;1082;p27"/>
            <p:cNvSpPr txBox="1"/>
            <p:nvPr/>
          </p:nvSpPr>
          <p:spPr>
            <a:xfrm>
              <a:off x="8577211" y="3359330"/>
              <a:ext cx="1876460" cy="677079"/>
            </a:xfrm>
            <a:prstGeom prst="rect">
              <a:avLst/>
            </a:prstGeom>
            <a:solidFill>
              <a:schemeClr val="accent5"/>
            </a:solid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lt1"/>
                  </a:solidFill>
                  <a:latin typeface="Arial"/>
                  <a:ea typeface="Arial"/>
                  <a:cs typeface="Arial"/>
                  <a:sym typeface="Arial"/>
                </a:rPr>
                <a:t>Prioritize no more than a few.</a:t>
              </a:r>
              <a:endParaRPr sz="1050" b="0" i="0" u="none" strike="noStrike" cap="none" dirty="0">
                <a:solidFill>
                  <a:schemeClr val="lt1"/>
                </a:solidFill>
                <a:latin typeface="Arial"/>
                <a:ea typeface="Arial"/>
                <a:cs typeface="Arial"/>
                <a:sym typeface="Arial"/>
              </a:endParaRPr>
            </a:p>
          </p:txBody>
        </p:sp>
        <p:cxnSp>
          <p:nvCxnSpPr>
            <p:cNvPr id="1083" name="Google Shape;1083;p27"/>
            <p:cNvCxnSpPr/>
            <p:nvPr/>
          </p:nvCxnSpPr>
          <p:spPr>
            <a:xfrm rot="10800000">
              <a:off x="7876754" y="3689065"/>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1084" name="Google Shape;1084;p27"/>
          <p:cNvGrpSpPr/>
          <p:nvPr/>
        </p:nvGrpSpPr>
        <p:grpSpPr>
          <a:xfrm>
            <a:off x="5492235" y="1184787"/>
            <a:ext cx="2011318" cy="507771"/>
            <a:chOff x="7373763" y="1650144"/>
            <a:chExt cx="3849352" cy="408037"/>
          </a:xfrm>
        </p:grpSpPr>
        <p:sp>
          <p:nvSpPr>
            <p:cNvPr id="1085" name="Google Shape;1085;p27"/>
            <p:cNvSpPr txBox="1"/>
            <p:nvPr/>
          </p:nvSpPr>
          <p:spPr>
            <a:xfrm>
              <a:off x="8071825" y="1650144"/>
              <a:ext cx="3151290" cy="408037"/>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Generate many use-case ideas.</a:t>
              </a:r>
              <a:endParaRPr sz="1050" b="0" i="0" u="none" strike="noStrike" cap="none" dirty="0">
                <a:solidFill>
                  <a:srgbClr val="000000"/>
                </a:solidFill>
                <a:latin typeface="Arial"/>
                <a:ea typeface="Arial"/>
                <a:cs typeface="Arial"/>
                <a:sym typeface="Arial"/>
              </a:endParaRPr>
            </a:p>
          </p:txBody>
        </p:sp>
        <p:cxnSp>
          <p:nvCxnSpPr>
            <p:cNvPr id="1086" name="Google Shape;1086;p27"/>
            <p:cNvCxnSpPr/>
            <p:nvPr/>
          </p:nvCxnSpPr>
          <p:spPr>
            <a:xfrm rot="10800000">
              <a:off x="7373763" y="1877724"/>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1087" name="Google Shape;1087;p27"/>
          <p:cNvGrpSpPr/>
          <p:nvPr/>
        </p:nvGrpSpPr>
        <p:grpSpPr>
          <a:xfrm>
            <a:off x="1073604" y="2484685"/>
            <a:ext cx="2214966" cy="692475"/>
            <a:chOff x="1431471" y="3202280"/>
            <a:chExt cx="2953288" cy="923300"/>
          </a:xfrm>
        </p:grpSpPr>
        <p:sp>
          <p:nvSpPr>
            <p:cNvPr id="1088" name="Google Shape;1088;p27"/>
            <p:cNvSpPr txBox="1"/>
            <p:nvPr/>
          </p:nvSpPr>
          <p:spPr>
            <a:xfrm>
              <a:off x="1431471" y="3202280"/>
              <a:ext cx="2250168" cy="923300"/>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Define a deployment approach and risk mitigation plan.</a:t>
              </a:r>
              <a:endParaRPr sz="1050" b="0" i="0" u="none" strike="noStrike" cap="none" dirty="0">
                <a:solidFill>
                  <a:srgbClr val="000000"/>
                </a:solidFill>
                <a:latin typeface="Arial"/>
                <a:ea typeface="Arial"/>
                <a:cs typeface="Arial"/>
                <a:sym typeface="Arial"/>
              </a:endParaRPr>
            </a:p>
          </p:txBody>
        </p:sp>
        <p:cxnSp>
          <p:nvCxnSpPr>
            <p:cNvPr id="1089" name="Google Shape;1089;p27"/>
            <p:cNvCxnSpPr/>
            <p:nvPr/>
          </p:nvCxnSpPr>
          <p:spPr>
            <a:xfrm>
              <a:off x="3681639" y="3666850"/>
              <a:ext cx="703120" cy="0"/>
            </a:xfrm>
            <a:prstGeom prst="straightConnector1">
              <a:avLst/>
            </a:prstGeom>
            <a:noFill/>
            <a:ln w="25400" cap="flat" cmpd="sng">
              <a:solidFill>
                <a:srgbClr val="F8530C"/>
              </a:solidFill>
              <a:prstDash val="solid"/>
              <a:round/>
              <a:headEnd type="none" w="sm" len="sm"/>
              <a:tailEnd type="triangle" w="med" len="med"/>
            </a:ln>
          </p:spPr>
        </p:cxnSp>
      </p:grpSp>
      <p:grpSp>
        <p:nvGrpSpPr>
          <p:cNvPr id="1090" name="Google Shape;1090;p27"/>
          <p:cNvGrpSpPr/>
          <p:nvPr/>
        </p:nvGrpSpPr>
        <p:grpSpPr>
          <a:xfrm>
            <a:off x="1657186" y="1090936"/>
            <a:ext cx="2130191" cy="692475"/>
            <a:chOff x="2163346" y="1298760"/>
            <a:chExt cx="2840255" cy="923300"/>
          </a:xfrm>
        </p:grpSpPr>
        <p:sp>
          <p:nvSpPr>
            <p:cNvPr id="1091" name="Google Shape;1091;p27"/>
            <p:cNvSpPr txBox="1"/>
            <p:nvPr/>
          </p:nvSpPr>
          <p:spPr>
            <a:xfrm>
              <a:off x="2163346" y="1298760"/>
              <a:ext cx="2125334" cy="923300"/>
            </a:xfrm>
            <a:prstGeom prst="rect">
              <a:avLst/>
            </a:prstGeom>
            <a:noFill/>
            <a:ln w="25400" cap="flat" cmpd="sng">
              <a:solidFill>
                <a:srgbClr val="F8530C"/>
              </a:solidFill>
              <a:prstDash val="solid"/>
              <a:round/>
              <a:headEnd type="none" w="sm" len="sm"/>
              <a:tailEnd type="none" w="sm" len="sm"/>
            </a:ln>
          </p:spPr>
          <p:txBody>
            <a:bodyPr spcFirstLastPara="1" wrap="square" lIns="68550" tIns="68550" rIns="68550" bIns="6855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Deliver minimum functionality. Stop, refine or scale.</a:t>
              </a:r>
              <a:endParaRPr sz="1050" b="0" i="0" u="none" strike="noStrike" cap="none" dirty="0">
                <a:solidFill>
                  <a:srgbClr val="000000"/>
                </a:solidFill>
                <a:latin typeface="Arial"/>
                <a:ea typeface="Arial"/>
                <a:cs typeface="Arial"/>
                <a:sym typeface="Arial"/>
              </a:endParaRPr>
            </a:p>
          </p:txBody>
        </p:sp>
        <p:cxnSp>
          <p:nvCxnSpPr>
            <p:cNvPr id="1092" name="Google Shape;1092;p27"/>
            <p:cNvCxnSpPr/>
            <p:nvPr/>
          </p:nvCxnSpPr>
          <p:spPr>
            <a:xfrm>
              <a:off x="4300481" y="1745755"/>
              <a:ext cx="703120" cy="0"/>
            </a:xfrm>
            <a:prstGeom prst="straightConnector1">
              <a:avLst/>
            </a:prstGeom>
            <a:noFill/>
            <a:ln w="25400" cap="flat" cmpd="sng">
              <a:solidFill>
                <a:srgbClr val="F8530C"/>
              </a:solidFill>
              <a:prstDash val="solid"/>
              <a:round/>
              <a:headEnd type="none" w="sm" len="sm"/>
              <a:tailEnd type="triangle" w="med" len="med"/>
            </a:ln>
          </p:spPr>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29"/>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400"/>
              <a:buNone/>
            </a:pPr>
            <a:r>
              <a:rPr lang="en" dirty="0"/>
              <a:t>Utilize Tool: AI Use-Case Assessment for </a:t>
            </a:r>
            <a:r>
              <a:rPr lang="en"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4"/>
                  </a:ext>
                </a:extLst>
              </a:rPr>
              <a:t>HR</a:t>
            </a:r>
            <a:endParaRPr dirty="0"/>
          </a:p>
        </p:txBody>
      </p:sp>
      <p:pic>
        <p:nvPicPr>
          <p:cNvPr id="1098" name="Google Shape;1098;p29"/>
          <p:cNvPicPr preferRelativeResize="0"/>
          <p:nvPr/>
        </p:nvPicPr>
        <p:blipFill rotWithShape="1">
          <a:blip r:embed="rId3">
            <a:alphaModFix/>
          </a:blip>
          <a:srcRect/>
          <a:stretch/>
        </p:blipFill>
        <p:spPr>
          <a:xfrm>
            <a:off x="342900" y="665837"/>
            <a:ext cx="6054984" cy="3963724"/>
          </a:xfrm>
          <a:prstGeom prst="rect">
            <a:avLst/>
          </a:prstGeom>
          <a:noFill/>
          <a:ln>
            <a:noFill/>
          </a:ln>
        </p:spPr>
      </p:pic>
      <p:sp>
        <p:nvSpPr>
          <p:cNvPr id="1099" name="Google Shape;1099;p29"/>
          <p:cNvSpPr/>
          <p:nvPr/>
        </p:nvSpPr>
        <p:spPr>
          <a:xfrm>
            <a:off x="304542" y="4347135"/>
            <a:ext cx="6131700" cy="338400"/>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p56"/>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 sz="2400" dirty="0"/>
              <a:t>Use-Case Dimensions for Scoring Business Value</a:t>
            </a:r>
            <a:endParaRPr sz="2400" dirty="0"/>
          </a:p>
        </p:txBody>
      </p:sp>
      <p:graphicFrame>
        <p:nvGraphicFramePr>
          <p:cNvPr id="1105" name="Google Shape;1105;p56"/>
          <p:cNvGraphicFramePr/>
          <p:nvPr>
            <p:extLst>
              <p:ext uri="{D42A27DB-BD31-4B8C-83A1-F6EECF244321}">
                <p14:modId xmlns:p14="http://schemas.microsoft.com/office/powerpoint/2010/main" val="3284076568"/>
              </p:ext>
            </p:extLst>
          </p:nvPr>
        </p:nvGraphicFramePr>
        <p:xfrm>
          <a:off x="342900" y="1145381"/>
          <a:ext cx="8455825" cy="2487950"/>
        </p:xfrm>
        <a:graphic>
          <a:graphicData uri="http://schemas.openxmlformats.org/drawingml/2006/table">
            <a:tbl>
              <a:tblPr>
                <a:noFill/>
                <a:tableStyleId>{296408B5-E714-47E0-8884-332AFFC43CCB}</a:tableStyleId>
              </a:tblPr>
              <a:tblGrid>
                <a:gridCol w="2343675">
                  <a:extLst>
                    <a:ext uri="{9D8B030D-6E8A-4147-A177-3AD203B41FA5}">
                      <a16:colId xmlns:a16="http://schemas.microsoft.com/office/drawing/2014/main" val="20000"/>
                    </a:ext>
                  </a:extLst>
                </a:gridCol>
                <a:gridCol w="6112150">
                  <a:extLst>
                    <a:ext uri="{9D8B030D-6E8A-4147-A177-3AD203B41FA5}">
                      <a16:colId xmlns:a16="http://schemas.microsoft.com/office/drawing/2014/main" val="20001"/>
                    </a:ext>
                  </a:extLst>
                </a:gridCol>
              </a:tblGrid>
              <a:tr h="278150">
                <a:tc>
                  <a:txBody>
                    <a:bodyPr/>
                    <a:lstStyle/>
                    <a:p>
                      <a:pPr marL="0" marR="0" lvl="0" indent="0" algn="ctr" rtl="0">
                        <a:lnSpc>
                          <a:spcPct val="100000"/>
                        </a:lnSpc>
                        <a:spcBef>
                          <a:spcPts val="0"/>
                        </a:spcBef>
                        <a:spcAft>
                          <a:spcPts val="0"/>
                        </a:spcAft>
                        <a:buClr>
                          <a:srgbClr val="000000"/>
                        </a:buClr>
                        <a:buSzPts val="1800"/>
                        <a:buFont typeface="Arial"/>
                        <a:buNone/>
                      </a:pPr>
                      <a:r>
                        <a:rPr lang="en" sz="1400" b="1" i="0" u="none" strike="noStrike" cap="none" dirty="0">
                          <a:solidFill>
                            <a:schemeClr val="lt1"/>
                          </a:solidFill>
                          <a:latin typeface="Arial"/>
                          <a:ea typeface="Arial"/>
                          <a:cs typeface="Arial"/>
                          <a:sym typeface="Arial"/>
                        </a:rPr>
                        <a:t>Dimension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1" i="0" u="none" strike="noStrike" cap="none" dirty="0">
                          <a:solidFill>
                            <a:schemeClr val="lt1"/>
                          </a:solidFill>
                          <a:latin typeface="Arial"/>
                          <a:ea typeface="Arial"/>
                          <a:cs typeface="Arial"/>
                          <a:sym typeface="Arial"/>
                        </a:rPr>
                        <a:t>Explanation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71247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Experience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potential of the use case to meet or exceed the users’ goals for using the capability, leading to positive perceptions and related feelings with regard to interactions with the employer</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1"/>
                  </a:ext>
                </a:extLst>
              </a:tr>
              <a:tr h="50672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Efficiency</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potential of the use case to meet or exceed performance goals with equal or fewer resources, resulting in reduced costs and increased productivity</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1247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Employer Brand/Employee Value Proposition (EV</a:t>
                      </a:r>
                      <a:r>
                        <a:rPr lang="en" sz="1400" u="none" strike="noStrike" cap="none" dirty="0">
                          <a:solidFill>
                            <a:srgbClr val="000000"/>
                          </a:solidFill>
                        </a:rPr>
                        <a:t>P)</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potential of the use case to create agility to respond to current and future labor market constraints and opportunities and effectively articulate and manage its EVP to attract, develop and retain the right talent</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57"/>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 sz="2400"/>
              <a:t>Use-Case Dimensions for Scoring Feasibility</a:t>
            </a:r>
            <a:endParaRPr sz="2400" dirty="0"/>
          </a:p>
        </p:txBody>
      </p:sp>
      <p:graphicFrame>
        <p:nvGraphicFramePr>
          <p:cNvPr id="1111" name="Google Shape;1111;p57"/>
          <p:cNvGraphicFramePr/>
          <p:nvPr>
            <p:extLst>
              <p:ext uri="{D42A27DB-BD31-4B8C-83A1-F6EECF244321}">
                <p14:modId xmlns:p14="http://schemas.microsoft.com/office/powerpoint/2010/main" val="2986908170"/>
              </p:ext>
            </p:extLst>
          </p:nvPr>
        </p:nvGraphicFramePr>
        <p:xfrm>
          <a:off x="342900" y="1145381"/>
          <a:ext cx="8455825" cy="3128030"/>
        </p:xfrm>
        <a:graphic>
          <a:graphicData uri="http://schemas.openxmlformats.org/drawingml/2006/table">
            <a:tbl>
              <a:tblPr>
                <a:noFill/>
                <a:tableStyleId>{296408B5-E714-47E0-8884-332AFFC43CCB}</a:tableStyleId>
              </a:tblPr>
              <a:tblGrid>
                <a:gridCol w="2343675">
                  <a:extLst>
                    <a:ext uri="{9D8B030D-6E8A-4147-A177-3AD203B41FA5}">
                      <a16:colId xmlns:a16="http://schemas.microsoft.com/office/drawing/2014/main" val="20000"/>
                    </a:ext>
                  </a:extLst>
                </a:gridCol>
                <a:gridCol w="6112150">
                  <a:extLst>
                    <a:ext uri="{9D8B030D-6E8A-4147-A177-3AD203B41FA5}">
                      <a16:colId xmlns:a16="http://schemas.microsoft.com/office/drawing/2014/main" val="20001"/>
                    </a:ext>
                  </a:extLst>
                </a:gridCol>
              </a:tblGrid>
              <a:tr h="278150">
                <a:tc>
                  <a:txBody>
                    <a:bodyPr/>
                    <a:lstStyle/>
                    <a:p>
                      <a:pPr marL="0" marR="0" lvl="0" indent="0" algn="ctr" rtl="0">
                        <a:lnSpc>
                          <a:spcPct val="100000"/>
                        </a:lnSpc>
                        <a:spcBef>
                          <a:spcPts val="0"/>
                        </a:spcBef>
                        <a:spcAft>
                          <a:spcPts val="0"/>
                        </a:spcAft>
                        <a:buClr>
                          <a:srgbClr val="000000"/>
                        </a:buClr>
                        <a:buSzPts val="1800"/>
                        <a:buFont typeface="Arial"/>
                        <a:buNone/>
                      </a:pPr>
                      <a:r>
                        <a:rPr lang="en" sz="1400" b="1" i="0" u="none" strike="noStrike" cap="none">
                          <a:solidFill>
                            <a:schemeClr val="lt1"/>
                          </a:solidFill>
                          <a:latin typeface="Arial"/>
                          <a:ea typeface="Arial"/>
                          <a:cs typeface="Arial"/>
                          <a:sym typeface="Arial"/>
                        </a:rPr>
                        <a:t>Dimension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1" i="0" u="none" strike="noStrike" cap="none">
                          <a:solidFill>
                            <a:schemeClr val="lt1"/>
                          </a:solidFill>
                          <a:latin typeface="Arial"/>
                          <a:ea typeface="Arial"/>
                          <a:cs typeface="Arial"/>
                          <a:sym typeface="Arial"/>
                        </a:rPr>
                        <a:t>Explanation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18200">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Technical</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organization’s ability to meet the technical requirements of a use case. Considerations include the core capabilities of the AI technology itself, the availability of vendor support, the current state of the organization’s technology infrastructure and the technical talent required by the use case.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1"/>
                  </a:ext>
                </a:extLst>
              </a:tr>
              <a:tr h="71247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Internal</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organization’s ability and openness to use and incorporate the potential use case. This includes the willingness of internal stakeholders to understand, trust and effectively execute the use case.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18200">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External</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extent to which the environment outside of the organization is conducive to successful execution of the potential use case. This includes consideration of the legal and regulatory environment; public opinion of the use case; and the digital access, literacy and customer engagement required by the use case.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64"/>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400"/>
              <a:buNone/>
            </a:pPr>
            <a:r>
              <a:rPr lang="en" dirty="0"/>
              <a:t>Complete Customizable Scoring Tab for Business Value Dimensions in Tool</a:t>
            </a:r>
            <a:endParaRPr dirty="0"/>
          </a:p>
        </p:txBody>
      </p:sp>
      <p:sp>
        <p:nvSpPr>
          <p:cNvPr id="1117" name="Google Shape;1117;p64"/>
          <p:cNvSpPr txBox="1"/>
          <p:nvPr/>
        </p:nvSpPr>
        <p:spPr>
          <a:xfrm>
            <a:off x="314047" y="972899"/>
            <a:ext cx="8513400" cy="354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As a group, discuss the potential business value dimension scores for each use case, focusing on areas of disagreement. Per use case, award a 0 to 4 score for each dimension based on the below rubric. You may add whole or half-integers (e.g., 3 or 3.5).</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Arial"/>
                <a:ea typeface="Arial"/>
                <a:cs typeface="Arial"/>
                <a:sym typeface="Arial"/>
              </a:rPr>
              <a:t>Business Value Scoring:</a:t>
            </a:r>
            <a:endParaRPr sz="1400" b="0"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0 or 0.5: None. Doubtful that the organization will gain any value; not intended to create any value.</a:t>
            </a:r>
            <a:endParaRPr sz="1400" b="0"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1 or 1.5: Low. Offers slight process improvement but difficult to translate into more revenue or cost savings.</a:t>
            </a:r>
            <a:endParaRPr sz="1400" b="0"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2 or 2.5: Moderate. Offers incremental process improvements, meaning increased revenue and/or cost savings.</a:t>
            </a:r>
            <a:endParaRPr sz="1400" b="0"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3 or 3.5: High. Enables new ways of performing HR services, resulting in a significant increase in revenue and/or reduction in costs.</a:t>
            </a:r>
            <a:endParaRPr sz="1400" b="0"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4: Transformational. Enables new ways of doing business, resulting in major dynamic shifts.</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1" u="none" strike="noStrike" cap="none" dirty="0">
                <a:solidFill>
                  <a:srgbClr val="000000"/>
                </a:solidFill>
                <a:latin typeface="Arial"/>
                <a:ea typeface="Arial"/>
                <a:cs typeface="Arial"/>
                <a:sym typeface="Arial"/>
              </a:rPr>
              <a:t>For business value dimensions that don’t seem applicable for a use case, award a 0 (because it adds no value).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p65"/>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400"/>
              <a:buNone/>
            </a:pPr>
            <a:r>
              <a:rPr lang="en" dirty="0"/>
              <a:t>Complete Customizable Scoring Tab for Feasibility Dimensions in Tool</a:t>
            </a:r>
            <a:endParaRPr dirty="0"/>
          </a:p>
        </p:txBody>
      </p:sp>
      <p:sp>
        <p:nvSpPr>
          <p:cNvPr id="1123" name="Google Shape;1123;p65"/>
          <p:cNvSpPr txBox="1"/>
          <p:nvPr/>
        </p:nvSpPr>
        <p:spPr>
          <a:xfrm>
            <a:off x="342900" y="1024518"/>
            <a:ext cx="8513400" cy="267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As a group, discuss the potential feasibility dimension scores for each use case, focusing on areas of disagreement. Per use case, award a 0 to 4 score for each dimension based on the below rubric. You may add whole or half-integers (e.g., 3 or 3.5).</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Arial"/>
                <a:ea typeface="Arial"/>
                <a:cs typeface="Arial"/>
                <a:sym typeface="Arial"/>
              </a:rPr>
              <a:t>Feasibility Scoring:</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0 or 0.5: Impossible. No to very low chance of being able to implement.</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1 or 1.5: Challenging. Possible but must overcome significant barriers.</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2 or 2.5: Complicated. Can be implemented while facing moderate obstacles.</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3 or 3.5: Doable. Can be implemented while facing minor obstacles.</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4: Easy. Within the capabilities of the organization to adapt; no obstacles.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1" u="none" strike="noStrike" cap="none" dirty="0">
                <a:solidFill>
                  <a:srgbClr val="000000"/>
                </a:solidFill>
                <a:latin typeface="Arial"/>
                <a:ea typeface="Arial"/>
                <a:cs typeface="Arial"/>
                <a:sym typeface="Arial"/>
              </a:rPr>
              <a:t>For feasibility dimensions that don’t seem applicable, award a 4 (because there is no barrier).</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68"/>
          <p:cNvSpPr txBox="1">
            <a:spLocks noGrp="1"/>
          </p:cNvSpPr>
          <p:nvPr>
            <p:ph type="title"/>
          </p:nvPr>
        </p:nvSpPr>
        <p:spPr>
          <a:xfrm>
            <a:off x="342900" y="271463"/>
            <a:ext cx="845595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 dirty="0"/>
              <a:t>Assess Use-Case Graphic in Tool</a:t>
            </a:r>
            <a:endParaRPr dirty="0"/>
          </a:p>
        </p:txBody>
      </p:sp>
      <p:sp>
        <p:nvSpPr>
          <p:cNvPr id="1129" name="Google Shape;1129;p68"/>
          <p:cNvSpPr txBox="1">
            <a:spLocks noGrp="1"/>
          </p:cNvSpPr>
          <p:nvPr>
            <p:ph type="body" idx="1"/>
          </p:nvPr>
        </p:nvSpPr>
        <p:spPr>
          <a:xfrm>
            <a:off x="342900" y="747675"/>
            <a:ext cx="8455950" cy="1419300"/>
          </a:xfrm>
          <a:prstGeom prst="rect">
            <a:avLst/>
          </a:prstGeom>
          <a:noFill/>
          <a:ln>
            <a:noFill/>
          </a:ln>
        </p:spPr>
        <p:txBody>
          <a:bodyPr spcFirstLastPara="1" wrap="square" lIns="0" tIns="0" rIns="0" bIns="0" anchor="t" anchorCtr="0">
            <a:noAutofit/>
          </a:bodyPr>
          <a:lstStyle/>
          <a:p>
            <a:pPr marL="139700" lvl="0" indent="0" algn="l" rtl="0">
              <a:lnSpc>
                <a:spcPct val="90000"/>
              </a:lnSpc>
              <a:spcBef>
                <a:spcPts val="900"/>
              </a:spcBef>
              <a:spcAft>
                <a:spcPts val="0"/>
              </a:spcAft>
              <a:buSzPts val="1400"/>
              <a:buNone/>
            </a:pPr>
            <a:r>
              <a:rPr lang="en" sz="1400" dirty="0"/>
              <a:t>Navigate to the Graphic tab. This is the graphic plotting the use cases based on their scores and dimension weights. </a:t>
            </a:r>
            <a:endParaRPr dirty="0"/>
          </a:p>
          <a:p>
            <a:pPr marL="139700" lvl="0" indent="0" algn="l" rtl="0">
              <a:lnSpc>
                <a:spcPct val="90000"/>
              </a:lnSpc>
              <a:spcBef>
                <a:spcPts val="900"/>
              </a:spcBef>
              <a:spcAft>
                <a:spcPts val="0"/>
              </a:spcAft>
              <a:buSzPts val="1400"/>
              <a:buNone/>
            </a:pPr>
            <a:r>
              <a:rPr lang="en" sz="1400" b="1" dirty="0"/>
              <a:t>Use cases are placed into one of three categories:</a:t>
            </a:r>
            <a:endParaRPr dirty="0"/>
          </a:p>
          <a:p>
            <a:pPr marL="0" lvl="0" indent="0" algn="l" rtl="0">
              <a:lnSpc>
                <a:spcPct val="90000"/>
              </a:lnSpc>
              <a:spcBef>
                <a:spcPts val="0"/>
              </a:spcBef>
              <a:spcAft>
                <a:spcPts val="0"/>
              </a:spcAft>
              <a:buClr>
                <a:srgbClr val="000000"/>
              </a:buClr>
              <a:buSzPts val="2400"/>
              <a:buNone/>
            </a:pPr>
            <a:endParaRPr sz="1350" dirty="0">
              <a:solidFill>
                <a:srgbClr val="000000"/>
              </a:solidFill>
            </a:endParaRPr>
          </a:p>
        </p:txBody>
      </p:sp>
      <p:sp>
        <p:nvSpPr>
          <p:cNvPr id="1130" name="Google Shape;1130;p68"/>
          <p:cNvSpPr txBox="1"/>
          <p:nvPr/>
        </p:nvSpPr>
        <p:spPr>
          <a:xfrm>
            <a:off x="5787337" y="2330797"/>
            <a:ext cx="3011513" cy="775575"/>
          </a:xfrm>
          <a:prstGeom prst="rect">
            <a:avLst/>
          </a:prstGeom>
          <a:noFill/>
          <a:ln>
            <a:noFill/>
          </a:ln>
        </p:spPr>
        <p:txBody>
          <a:bodyPr spcFirstLastPara="1" wrap="square" lIns="68550" tIns="68550" rIns="68550" bIns="68550"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 sz="1200" b="1" i="0" u="none" strike="noStrike" cap="none" dirty="0">
                <a:solidFill>
                  <a:schemeClr val="dk1"/>
                </a:solidFill>
                <a:latin typeface="Arial"/>
                <a:ea typeface="Arial"/>
                <a:cs typeface="Arial"/>
                <a:sym typeface="Arial"/>
              </a:rPr>
              <a:t>Likely wins</a:t>
            </a:r>
            <a:r>
              <a:rPr lang="en" sz="1200" b="0" i="0" u="none" strike="noStrike" cap="none" dirty="0">
                <a:solidFill>
                  <a:schemeClr val="dk1"/>
                </a:solidFill>
                <a:latin typeface="Arial"/>
                <a:ea typeface="Arial"/>
                <a:cs typeface="Arial"/>
                <a:sym typeface="Arial"/>
              </a:rPr>
              <a:t> offer both medium-to-high feasibility and business value, making them wins in most circumstances.</a:t>
            </a:r>
            <a:endParaRPr sz="1200" b="0" i="0" u="none" strike="noStrike" cap="none" dirty="0">
              <a:solidFill>
                <a:schemeClr val="dk1"/>
              </a:solidFill>
              <a:latin typeface="Arial"/>
              <a:ea typeface="Arial"/>
              <a:cs typeface="Arial"/>
              <a:sym typeface="Arial"/>
            </a:endParaRPr>
          </a:p>
        </p:txBody>
      </p:sp>
      <p:sp>
        <p:nvSpPr>
          <p:cNvPr id="1131" name="Google Shape;1131;p68"/>
          <p:cNvSpPr txBox="1"/>
          <p:nvPr/>
        </p:nvSpPr>
        <p:spPr>
          <a:xfrm>
            <a:off x="342900" y="2330797"/>
            <a:ext cx="2956613" cy="775575"/>
          </a:xfrm>
          <a:prstGeom prst="rect">
            <a:avLst/>
          </a:prstGeom>
          <a:noFill/>
          <a:ln>
            <a:noFill/>
          </a:ln>
        </p:spPr>
        <p:txBody>
          <a:bodyPr spcFirstLastPara="1" wrap="square" lIns="68550" tIns="68550" rIns="68550" bIns="68550" anchor="t" anchorCtr="0">
            <a:spAutoFit/>
          </a:bodyPr>
          <a:lstStyle/>
          <a:p>
            <a:pPr marL="0" marR="0" lvl="0" indent="0" algn="r" rtl="0">
              <a:lnSpc>
                <a:spcPct val="115000"/>
              </a:lnSpc>
              <a:spcBef>
                <a:spcPts val="0"/>
              </a:spcBef>
              <a:spcAft>
                <a:spcPts val="0"/>
              </a:spcAft>
              <a:buClr>
                <a:srgbClr val="000000"/>
              </a:buClr>
              <a:buSzPts val="1200"/>
              <a:buFont typeface="Arial"/>
              <a:buNone/>
            </a:pPr>
            <a:r>
              <a:rPr lang="en" sz="1200" b="1" i="0" u="none" strike="noStrike" cap="none" dirty="0">
                <a:solidFill>
                  <a:schemeClr val="dk1"/>
                </a:solidFill>
                <a:latin typeface="Arial"/>
                <a:ea typeface="Arial"/>
                <a:cs typeface="Arial"/>
                <a:sym typeface="Arial"/>
              </a:rPr>
              <a:t>Calculated risks</a:t>
            </a:r>
            <a:r>
              <a:rPr lang="en" sz="1200" b="0" i="0" u="none" strike="noStrike" cap="none" dirty="0">
                <a:solidFill>
                  <a:schemeClr val="dk1"/>
                </a:solidFill>
                <a:latin typeface="Arial"/>
                <a:ea typeface="Arial"/>
                <a:cs typeface="Arial"/>
                <a:sym typeface="Arial"/>
              </a:rPr>
              <a:t> offer medium-to-high business value but low-to-medium feasibility. They represent riskier options.</a:t>
            </a:r>
            <a:endParaRPr sz="1200" b="1" i="0" u="none" strike="noStrike" cap="none" dirty="0">
              <a:solidFill>
                <a:schemeClr val="dk1"/>
              </a:solidFill>
              <a:latin typeface="Arial"/>
              <a:ea typeface="Arial"/>
              <a:cs typeface="Arial"/>
              <a:sym typeface="Arial"/>
            </a:endParaRPr>
          </a:p>
        </p:txBody>
      </p:sp>
      <p:sp>
        <p:nvSpPr>
          <p:cNvPr id="1132" name="Google Shape;1132;p68"/>
          <p:cNvSpPr txBox="1"/>
          <p:nvPr/>
        </p:nvSpPr>
        <p:spPr>
          <a:xfrm>
            <a:off x="5787337" y="3343616"/>
            <a:ext cx="3011400" cy="775536"/>
          </a:xfrm>
          <a:prstGeom prst="rect">
            <a:avLst/>
          </a:prstGeom>
          <a:noFill/>
          <a:ln>
            <a:noFill/>
          </a:ln>
        </p:spPr>
        <p:txBody>
          <a:bodyPr spcFirstLastPara="1" wrap="square" lIns="68550" tIns="68550" rIns="68550" bIns="68550"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 sz="1200" b="1" i="0" u="none" strike="noStrike" cap="none" dirty="0">
                <a:solidFill>
                  <a:schemeClr val="dk1"/>
                </a:solidFill>
                <a:latin typeface="Arial"/>
                <a:ea typeface="Arial"/>
                <a:cs typeface="Arial"/>
                <a:sym typeface="Arial"/>
              </a:rPr>
              <a:t>Marginal gains</a:t>
            </a:r>
            <a:r>
              <a:rPr lang="en" sz="1200" b="0" i="0" u="none" strike="noStrike" cap="none" dirty="0">
                <a:solidFill>
                  <a:schemeClr val="dk1"/>
                </a:solidFill>
                <a:latin typeface="Arial"/>
                <a:ea typeface="Arial"/>
                <a:cs typeface="Arial"/>
                <a:sym typeface="Arial"/>
              </a:rPr>
              <a:t> offer variable feasibility but are defined by their low value, making them better for opting in, if needed.</a:t>
            </a:r>
            <a:endParaRPr sz="1200" b="0" i="0" u="none" strike="noStrike" cap="none" dirty="0">
              <a:solidFill>
                <a:schemeClr val="dk1"/>
              </a:solidFill>
              <a:latin typeface="Arial"/>
              <a:ea typeface="Arial"/>
              <a:cs typeface="Arial"/>
              <a:sym typeface="Arial"/>
            </a:endParaRPr>
          </a:p>
        </p:txBody>
      </p:sp>
      <p:pic>
        <p:nvPicPr>
          <p:cNvPr id="1133" name="Google Shape;1133;p68"/>
          <p:cNvPicPr preferRelativeResize="0"/>
          <p:nvPr/>
        </p:nvPicPr>
        <p:blipFill rotWithShape="1">
          <a:blip r:embed="rId3">
            <a:alphaModFix/>
          </a:blip>
          <a:srcRect/>
          <a:stretch/>
        </p:blipFill>
        <p:spPr>
          <a:xfrm>
            <a:off x="3478949" y="1907384"/>
            <a:ext cx="2186101" cy="2138283"/>
          </a:xfrm>
          <a:prstGeom prst="rect">
            <a:avLst/>
          </a:prstGeom>
          <a:noFill/>
          <a:ln>
            <a:noFill/>
          </a:ln>
        </p:spPr>
      </p:pic>
      <p:cxnSp>
        <p:nvCxnSpPr>
          <p:cNvPr id="1134" name="Google Shape;1134;p68"/>
          <p:cNvCxnSpPr/>
          <p:nvPr/>
        </p:nvCxnSpPr>
        <p:spPr>
          <a:xfrm>
            <a:off x="5553412" y="2500184"/>
            <a:ext cx="255825" cy="0"/>
          </a:xfrm>
          <a:prstGeom prst="straightConnector1">
            <a:avLst/>
          </a:prstGeom>
          <a:noFill/>
          <a:ln w="28575" cap="flat" cmpd="sng">
            <a:solidFill>
              <a:schemeClr val="accent4"/>
            </a:solidFill>
            <a:prstDash val="solid"/>
            <a:round/>
            <a:headEnd type="none" w="sm" len="sm"/>
            <a:tailEnd type="none" w="sm" len="sm"/>
          </a:ln>
        </p:spPr>
      </p:cxnSp>
      <p:cxnSp>
        <p:nvCxnSpPr>
          <p:cNvPr id="1135" name="Google Shape;1135;p68"/>
          <p:cNvCxnSpPr/>
          <p:nvPr/>
        </p:nvCxnSpPr>
        <p:spPr>
          <a:xfrm>
            <a:off x="5553412" y="3505259"/>
            <a:ext cx="255825" cy="0"/>
          </a:xfrm>
          <a:prstGeom prst="straightConnector1">
            <a:avLst/>
          </a:prstGeom>
          <a:noFill/>
          <a:ln w="28575" cap="flat" cmpd="sng">
            <a:solidFill>
              <a:srgbClr val="91DCF9"/>
            </a:solidFill>
            <a:prstDash val="solid"/>
            <a:round/>
            <a:headEnd type="none" w="sm" len="sm"/>
            <a:tailEnd type="none" w="sm" len="sm"/>
          </a:ln>
        </p:spPr>
      </p:cxnSp>
      <p:cxnSp>
        <p:nvCxnSpPr>
          <p:cNvPr id="1136" name="Google Shape;1136;p68"/>
          <p:cNvCxnSpPr/>
          <p:nvPr/>
        </p:nvCxnSpPr>
        <p:spPr>
          <a:xfrm>
            <a:off x="3306130" y="2500184"/>
            <a:ext cx="255825" cy="0"/>
          </a:xfrm>
          <a:prstGeom prst="straightConnector1">
            <a:avLst/>
          </a:prstGeom>
          <a:noFill/>
          <a:ln w="28575" cap="flat" cmpd="sng">
            <a:solidFill>
              <a:srgbClr val="4BC5F4"/>
            </a:solidFill>
            <a:prstDash val="solid"/>
            <a:round/>
            <a:headEnd type="none" w="sm" len="sm"/>
            <a:tailEnd type="none" w="sm" len="sm"/>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69"/>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400"/>
              <a:buNone/>
            </a:pPr>
            <a:r>
              <a:rPr lang="en" dirty="0"/>
              <a:t>Assess Scorecard Heat Map in Tool</a:t>
            </a:r>
            <a:endParaRPr dirty="0"/>
          </a:p>
        </p:txBody>
      </p:sp>
      <p:sp>
        <p:nvSpPr>
          <p:cNvPr id="1142" name="Google Shape;1142;p69"/>
          <p:cNvSpPr txBox="1"/>
          <p:nvPr/>
        </p:nvSpPr>
        <p:spPr>
          <a:xfrm>
            <a:off x="314047" y="714802"/>
            <a:ext cx="4257953" cy="2893100"/>
          </a:xfrm>
          <a:prstGeom prst="rect">
            <a:avLst/>
          </a:prstGeom>
          <a:noFill/>
          <a:ln>
            <a:noFill/>
          </a:ln>
        </p:spPr>
        <p:txBody>
          <a:bodyPr spcFirstLastPara="1" wrap="square" lIns="91425" tIns="45700" rIns="91425" bIns="45700" anchor="t" anchorCtr="0">
            <a:spAutoFit/>
          </a:bodyPr>
          <a:lstStyle/>
          <a:p>
            <a:pPr marL="0" marR="0" lvl="2"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Navigate to the Scorecard Heat Map tab. This is a heat map graphic conveying a slightly simplified view of each use case's scores for each dimension. Scores of 0 to 4 are mapped to one of four colors based on this rubric:</a:t>
            </a:r>
            <a:endParaRPr sz="1400" b="0" i="0" u="none" strike="noStrike" cap="none" dirty="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&gt;2.66 and &lt;4.01 = </a:t>
            </a:r>
            <a:r>
              <a:rPr lang="en" sz="1400" b="1" i="0" u="none" strike="noStrike" cap="none" dirty="0">
                <a:solidFill>
                  <a:srgbClr val="000000"/>
                </a:solidFill>
                <a:latin typeface="Arial"/>
                <a:ea typeface="Arial"/>
                <a:cs typeface="Arial"/>
                <a:sym typeface="Arial"/>
              </a:rPr>
              <a:t>High</a:t>
            </a:r>
            <a:endParaRPr sz="1400" b="0" i="0" u="none" strike="noStrike" cap="none" dirty="0">
              <a:solidFill>
                <a:srgbClr val="000000"/>
              </a:solidFill>
              <a:latin typeface="Arial"/>
              <a:ea typeface="Arial"/>
              <a:cs typeface="Arial"/>
              <a:sym typeface="Arial"/>
            </a:endParaRPr>
          </a:p>
          <a:p>
            <a:pPr marL="285750" marR="0" lvl="2" indent="-19685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&gt;1.33 and &lt;2.67 = </a:t>
            </a:r>
            <a:r>
              <a:rPr lang="en" sz="1400" b="1" i="0" u="none" strike="noStrike" cap="none" dirty="0">
                <a:solidFill>
                  <a:srgbClr val="000000"/>
                </a:solidFill>
                <a:latin typeface="Arial"/>
                <a:ea typeface="Arial"/>
                <a:cs typeface="Arial"/>
                <a:sym typeface="Arial"/>
              </a:rPr>
              <a:t>Medium</a:t>
            </a:r>
            <a:endParaRPr sz="1400" b="0" i="0" u="none" strike="noStrike" cap="none" dirty="0">
              <a:solidFill>
                <a:srgbClr val="000000"/>
              </a:solidFill>
              <a:latin typeface="Arial"/>
              <a:ea typeface="Arial"/>
              <a:cs typeface="Arial"/>
              <a:sym typeface="Arial"/>
            </a:endParaRPr>
          </a:p>
          <a:p>
            <a:pPr marL="285750" marR="0" lvl="2" indent="-19685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&gt;0 and &lt;1.34 = </a:t>
            </a:r>
            <a:r>
              <a:rPr lang="en" sz="1400" b="1" i="0" u="none" strike="noStrike" cap="none" dirty="0">
                <a:solidFill>
                  <a:srgbClr val="000000"/>
                </a:solidFill>
                <a:latin typeface="Arial"/>
                <a:ea typeface="Arial"/>
                <a:cs typeface="Arial"/>
                <a:sym typeface="Arial"/>
              </a:rPr>
              <a:t>Low</a:t>
            </a:r>
            <a:endParaRPr sz="1400" b="0" i="0" u="none" strike="noStrike" cap="none" dirty="0">
              <a:solidFill>
                <a:srgbClr val="000000"/>
              </a:solidFill>
              <a:latin typeface="Arial"/>
              <a:ea typeface="Arial"/>
              <a:cs typeface="Arial"/>
              <a:sym typeface="Arial"/>
            </a:endParaRPr>
          </a:p>
          <a:p>
            <a:pPr marL="285750" marR="0" lvl="2" indent="-19685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a:p>
            <a:pPr marL="285750" marR="0" lvl="2"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0 = </a:t>
            </a:r>
            <a:r>
              <a:rPr lang="en" sz="1400" b="1" i="0" u="none" strike="noStrike" cap="none" dirty="0">
                <a:solidFill>
                  <a:srgbClr val="000000"/>
                </a:solidFill>
                <a:latin typeface="Arial"/>
                <a:ea typeface="Arial"/>
                <a:cs typeface="Arial"/>
                <a:sym typeface="Arial"/>
              </a:rPr>
              <a:t>None</a:t>
            </a:r>
            <a:r>
              <a:rPr lang="en" sz="1400" b="0" i="0" u="none" strike="noStrike" cap="none" dirty="0">
                <a:solidFill>
                  <a:srgbClr val="000000"/>
                </a:solidFill>
                <a:latin typeface="Arial"/>
                <a:ea typeface="Arial"/>
                <a:cs typeface="Arial"/>
                <a:sym typeface="Arial"/>
              </a:rPr>
              <a:t>  </a:t>
            </a:r>
            <a:endParaRPr sz="1400" b="0" i="1" u="none" strike="noStrike" cap="none" dirty="0">
              <a:solidFill>
                <a:srgbClr val="000000"/>
              </a:solidFill>
              <a:latin typeface="Arial"/>
              <a:ea typeface="Arial"/>
              <a:cs typeface="Arial"/>
              <a:sym typeface="Arial"/>
            </a:endParaRPr>
          </a:p>
        </p:txBody>
      </p:sp>
      <p:pic>
        <p:nvPicPr>
          <p:cNvPr id="1143" name="Google Shape;1143;p69"/>
          <p:cNvPicPr preferRelativeResize="0"/>
          <p:nvPr/>
        </p:nvPicPr>
        <p:blipFill rotWithShape="1">
          <a:blip r:embed="rId3">
            <a:alphaModFix/>
          </a:blip>
          <a:srcRect r="2717" b="15372"/>
          <a:stretch/>
        </p:blipFill>
        <p:spPr>
          <a:xfrm>
            <a:off x="4835522" y="826077"/>
            <a:ext cx="3991233" cy="3544042"/>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254"/>
          <p:cNvSpPr txBox="1">
            <a:spLocks noGrp="1"/>
          </p:cNvSpPr>
          <p:nvPr>
            <p:ph type="title"/>
          </p:nvPr>
        </p:nvSpPr>
        <p:spPr>
          <a:xfrm>
            <a:off x="1495664" y="1881703"/>
            <a:ext cx="6927899" cy="983744"/>
          </a:xfrm>
          <a:prstGeom prst="rect">
            <a:avLst/>
          </a:prstGeom>
          <a:noFill/>
          <a:ln>
            <a:noFill/>
          </a:ln>
        </p:spPr>
        <p:txBody>
          <a:bodyPr spcFirstLastPara="1" wrap="square" lIns="0" tIns="0" rIns="0" bIns="0" anchor="t" anchorCtr="0">
            <a:noAutofit/>
          </a:bodyPr>
          <a:lstStyle/>
          <a:p>
            <a:pPr marL="0" lvl="0" indent="0" algn="l" rtl="0">
              <a:lnSpc>
                <a:spcPct val="90000"/>
              </a:lnSpc>
              <a:spcBef>
                <a:spcPts val="900"/>
              </a:spcBef>
              <a:spcAft>
                <a:spcPts val="0"/>
              </a:spcAft>
              <a:buClr>
                <a:schemeClr val="dk2"/>
              </a:buClr>
              <a:buSzPts val="2700"/>
              <a:buFont typeface="Arial Black"/>
              <a:buNone/>
            </a:pPr>
            <a:r>
              <a:rPr lang="en" sz="2000" b="1" dirty="0"/>
              <a:t>As a group, reflect on the positioning of the AI use cases and their scorings and decide which three to five use cases you want to proceed with.</a:t>
            </a:r>
            <a:endParaRPr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40"/>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Participant Handouts </a:t>
            </a:r>
            <a:endParaRPr dirty="0"/>
          </a:p>
        </p:txBody>
      </p:sp>
      <p:sp>
        <p:nvSpPr>
          <p:cNvPr id="1154" name="Google Shape;1154;p40"/>
          <p:cNvSpPr/>
          <p:nvPr/>
        </p:nvSpPr>
        <p:spPr>
          <a:xfrm>
            <a:off x="5368550" y="96050"/>
            <a:ext cx="3603900" cy="7932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dirty="0">
                <a:solidFill>
                  <a:srgbClr val="E81159"/>
                </a:solidFill>
                <a:latin typeface="Arial"/>
                <a:ea typeface="Arial"/>
                <a:cs typeface="Arial"/>
                <a:sym typeface="Arial"/>
              </a:rPr>
              <a:t>Print the slides in this section beforehand and share with participants for active use during the workshop.</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g3875fcdd05b_1_0"/>
          <p:cNvSpPr txBox="1"/>
          <p:nvPr/>
        </p:nvSpPr>
        <p:spPr>
          <a:xfrm>
            <a:off x="342900" y="666200"/>
            <a:ext cx="3889200" cy="6429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Business Value Added</a:t>
            </a:r>
            <a:endParaRPr sz="1200" b="0" i="0" u="none" strike="noStrike" cap="none" dirty="0">
              <a:solidFill>
                <a:schemeClr val="accent1"/>
              </a:solidFill>
              <a:latin typeface="Arial"/>
              <a:ea typeface="Arial"/>
              <a:cs typeface="Arial"/>
              <a:sym typeface="Arial"/>
            </a:endParaRPr>
          </a:p>
          <a:p>
            <a:pPr>
              <a:spcBef>
                <a:spcPts val="200"/>
              </a:spcBef>
              <a:buSzPts val="800"/>
            </a:pPr>
            <a:r>
              <a:rPr lang="en-US" sz="900" dirty="0">
                <a:solidFill>
                  <a:schemeClr val="dk1"/>
                </a:solidFill>
              </a:rPr>
              <a:t>For example: </a:t>
            </a:r>
            <a:r>
              <a:rPr lang="en" sz="9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5"/>
                  </a:ext>
                </a:extLst>
              </a:rPr>
              <a:t>Improv</a:t>
            </a:r>
            <a:r>
              <a:rPr lang="en" sz="900" b="0" i="0" u="none" strike="noStrike" cap="none" dirty="0">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5"/>
                  </a:ext>
                </a:extLst>
              </a:rPr>
              <a:t>e</a:t>
            </a:r>
            <a:r>
              <a:rPr lang="en" sz="9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5"/>
                  </a:ext>
                </a:extLst>
              </a:rPr>
              <a:t> employee and/or candidate experience; increased HR productivity; drive innovation</a:t>
            </a:r>
            <a:endParaRPr sz="1200" b="0" i="0" u="none" strike="noStrike" cap="none" dirty="0">
              <a:solidFill>
                <a:srgbClr val="000000"/>
              </a:solidFill>
              <a:latin typeface="Arial"/>
              <a:ea typeface="Arial"/>
              <a:cs typeface="Arial"/>
              <a:sym typeface="Arial"/>
            </a:endParaRPr>
          </a:p>
        </p:txBody>
      </p:sp>
      <p:sp>
        <p:nvSpPr>
          <p:cNvPr id="1160" name="Google Shape;1160;g3875fcdd05b_1_0"/>
          <p:cNvSpPr txBox="1"/>
          <p:nvPr/>
        </p:nvSpPr>
        <p:spPr>
          <a:xfrm>
            <a:off x="342900" y="1379251"/>
            <a:ext cx="4719000" cy="17586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dk2"/>
                </a:solidFill>
                <a:latin typeface="Arial Black"/>
                <a:ea typeface="Arial Black"/>
                <a:cs typeface="Arial Black"/>
                <a:sym typeface="Arial Black"/>
              </a:rPr>
              <a:t>Description (Include Objective)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900"/>
              <a:buFont typeface="Arial"/>
              <a:buNone/>
            </a:pPr>
            <a:r>
              <a:rPr lang="en" sz="900" b="1" i="0" u="none" strike="noStrike" cap="none" dirty="0">
                <a:solidFill>
                  <a:schemeClr val="dk1"/>
                </a:solidFill>
                <a:latin typeface="Arial"/>
                <a:ea typeface="Arial"/>
                <a:cs typeface="Arial"/>
                <a:sym typeface="Arial"/>
              </a:rPr>
              <a:t>Objective</a:t>
            </a:r>
            <a:r>
              <a:rPr lang="en" sz="9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900"/>
              <a:buFont typeface="Arial Black"/>
              <a:buNone/>
            </a:pPr>
            <a:r>
              <a:rPr lang="en-US" sz="900" b="0" i="0" u="none" strike="noStrike" cap="none" dirty="0">
                <a:solidFill>
                  <a:schemeClr val="dk1"/>
                </a:solidFill>
                <a:latin typeface="Arial"/>
                <a:ea typeface="Arial"/>
                <a:cs typeface="Arial"/>
                <a:sym typeface="Arial"/>
              </a:rPr>
              <a:t>For example: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dirty="0">
                <a:solidFill>
                  <a:schemeClr val="dk1"/>
                </a:solidFill>
                <a:latin typeface="Arial"/>
                <a:ea typeface="Arial"/>
                <a:cs typeface="Arial"/>
                <a:sym typeface="Arial"/>
              </a:rPr>
              <a:t>“As an X, I need Y in order to achieve Z.”</a:t>
            </a:r>
            <a:r>
              <a:rPr lang="en" sz="900" b="1" i="0" u="none" strike="noStrike" cap="none" dirty="0">
                <a:solidFill>
                  <a:schemeClr val="dk2"/>
                </a:solidFill>
                <a:latin typeface="Arial"/>
                <a:ea typeface="Arial"/>
                <a:cs typeface="Arial"/>
                <a:sym typeface="Arial"/>
              </a:rPr>
              <a:t>  </a:t>
            </a:r>
            <a:endParaRPr sz="900" b="0" i="0" u="none" strike="noStrike" cap="none" dirty="0">
              <a:solidFill>
                <a:schemeClr val="dk2"/>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800"/>
              <a:buFont typeface="Arial"/>
              <a:buNone/>
            </a:pP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200"/>
              </a:spcBef>
              <a:spcAft>
                <a:spcPts val="0"/>
              </a:spcAft>
              <a:buClr>
                <a:schemeClr val="lt1"/>
              </a:buClr>
              <a:buSzPts val="800"/>
              <a:buFont typeface="Arial"/>
              <a:buNone/>
            </a:pPr>
            <a:endParaRPr sz="900" b="0" i="0" u="none" strike="noStrike" cap="none" dirty="0">
              <a:solidFill>
                <a:srgbClr val="000000"/>
              </a:solidFill>
              <a:latin typeface="Arial"/>
              <a:ea typeface="Arial"/>
              <a:cs typeface="Arial"/>
              <a:sym typeface="Arial"/>
            </a:endParaRPr>
          </a:p>
        </p:txBody>
      </p:sp>
      <p:sp>
        <p:nvSpPr>
          <p:cNvPr id="1161" name="Google Shape;1161;g3875fcdd05b_1_0"/>
          <p:cNvSpPr txBox="1"/>
          <p:nvPr/>
        </p:nvSpPr>
        <p:spPr>
          <a:xfrm>
            <a:off x="342900" y="3208000"/>
            <a:ext cx="4723500" cy="13983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dk2"/>
                </a:solidFill>
                <a:latin typeface="Arial Black"/>
                <a:ea typeface="Arial Black"/>
                <a:cs typeface="Arial Black"/>
                <a:sym typeface="Arial Black"/>
              </a:rPr>
              <a:t>Expected Value and Benefits </a:t>
            </a:r>
            <a:endParaRPr sz="1400" b="0" i="0" u="none" strike="noStrike" cap="none" dirty="0">
              <a:solidFill>
                <a:srgbClr val="000000"/>
              </a:solidFill>
              <a:latin typeface="Arial"/>
              <a:ea typeface="Arial"/>
              <a:cs typeface="Arial"/>
              <a:sym typeface="Arial"/>
            </a:endParaRPr>
          </a:p>
          <a:p>
            <a:pPr lvl="0">
              <a:buClr>
                <a:schemeClr val="dk2"/>
              </a:buClr>
              <a:buSzPts val="900"/>
            </a:pPr>
            <a:r>
              <a:rPr lang="en-US" sz="900" dirty="0">
                <a:solidFill>
                  <a:schemeClr val="dk1"/>
                </a:solidFill>
              </a:rPr>
              <a:t>For example:</a:t>
            </a:r>
            <a:endParaRPr lang="en-US" dirty="0"/>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Increase HR productivity</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800"/>
              <a:buFont typeface="Arial"/>
              <a:buChar char="▪"/>
            </a:pPr>
            <a:r>
              <a:rPr lang="en" sz="900" b="0" i="0" u="none" strike="noStrike" cap="none" dirty="0">
                <a:solidFill>
                  <a:schemeClr val="dk1"/>
                </a:solidFill>
                <a:latin typeface="Arial"/>
                <a:ea typeface="Arial"/>
                <a:cs typeface="Arial"/>
                <a:sym typeface="Arial"/>
              </a:rPr>
              <a:t>Reduce costs in operations, etc.</a:t>
            </a:r>
            <a:endParaRPr sz="1000" b="1" i="0" u="none" strike="noStrike" cap="none" dirty="0">
              <a:solidFill>
                <a:schemeClr val="dk2"/>
              </a:solidFill>
              <a:latin typeface="Arial Black"/>
              <a:ea typeface="Arial Black"/>
              <a:cs typeface="Arial Black"/>
              <a:sym typeface="Arial Black"/>
            </a:endParaRPr>
          </a:p>
        </p:txBody>
      </p:sp>
      <p:sp>
        <p:nvSpPr>
          <p:cNvPr id="1162" name="Google Shape;1162;g3875fcdd05b_1_0"/>
          <p:cNvSpPr txBox="1"/>
          <p:nvPr/>
        </p:nvSpPr>
        <p:spPr>
          <a:xfrm>
            <a:off x="5117850" y="1378700"/>
            <a:ext cx="3340200" cy="8445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How to Implement</a:t>
            </a:r>
            <a:endParaRPr sz="1400" b="0" i="0" u="none" strike="noStrike" cap="none" dirty="0">
              <a:solidFill>
                <a:srgbClr val="000000"/>
              </a:solidFill>
              <a:latin typeface="Arial"/>
              <a:ea typeface="Arial"/>
              <a:cs typeface="Arial"/>
              <a:sym typeface="Arial"/>
            </a:endParaRPr>
          </a:p>
          <a:p>
            <a:pPr lvl="0">
              <a:buClr>
                <a:schemeClr val="dk2"/>
              </a:buClr>
              <a:buSzPts val="900"/>
            </a:pPr>
            <a:r>
              <a:rPr lang="en-US" sz="900" dirty="0">
                <a:solidFill>
                  <a:schemeClr val="dk1"/>
                </a:solidFill>
              </a:rPr>
              <a:t>For example:</a:t>
            </a:r>
            <a:endParaRPr lang="en-US" dirty="0"/>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Consume through preexisting HR tech vendor</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Buy new HR tech product with built in capability</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Work with IT to build it for HR</a:t>
            </a:r>
            <a:endParaRPr sz="1400" b="0" i="0" u="none" strike="noStrike" cap="none" dirty="0">
              <a:solidFill>
                <a:srgbClr val="000000"/>
              </a:solidFill>
              <a:latin typeface="Arial"/>
              <a:ea typeface="Arial"/>
              <a:cs typeface="Arial"/>
              <a:sym typeface="Arial"/>
            </a:endParaRPr>
          </a:p>
          <a:p>
            <a:pPr marL="127000" marR="0" lvl="0" indent="-76200" algn="l" rtl="0">
              <a:lnSpc>
                <a:spcPct val="100000"/>
              </a:lnSpc>
              <a:spcBef>
                <a:spcPts val="200"/>
              </a:spcBef>
              <a:spcAft>
                <a:spcPts val="0"/>
              </a:spcAft>
              <a:buClr>
                <a:schemeClr val="lt1"/>
              </a:buClr>
              <a:buSzPts val="800"/>
              <a:buFont typeface="Arial"/>
              <a:buNone/>
            </a:pPr>
            <a:endParaRPr sz="900" b="0" i="0" u="none" strike="noStrike" cap="none" dirty="0">
              <a:solidFill>
                <a:srgbClr val="000000"/>
              </a:solidFill>
              <a:latin typeface="Arial"/>
              <a:ea typeface="Arial"/>
              <a:cs typeface="Arial"/>
              <a:sym typeface="Arial"/>
            </a:endParaRPr>
          </a:p>
        </p:txBody>
      </p:sp>
      <p:sp>
        <p:nvSpPr>
          <p:cNvPr id="1163" name="Google Shape;1163;g3875fcdd05b_1_0"/>
          <p:cNvSpPr txBox="1"/>
          <p:nvPr/>
        </p:nvSpPr>
        <p:spPr>
          <a:xfrm>
            <a:off x="4271778" y="665650"/>
            <a:ext cx="2071800" cy="6429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Initiator(s) Name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2856"/>
              </a:buClr>
              <a:buSzPts val="900"/>
              <a:buFont typeface="Arial Black"/>
              <a:buNone/>
            </a:pPr>
            <a:r>
              <a:rPr lang="en" sz="900" b="0" i="0" u="none" strike="noStrike" cap="none" dirty="0">
                <a:solidFill>
                  <a:srgbClr val="000000"/>
                </a:solidFill>
                <a:latin typeface="Arial"/>
                <a:ea typeface="Arial"/>
                <a:cs typeface="Arial"/>
                <a:sym typeface="Arial"/>
              </a:rPr>
              <a:t>[Your name here]</a:t>
            </a:r>
            <a:endParaRPr sz="1000" b="1" i="0" u="none" strike="noStrike" cap="none" dirty="0">
              <a:solidFill>
                <a:schemeClr val="accent1"/>
              </a:solidFill>
              <a:latin typeface="Arial Black"/>
              <a:ea typeface="Arial Black"/>
              <a:cs typeface="Arial Black"/>
              <a:sym typeface="Arial Black"/>
            </a:endParaRPr>
          </a:p>
        </p:txBody>
      </p:sp>
      <p:sp>
        <p:nvSpPr>
          <p:cNvPr id="1164" name="Google Shape;1164;g3875fcdd05b_1_0"/>
          <p:cNvSpPr txBox="1"/>
          <p:nvPr/>
        </p:nvSpPr>
        <p:spPr>
          <a:xfrm>
            <a:off x="6383200" y="666175"/>
            <a:ext cx="2071800" cy="6429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Benefit (High/Medium/Low)</a:t>
            </a:r>
            <a:endParaRPr sz="1200" b="0" i="0" u="none" strike="noStrike" cap="none" dirty="0">
              <a:solidFill>
                <a:schemeClr val="accent1"/>
              </a:solidFill>
              <a:latin typeface="Arial"/>
              <a:ea typeface="Arial"/>
              <a:cs typeface="Arial"/>
              <a:sym typeface="Arial"/>
            </a:endParaRPr>
          </a:p>
        </p:txBody>
      </p:sp>
      <p:sp>
        <p:nvSpPr>
          <p:cNvPr id="1165" name="Google Shape;1165;g3875fcdd05b_1_0"/>
          <p:cNvSpPr txBox="1"/>
          <p:nvPr/>
        </p:nvSpPr>
        <p:spPr>
          <a:xfrm>
            <a:off x="5117850" y="3208000"/>
            <a:ext cx="3340200" cy="13983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dirty="0">
                <a:solidFill>
                  <a:schemeClr val="dk2"/>
                </a:solidFill>
                <a:latin typeface="Arial Black"/>
                <a:ea typeface="Arial Black"/>
                <a:cs typeface="Arial Black"/>
                <a:sym typeface="Arial Black"/>
              </a:rPr>
              <a:t>Potential Risks</a:t>
            </a:r>
            <a:endParaRPr sz="1400" b="0" i="0" u="none" strike="noStrike" cap="none" dirty="0">
              <a:solidFill>
                <a:schemeClr val="dk2"/>
              </a:solidFill>
              <a:latin typeface="Arial"/>
              <a:ea typeface="Arial"/>
              <a:cs typeface="Arial"/>
              <a:sym typeface="Arial"/>
            </a:endParaRPr>
          </a:p>
          <a:p>
            <a:pPr lvl="0">
              <a:buClr>
                <a:schemeClr val="dk2"/>
              </a:buClr>
              <a:buSzPts val="900"/>
            </a:pPr>
            <a:r>
              <a:rPr lang="en-US" sz="900" dirty="0">
                <a:solidFill>
                  <a:schemeClr val="dk1"/>
                </a:solidFill>
              </a:rPr>
              <a:t>For example:</a:t>
            </a:r>
            <a:endParaRPr lang="en-US" dirty="0"/>
          </a:p>
          <a:p>
            <a:pPr marL="171450" marR="0" lvl="0" indent="-171450" algn="l" rtl="0">
              <a:lnSpc>
                <a:spcPct val="100000"/>
              </a:lnSpc>
              <a:spcBef>
                <a:spcPts val="0"/>
              </a:spcBef>
              <a:spcAft>
                <a:spcPts val="0"/>
              </a:spcAft>
              <a:buClr>
                <a:srgbClr val="000000"/>
              </a:buClr>
              <a:buSzPts val="900"/>
              <a:buFont typeface="Arial"/>
              <a:buChar char="•"/>
            </a:pPr>
            <a:r>
              <a:rPr lang="en" sz="900" b="0" i="0" u="none" strike="noStrike" cap="none" dirty="0">
                <a:solidFill>
                  <a:schemeClr val="dk1"/>
                </a:solidFill>
                <a:latin typeface="Arial"/>
                <a:ea typeface="Arial"/>
                <a:cs typeface="Arial"/>
                <a:sym typeface="Arial"/>
              </a:rPr>
              <a:t>Data accuracy, reliability, and transparency</a:t>
            </a:r>
            <a:endParaRPr sz="1400" b="0" i="0" u="none" strike="noStrike" cap="none" dirty="0">
              <a:solidFill>
                <a:schemeClr val="dk1"/>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900"/>
              <a:buFont typeface="Arial"/>
              <a:buChar char="•"/>
            </a:pPr>
            <a:r>
              <a:rPr lang="en" sz="900" b="0" i="0" u="none" strike="noStrike" cap="none" dirty="0">
                <a:solidFill>
                  <a:schemeClr val="dk1"/>
                </a:solidFill>
                <a:latin typeface="Arial"/>
                <a:ea typeface="Arial"/>
                <a:cs typeface="Arial"/>
                <a:sym typeface="Arial"/>
              </a:rPr>
              <a:t>Ability to mitigate potential risks</a:t>
            </a:r>
            <a:endParaRPr sz="1400" b="0" i="0" u="none" strike="noStrike" cap="none" dirty="0">
              <a:solidFill>
                <a:schemeClr val="dk1"/>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900"/>
              <a:buFont typeface="Arial"/>
              <a:buChar char="•"/>
            </a:pPr>
            <a:r>
              <a:rPr lang="en" sz="900" b="0" i="0" u="none" strike="noStrike" cap="none" dirty="0">
                <a:solidFill>
                  <a:schemeClr val="dk1"/>
                </a:solidFill>
                <a:latin typeface="Arial"/>
                <a:ea typeface="Arial"/>
                <a:cs typeface="Arial"/>
                <a:sym typeface="Arial"/>
              </a:rPr>
              <a:t>Resistance from employees</a:t>
            </a:r>
            <a:endParaRPr sz="1400" b="0" i="0" u="none" strike="noStrike" cap="none" dirty="0">
              <a:solidFill>
                <a:schemeClr val="dk1"/>
              </a:solidFill>
              <a:latin typeface="Arial"/>
              <a:ea typeface="Arial"/>
              <a:cs typeface="Arial"/>
              <a:sym typeface="Arial"/>
            </a:endParaRPr>
          </a:p>
        </p:txBody>
      </p:sp>
      <p:sp>
        <p:nvSpPr>
          <p:cNvPr id="1166" name="Google Shape;1166;g3875fcdd05b_1_0"/>
          <p:cNvSpPr txBox="1">
            <a:spLocks noGrp="1"/>
          </p:cNvSpPr>
          <p:nvPr>
            <p:ph type="title"/>
          </p:nvPr>
        </p:nvSpPr>
        <p:spPr>
          <a:xfrm>
            <a:off x="342900" y="281850"/>
            <a:ext cx="6569100" cy="3108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800"/>
              <a:buFont typeface="Arial Black"/>
              <a:buNone/>
            </a:pPr>
            <a:r>
              <a:rPr lang="en" sz="1900" dirty="0"/>
              <a:t>TEMPLATE — Use-Case Name:</a:t>
            </a:r>
            <a:endParaRPr dirty="0"/>
          </a:p>
        </p:txBody>
      </p:sp>
      <p:sp>
        <p:nvSpPr>
          <p:cNvPr id="1167" name="Google Shape;1167;g3875fcdd05b_1_0"/>
          <p:cNvSpPr txBox="1"/>
          <p:nvPr/>
        </p:nvSpPr>
        <p:spPr>
          <a:xfrm>
            <a:off x="5117850" y="2293350"/>
            <a:ext cx="3340200" cy="844500"/>
          </a:xfrm>
          <a:prstGeom prst="rect">
            <a:avLst/>
          </a:prstGeom>
          <a:solidFill>
            <a:srgbClr val="F4F4F4"/>
          </a:solidFill>
          <a:ln w="9525" cap="flat" cmpd="sng">
            <a:solidFill>
              <a:srgbClr val="F4F4F4"/>
            </a:solidFill>
            <a:prstDash val="solid"/>
            <a:miter lim="800000"/>
            <a:headEnd type="none" w="sm" len="sm"/>
            <a:tailEnd type="none" w="sm" len="sm"/>
          </a:ln>
        </p:spPr>
        <p:txBody>
          <a:bodyPr spcFirstLastPara="1" wrap="square" lIns="68575" tIns="68575" rIns="68575" bIns="34275" anchor="t" anchorCtr="0">
            <a:noAutofit/>
          </a:bodyPr>
          <a:lstStyle/>
          <a:p>
            <a:pPr marL="0" marR="0" lvl="0" indent="0" algn="l" rtl="0">
              <a:lnSpc>
                <a:spcPct val="100000"/>
              </a:lnSpc>
              <a:spcBef>
                <a:spcPts val="0"/>
              </a:spcBef>
              <a:spcAft>
                <a:spcPts val="0"/>
              </a:spcAft>
              <a:buClr>
                <a:srgbClr val="002856"/>
              </a:buClr>
              <a:buSzPts val="900"/>
              <a:buFont typeface="Arial Black"/>
              <a:buNone/>
            </a:pPr>
            <a:r>
              <a:rPr lang="en" sz="1000" b="1" i="0" u="none" strike="noStrike" cap="none" dirty="0">
                <a:solidFill>
                  <a:schemeClr val="accent1"/>
                </a:solidFill>
                <a:latin typeface="Arial Black"/>
                <a:ea typeface="Arial Black"/>
                <a:cs typeface="Arial Black"/>
                <a:sym typeface="Arial Black"/>
              </a:rPr>
              <a:t>Impact on Stakeholders</a:t>
            </a:r>
            <a:endParaRPr sz="1400" b="0" i="0" u="none" strike="noStrike" cap="none" dirty="0">
              <a:solidFill>
                <a:srgbClr val="000000"/>
              </a:solidFill>
              <a:latin typeface="Arial"/>
              <a:ea typeface="Arial"/>
              <a:cs typeface="Arial"/>
              <a:sym typeface="Arial"/>
            </a:endParaRPr>
          </a:p>
          <a:p>
            <a:pPr lvl="0">
              <a:buClr>
                <a:schemeClr val="dk2"/>
              </a:buClr>
              <a:buSzPts val="900"/>
            </a:pPr>
            <a:r>
              <a:rPr lang="en-US" sz="900" dirty="0">
                <a:solidFill>
                  <a:schemeClr val="dk1"/>
                </a:solidFill>
              </a:rPr>
              <a:t>For example:</a:t>
            </a:r>
            <a:endParaRPr lang="en-US" dirty="0"/>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Impact on external stakeholders, for example, employee experience and candidate experience</a:t>
            </a:r>
            <a:endParaRPr sz="1400" b="0" i="0" u="none" strike="noStrike" cap="none" dirty="0">
              <a:solidFill>
                <a:srgbClr val="000000"/>
              </a:solidFill>
              <a:latin typeface="Arial"/>
              <a:ea typeface="Arial"/>
              <a:cs typeface="Arial"/>
              <a:sym typeface="Arial"/>
            </a:endParaRPr>
          </a:p>
          <a:p>
            <a:pPr marL="127000" marR="0" lvl="0" indent="-127000" algn="l" rtl="0">
              <a:lnSpc>
                <a:spcPct val="100000"/>
              </a:lnSpc>
              <a:spcBef>
                <a:spcPts val="200"/>
              </a:spcBef>
              <a:spcAft>
                <a:spcPts val="0"/>
              </a:spcAft>
              <a:buClr>
                <a:schemeClr val="dk1"/>
              </a:buClr>
              <a:buSzPts val="900"/>
              <a:buFont typeface="Arial"/>
              <a:buChar char="▪"/>
            </a:pPr>
            <a:r>
              <a:rPr lang="en" sz="900" b="0" i="0" u="none" strike="noStrike" cap="none" dirty="0">
                <a:solidFill>
                  <a:schemeClr val="dk1"/>
                </a:solidFill>
                <a:latin typeface="Arial"/>
                <a:ea typeface="Arial"/>
                <a:cs typeface="Arial"/>
                <a:sym typeface="Arial"/>
              </a:rPr>
              <a:t>Impact on internal HR stakeholders</a:t>
            </a:r>
            <a:endParaRPr sz="1400" b="0" i="0" u="none" strike="noStrike" cap="none" dirty="0">
              <a:solidFill>
                <a:srgbClr val="000000"/>
              </a:solidFill>
              <a:latin typeface="Arial"/>
              <a:ea typeface="Arial"/>
              <a:cs typeface="Arial"/>
              <a:sym typeface="Arial"/>
            </a:endParaRPr>
          </a:p>
        </p:txBody>
      </p:sp>
      <p:sp>
        <p:nvSpPr>
          <p:cNvPr id="1168" name="Google Shape;1168;g3875fcdd05b_1_0"/>
          <p:cNvSpPr txBox="1"/>
          <p:nvPr/>
        </p:nvSpPr>
        <p:spPr>
          <a:xfrm>
            <a:off x="6575175" y="1018409"/>
            <a:ext cx="243300" cy="20790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900" b="0" i="0" u="none" strike="noStrike" cap="none">
                <a:solidFill>
                  <a:srgbClr val="000000"/>
                </a:solidFill>
                <a:latin typeface="Arial"/>
                <a:ea typeface="Arial"/>
                <a:cs typeface="Arial"/>
                <a:sym typeface="Arial"/>
              </a:rPr>
              <a:t>High</a:t>
            </a:r>
            <a:endParaRPr sz="1400" b="0" i="0" u="none" strike="noStrike" cap="none" dirty="0">
              <a:solidFill>
                <a:srgbClr val="000000"/>
              </a:solidFill>
              <a:latin typeface="Arial"/>
              <a:ea typeface="Arial"/>
              <a:cs typeface="Arial"/>
              <a:sym typeface="Arial"/>
            </a:endParaRPr>
          </a:p>
        </p:txBody>
      </p:sp>
      <p:sp>
        <p:nvSpPr>
          <p:cNvPr id="1169" name="Google Shape;1169;g3875fcdd05b_1_0"/>
          <p:cNvSpPr txBox="1"/>
          <p:nvPr/>
        </p:nvSpPr>
        <p:spPr>
          <a:xfrm>
            <a:off x="7167377" y="1020920"/>
            <a:ext cx="419700" cy="20790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900" b="0" i="0" u="none" strike="noStrike" cap="none">
                <a:solidFill>
                  <a:srgbClr val="000000"/>
                </a:solidFill>
                <a:latin typeface="Arial"/>
                <a:ea typeface="Arial"/>
                <a:cs typeface="Arial"/>
                <a:sym typeface="Arial"/>
              </a:rPr>
              <a:t>Medium</a:t>
            </a:r>
            <a:endParaRPr sz="1400" b="0" i="0" u="none" strike="noStrike" cap="none" dirty="0">
              <a:solidFill>
                <a:srgbClr val="000000"/>
              </a:solidFill>
              <a:latin typeface="Arial"/>
              <a:ea typeface="Arial"/>
              <a:cs typeface="Arial"/>
              <a:sym typeface="Arial"/>
            </a:endParaRPr>
          </a:p>
        </p:txBody>
      </p:sp>
      <p:sp>
        <p:nvSpPr>
          <p:cNvPr id="1170" name="Google Shape;1170;g3875fcdd05b_1_0"/>
          <p:cNvSpPr txBox="1"/>
          <p:nvPr/>
        </p:nvSpPr>
        <p:spPr>
          <a:xfrm>
            <a:off x="7936194" y="1017600"/>
            <a:ext cx="217200" cy="20790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900" b="0" i="0" u="none" strike="noStrike" cap="none">
                <a:solidFill>
                  <a:srgbClr val="000000"/>
                </a:solidFill>
                <a:latin typeface="Arial"/>
                <a:ea typeface="Arial"/>
                <a:cs typeface="Arial"/>
                <a:sym typeface="Arial"/>
              </a:rPr>
              <a:t>Low</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g3875fcdd05b_1_15"/>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 sz="2400" dirty="0"/>
              <a:t>Use-Case Dimensions for Scoring Business Value</a:t>
            </a:r>
            <a:endParaRPr sz="2400" dirty="0"/>
          </a:p>
        </p:txBody>
      </p:sp>
      <p:graphicFrame>
        <p:nvGraphicFramePr>
          <p:cNvPr id="1176" name="Google Shape;1176;g3875fcdd05b_1_15"/>
          <p:cNvGraphicFramePr/>
          <p:nvPr/>
        </p:nvGraphicFramePr>
        <p:xfrm>
          <a:off x="342900" y="1145381"/>
          <a:ext cx="8455825" cy="2487950"/>
        </p:xfrm>
        <a:graphic>
          <a:graphicData uri="http://schemas.openxmlformats.org/drawingml/2006/table">
            <a:tbl>
              <a:tblPr>
                <a:noFill/>
                <a:tableStyleId>{296408B5-E714-47E0-8884-332AFFC43CCB}</a:tableStyleId>
              </a:tblPr>
              <a:tblGrid>
                <a:gridCol w="2343675">
                  <a:extLst>
                    <a:ext uri="{9D8B030D-6E8A-4147-A177-3AD203B41FA5}">
                      <a16:colId xmlns:a16="http://schemas.microsoft.com/office/drawing/2014/main" val="20000"/>
                    </a:ext>
                  </a:extLst>
                </a:gridCol>
                <a:gridCol w="6112150">
                  <a:extLst>
                    <a:ext uri="{9D8B030D-6E8A-4147-A177-3AD203B41FA5}">
                      <a16:colId xmlns:a16="http://schemas.microsoft.com/office/drawing/2014/main" val="20001"/>
                    </a:ext>
                  </a:extLst>
                </a:gridCol>
              </a:tblGrid>
              <a:tr h="278150">
                <a:tc>
                  <a:txBody>
                    <a:bodyPr/>
                    <a:lstStyle/>
                    <a:p>
                      <a:pPr marL="0" marR="0" lvl="0" indent="0" algn="ctr" rtl="0">
                        <a:lnSpc>
                          <a:spcPct val="100000"/>
                        </a:lnSpc>
                        <a:spcBef>
                          <a:spcPts val="0"/>
                        </a:spcBef>
                        <a:spcAft>
                          <a:spcPts val="0"/>
                        </a:spcAft>
                        <a:buClr>
                          <a:srgbClr val="000000"/>
                        </a:buClr>
                        <a:buSzPts val="1800"/>
                        <a:buFont typeface="Arial"/>
                        <a:buNone/>
                      </a:pPr>
                      <a:r>
                        <a:rPr lang="en" sz="1400" b="1" i="0" u="none" strike="noStrike" cap="none">
                          <a:solidFill>
                            <a:schemeClr val="lt1"/>
                          </a:solidFill>
                          <a:latin typeface="Arial"/>
                          <a:ea typeface="Arial"/>
                          <a:cs typeface="Arial"/>
                          <a:sym typeface="Arial"/>
                        </a:rPr>
                        <a:t>Dimension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1" i="0" u="none" strike="noStrike" cap="none">
                          <a:solidFill>
                            <a:schemeClr val="lt1"/>
                          </a:solidFill>
                          <a:latin typeface="Arial"/>
                          <a:ea typeface="Arial"/>
                          <a:cs typeface="Arial"/>
                          <a:sym typeface="Arial"/>
                        </a:rPr>
                        <a:t>Explanation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71247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Experience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potential of the use case to meet or exceed the users’ goals for using the capability, leading to positive perceptions and related feelings with regards to interactions with the employer</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1"/>
                  </a:ext>
                </a:extLst>
              </a:tr>
              <a:tr h="50672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Efficiency</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potential of the use case to meet or exceed performance goals with equal or fewer resources, resulting in reduced costs and increased productivity</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1247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Employer Brand/Employee Value Proposition (EV</a:t>
                      </a:r>
                      <a:r>
                        <a:rPr lang="en" sz="1400" u="none" strike="noStrike" cap="none">
                          <a:solidFill>
                            <a:srgbClr val="000000"/>
                          </a:solidFill>
                        </a:rPr>
                        <a:t>P)</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potential of the use case to create agility to respond to current and future labor market constraints and opportunities and effectively articulate and manage its EVP to attract, develop and retain the right talent</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g3875fcdd05b_1_20"/>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 sz="2400"/>
              <a:t>Use-Case Dimensions for Scoring Feasibility</a:t>
            </a:r>
            <a:endParaRPr sz="2400" dirty="0"/>
          </a:p>
        </p:txBody>
      </p:sp>
      <p:graphicFrame>
        <p:nvGraphicFramePr>
          <p:cNvPr id="1182" name="Google Shape;1182;g3875fcdd05b_1_20"/>
          <p:cNvGraphicFramePr/>
          <p:nvPr/>
        </p:nvGraphicFramePr>
        <p:xfrm>
          <a:off x="342900" y="1145381"/>
          <a:ext cx="8455825" cy="3128030"/>
        </p:xfrm>
        <a:graphic>
          <a:graphicData uri="http://schemas.openxmlformats.org/drawingml/2006/table">
            <a:tbl>
              <a:tblPr>
                <a:noFill/>
                <a:tableStyleId>{296408B5-E714-47E0-8884-332AFFC43CCB}</a:tableStyleId>
              </a:tblPr>
              <a:tblGrid>
                <a:gridCol w="2343675">
                  <a:extLst>
                    <a:ext uri="{9D8B030D-6E8A-4147-A177-3AD203B41FA5}">
                      <a16:colId xmlns:a16="http://schemas.microsoft.com/office/drawing/2014/main" val="20000"/>
                    </a:ext>
                  </a:extLst>
                </a:gridCol>
                <a:gridCol w="6112150">
                  <a:extLst>
                    <a:ext uri="{9D8B030D-6E8A-4147-A177-3AD203B41FA5}">
                      <a16:colId xmlns:a16="http://schemas.microsoft.com/office/drawing/2014/main" val="20001"/>
                    </a:ext>
                  </a:extLst>
                </a:gridCol>
              </a:tblGrid>
              <a:tr h="278150">
                <a:tc>
                  <a:txBody>
                    <a:bodyPr/>
                    <a:lstStyle/>
                    <a:p>
                      <a:pPr marL="0" marR="0" lvl="0" indent="0" algn="ctr" rtl="0">
                        <a:lnSpc>
                          <a:spcPct val="100000"/>
                        </a:lnSpc>
                        <a:spcBef>
                          <a:spcPts val="0"/>
                        </a:spcBef>
                        <a:spcAft>
                          <a:spcPts val="0"/>
                        </a:spcAft>
                        <a:buClr>
                          <a:srgbClr val="000000"/>
                        </a:buClr>
                        <a:buSzPts val="1800"/>
                        <a:buFont typeface="Arial"/>
                        <a:buNone/>
                      </a:pPr>
                      <a:r>
                        <a:rPr lang="en" sz="1400" b="1" i="0" u="none" strike="noStrike" cap="none">
                          <a:solidFill>
                            <a:schemeClr val="lt1"/>
                          </a:solidFill>
                          <a:latin typeface="Arial"/>
                          <a:ea typeface="Arial"/>
                          <a:cs typeface="Arial"/>
                          <a:sym typeface="Arial"/>
                        </a:rPr>
                        <a:t>Dimension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1" i="0" u="none" strike="noStrike" cap="none">
                          <a:solidFill>
                            <a:schemeClr val="lt1"/>
                          </a:solidFill>
                          <a:latin typeface="Arial"/>
                          <a:ea typeface="Arial"/>
                          <a:cs typeface="Arial"/>
                          <a:sym typeface="Arial"/>
                        </a:rPr>
                        <a:t>Explanation</a:t>
                      </a:r>
                      <a:endParaRPr sz="1400" b="1" i="0" u="none" strike="noStrike" cap="none" dirty="0">
                        <a:solidFill>
                          <a:schemeClr val="lt1"/>
                        </a:solidFill>
                        <a:latin typeface="Arial"/>
                        <a:ea typeface="Arial"/>
                        <a:cs typeface="Arial"/>
                        <a:sym typeface="Arial"/>
                      </a:endParaRPr>
                    </a:p>
                  </a:txBody>
                  <a:tcPr marL="68600" marR="68600"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254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18200">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Technical</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organization’s ability to meet the technical requirements of a use case. Considerations include the core capabilities of the AI technology itself, the availability of vendor support, the current state of the organization’s technology infrastructure and the technical talent required by the use case.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1"/>
                  </a:ext>
                </a:extLst>
              </a:tr>
              <a:tr h="712475">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Internal</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organization’s ability and openness to use and incorporate the potential use case. This includes the willingness of internal stakeholders to understand, trust and effectively execute the use case.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18200">
                <a:tc>
                  <a:txBody>
                    <a:bodyPr/>
                    <a:lstStyle/>
                    <a:p>
                      <a:pPr marL="0" marR="0" lvl="0" indent="0" algn="ctr" rtl="0">
                        <a:lnSpc>
                          <a:spcPct val="100000"/>
                        </a:lnSpc>
                        <a:spcBef>
                          <a:spcPts val="0"/>
                        </a:spcBef>
                        <a:spcAft>
                          <a:spcPts val="0"/>
                        </a:spcAft>
                        <a:buClr>
                          <a:srgbClr val="000000"/>
                        </a:buClr>
                        <a:buSzPts val="1800"/>
                        <a:buFont typeface="Arial"/>
                        <a:buNone/>
                      </a:pPr>
                      <a:r>
                        <a:rPr lang="en" sz="1400" b="0" i="0" u="none" strike="noStrike" cap="none">
                          <a:solidFill>
                            <a:srgbClr val="000000"/>
                          </a:solidFill>
                          <a:latin typeface="Arial"/>
                          <a:ea typeface="Arial"/>
                          <a:cs typeface="Arial"/>
                          <a:sym typeface="Arial"/>
                        </a:rPr>
                        <a:t>External</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400" b="0" i="0" u="none" strike="noStrike" cap="none" dirty="0">
                          <a:solidFill>
                            <a:srgbClr val="000000"/>
                          </a:solidFill>
                          <a:latin typeface="Arial"/>
                          <a:ea typeface="Arial"/>
                          <a:cs typeface="Arial"/>
                          <a:sym typeface="Arial"/>
                        </a:rPr>
                        <a:t>The extent to which the environment outside of the organization is conducive to successful execution of the potential use case. This includes consideration of the legal and regulatory environment; public opinion of the use case; and the digital access, literacy and customer engagement required by the use case.</a:t>
                      </a:r>
                      <a:endParaRPr sz="1400" u="none" strike="noStrike" cap="none" dirty="0"/>
                    </a:p>
                  </a:txBody>
                  <a:tcPr marL="47625" marR="47625" marT="47625" marB="47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6E6E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43"/>
          <p:cNvSpPr txBox="1">
            <a:spLocks noGrp="1"/>
          </p:cNvSpPr>
          <p:nvPr>
            <p:ph type="title"/>
          </p:nvPr>
        </p:nvSpPr>
        <p:spPr>
          <a:xfrm>
            <a:off x="1543050" y="1145286"/>
            <a:ext cx="3682800" cy="2201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2"/>
              </a:buClr>
              <a:buSzPts val="2400"/>
              <a:buFont typeface="Arial Black"/>
              <a:buNone/>
            </a:pPr>
            <a:r>
              <a:rPr lang="en"/>
              <a:t>Facilitator Guidance</a:t>
            </a:r>
            <a:endParaRPr dirty="0"/>
          </a:p>
        </p:txBody>
      </p:sp>
      <p:sp>
        <p:nvSpPr>
          <p:cNvPr id="1188" name="Google Shape;1188;p43"/>
          <p:cNvSpPr/>
          <p:nvPr/>
        </p:nvSpPr>
        <p:spPr>
          <a:xfrm>
            <a:off x="5368550" y="96050"/>
            <a:ext cx="3603900" cy="793200"/>
          </a:xfrm>
          <a:prstGeom prst="rect">
            <a:avLst/>
          </a:prstGeom>
          <a:solidFill>
            <a:schemeClr val="lt2"/>
          </a:solidFill>
          <a:ln w="9525" cap="flat" cmpd="sng">
            <a:solidFill>
              <a:srgbClr val="E811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1" i="0" u="none" strike="noStrike" cap="none" dirty="0">
                <a:solidFill>
                  <a:srgbClr val="E81159"/>
                </a:solidFill>
                <a:latin typeface="Arial"/>
                <a:ea typeface="Arial"/>
                <a:cs typeface="Arial"/>
                <a:sym typeface="Arial"/>
              </a:rPr>
              <a:t>Read and delete this box after editing.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dirty="0">
                <a:solidFill>
                  <a:srgbClr val="E81159"/>
                </a:solidFill>
                <a:latin typeface="Arial"/>
                <a:ea typeface="Arial"/>
                <a:cs typeface="Arial"/>
                <a:sym typeface="Arial"/>
              </a:rPr>
              <a:t>The slides in this section are for the facilitator only. Remove this section before the workshop.</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g368a2bbd9c5_1_0"/>
          <p:cNvSpPr txBox="1">
            <a:spLocks noGrp="1"/>
          </p:cNvSpPr>
          <p:nvPr>
            <p:ph type="title"/>
          </p:nvPr>
        </p:nvSpPr>
        <p:spPr>
          <a:xfrm>
            <a:off x="342900" y="2714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1400"/>
              <a:buNone/>
            </a:pPr>
            <a:r>
              <a:rPr lang="en" dirty="0"/>
              <a:t>Access Tool: AI Use-Case Assessment for </a:t>
            </a:r>
            <a:r>
              <a:rPr lang="en"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6"/>
                  </a:ext>
                </a:extLst>
              </a:rPr>
              <a:t>HR</a:t>
            </a:r>
            <a:endParaRPr dirty="0"/>
          </a:p>
        </p:txBody>
      </p:sp>
      <p:sp>
        <p:nvSpPr>
          <p:cNvPr id="1194" name="Google Shape;1194;g368a2bbd9c5_1_0"/>
          <p:cNvSpPr/>
          <p:nvPr/>
        </p:nvSpPr>
        <p:spPr>
          <a:xfrm>
            <a:off x="3613747" y="3860430"/>
            <a:ext cx="3040800" cy="551400"/>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195" name="Google Shape;1195;g368a2bbd9c5_1_0"/>
          <p:cNvSpPr txBox="1"/>
          <p:nvPr/>
        </p:nvSpPr>
        <p:spPr>
          <a:xfrm>
            <a:off x="342900" y="669908"/>
            <a:ext cx="8502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Navigate to </a:t>
            </a:r>
            <a:r>
              <a:rPr lang="en" sz="1400" b="0" i="0" u="sng" strike="noStrike" cap="none" dirty="0">
                <a:solidFill>
                  <a:schemeClr val="hlink"/>
                </a:solidFill>
                <a:latin typeface="Arial"/>
                <a:ea typeface="Arial"/>
                <a:cs typeface="Arial"/>
                <a:sym typeface="Arial"/>
                <a:hlinkClick r:id="rId3"/>
              </a:rPr>
              <a:t>AI Use-Case Assessment for HR</a:t>
            </a:r>
            <a:r>
              <a:rPr lang="en" sz="1400" b="0" i="0" u="none" strike="noStrike" cap="none" dirty="0">
                <a:solidFill>
                  <a:srgbClr val="000000"/>
                </a:solidFill>
                <a:latin typeface="Arial"/>
                <a:ea typeface="Arial"/>
                <a:cs typeface="Arial"/>
                <a:sym typeface="Arial"/>
              </a:rPr>
              <a:t> and download the Excel tool under the Tool section. </a:t>
            </a:r>
            <a:endParaRPr sz="1400" b="0" i="0" u="none" strike="noStrike" cap="none" dirty="0">
              <a:solidFill>
                <a:srgbClr val="000000"/>
              </a:solidFill>
              <a:latin typeface="Arial"/>
              <a:ea typeface="Arial"/>
              <a:cs typeface="Arial"/>
              <a:sym typeface="Arial"/>
            </a:endParaRPr>
          </a:p>
        </p:txBody>
      </p:sp>
      <p:pic>
        <p:nvPicPr>
          <p:cNvPr id="1196" name="Google Shape;1196;g368a2bbd9c5_1_0"/>
          <p:cNvPicPr preferRelativeResize="0"/>
          <p:nvPr/>
        </p:nvPicPr>
        <p:blipFill>
          <a:blip r:embed="rId4">
            <a:alphaModFix/>
          </a:blip>
          <a:stretch>
            <a:fillRect/>
          </a:stretch>
        </p:blipFill>
        <p:spPr>
          <a:xfrm>
            <a:off x="402000" y="1272723"/>
            <a:ext cx="3920951" cy="2587700"/>
          </a:xfrm>
          <a:prstGeom prst="rect">
            <a:avLst/>
          </a:prstGeom>
          <a:noFill/>
          <a:ln w="9525" cap="flat" cmpd="sng">
            <a:solidFill>
              <a:schemeClr val="dk1"/>
            </a:solidFill>
            <a:prstDash val="solid"/>
            <a:round/>
            <a:headEnd type="none" w="sm" len="sm"/>
            <a:tailEnd type="none" w="sm" len="sm"/>
          </a:ln>
        </p:spPr>
      </p:pic>
      <p:pic>
        <p:nvPicPr>
          <p:cNvPr id="1197" name="Google Shape;1197;g368a2bbd9c5_1_0"/>
          <p:cNvPicPr preferRelativeResize="0"/>
          <p:nvPr/>
        </p:nvPicPr>
        <p:blipFill rotWithShape="1">
          <a:blip r:embed="rId5">
            <a:alphaModFix/>
          </a:blip>
          <a:srcRect/>
          <a:stretch/>
        </p:blipFill>
        <p:spPr>
          <a:xfrm>
            <a:off x="3438261" y="2629408"/>
            <a:ext cx="4623644" cy="1850543"/>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p44"/>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Black"/>
              <a:buNone/>
            </a:pPr>
            <a:r>
              <a:rPr lang="en"/>
              <a:t>Facilitation Challenges</a:t>
            </a:r>
            <a:endParaRPr dirty="0"/>
          </a:p>
        </p:txBody>
      </p:sp>
      <p:grpSp>
        <p:nvGrpSpPr>
          <p:cNvPr id="1203" name="Google Shape;1203;p44"/>
          <p:cNvGrpSpPr/>
          <p:nvPr/>
        </p:nvGrpSpPr>
        <p:grpSpPr>
          <a:xfrm>
            <a:off x="2174826" y="1122060"/>
            <a:ext cx="4794347" cy="1520634"/>
            <a:chOff x="1140818" y="656"/>
            <a:chExt cx="6392463" cy="2027512"/>
          </a:xfrm>
        </p:grpSpPr>
        <p:sp>
          <p:nvSpPr>
            <p:cNvPr id="1204" name="Google Shape;1204;p44"/>
            <p:cNvSpPr/>
            <p:nvPr/>
          </p:nvSpPr>
          <p:spPr>
            <a:xfrm>
              <a:off x="4335642" y="838471"/>
              <a:ext cx="1687493" cy="351882"/>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001F4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05" name="Google Shape;1205;p44"/>
            <p:cNvSpPr/>
            <p:nvPr/>
          </p:nvSpPr>
          <p:spPr>
            <a:xfrm>
              <a:off x="2650963" y="838471"/>
              <a:ext cx="1684678" cy="351882"/>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001F4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06" name="Google Shape;1206;p44"/>
            <p:cNvSpPr/>
            <p:nvPr/>
          </p:nvSpPr>
          <p:spPr>
            <a:xfrm>
              <a:off x="2825497" y="656"/>
              <a:ext cx="3020290" cy="837815"/>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07" name="Google Shape;1207;p44"/>
            <p:cNvSpPr txBox="1"/>
            <p:nvPr/>
          </p:nvSpPr>
          <p:spPr>
            <a:xfrm>
              <a:off x="2825497" y="656"/>
              <a:ext cx="3020290" cy="837815"/>
            </a:xfrm>
            <a:prstGeom prst="rect">
              <a:avLst/>
            </a:prstGeom>
            <a:noFill/>
            <a:ln>
              <a:noFill/>
            </a:ln>
          </p:spPr>
          <p:txBody>
            <a:bodyPr spcFirstLastPara="1" wrap="square" lIns="6650" tIns="6650" rIns="6650" bIns="66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 sz="1100" b="0" i="0" u="none" strike="noStrike" cap="none" dirty="0">
                  <a:solidFill>
                    <a:schemeClr val="lt1"/>
                  </a:solidFill>
                  <a:latin typeface="Arial"/>
                  <a:ea typeface="Arial"/>
                  <a:cs typeface="Arial"/>
                  <a:sym typeface="Arial"/>
                </a:rPr>
                <a:t>Common Facilitation Challenges</a:t>
              </a:r>
              <a:endParaRPr sz="1100" b="0" i="0" u="none" strike="noStrike" cap="none" dirty="0">
                <a:solidFill>
                  <a:srgbClr val="000000"/>
                </a:solidFill>
                <a:latin typeface="Arial"/>
                <a:ea typeface="Arial"/>
                <a:cs typeface="Arial"/>
                <a:sym typeface="Arial"/>
              </a:endParaRPr>
            </a:p>
          </p:txBody>
        </p:sp>
        <p:sp>
          <p:nvSpPr>
            <p:cNvPr id="1208" name="Google Shape;1208;p44"/>
            <p:cNvSpPr/>
            <p:nvPr/>
          </p:nvSpPr>
          <p:spPr>
            <a:xfrm>
              <a:off x="1140818" y="1190353"/>
              <a:ext cx="3020290" cy="837815"/>
            </a:xfrm>
            <a:prstGeom prst="rect">
              <a:avLst/>
            </a:prstGeom>
            <a:solidFill>
              <a:srgbClr val="979D9D"/>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09" name="Google Shape;1209;p44"/>
            <p:cNvSpPr txBox="1"/>
            <p:nvPr/>
          </p:nvSpPr>
          <p:spPr>
            <a:xfrm>
              <a:off x="1140818" y="1190353"/>
              <a:ext cx="3020290" cy="837815"/>
            </a:xfrm>
            <a:prstGeom prst="rect">
              <a:avLst/>
            </a:prstGeom>
            <a:noFill/>
            <a:ln>
              <a:noFill/>
            </a:ln>
          </p:spPr>
          <p:txBody>
            <a:bodyPr spcFirstLastPara="1" wrap="square" lIns="6650" tIns="6650" rIns="6650" bIns="66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 sz="1100" b="0" i="0" u="none" strike="noStrike" cap="none" dirty="0">
                  <a:solidFill>
                    <a:schemeClr val="lt1"/>
                  </a:solidFill>
                  <a:latin typeface="Arial"/>
                  <a:ea typeface="Arial"/>
                  <a:cs typeface="Arial"/>
                  <a:sym typeface="Arial"/>
                </a:rPr>
                <a:t>Participation Issues</a:t>
              </a:r>
              <a:endParaRPr sz="1100" b="0" i="0" u="none" strike="noStrike" cap="none" dirty="0">
                <a:solidFill>
                  <a:srgbClr val="000000"/>
                </a:solidFill>
                <a:latin typeface="Arial"/>
                <a:ea typeface="Arial"/>
                <a:cs typeface="Arial"/>
                <a:sym typeface="Arial"/>
              </a:endParaRPr>
            </a:p>
          </p:txBody>
        </p:sp>
        <p:sp>
          <p:nvSpPr>
            <p:cNvPr id="1210" name="Google Shape;1210;p44"/>
            <p:cNvSpPr/>
            <p:nvPr/>
          </p:nvSpPr>
          <p:spPr>
            <a:xfrm>
              <a:off x="4512991" y="1190353"/>
              <a:ext cx="3020290" cy="837815"/>
            </a:xfrm>
            <a:prstGeom prst="rect">
              <a:avLst/>
            </a:prstGeom>
            <a:solidFill>
              <a:srgbClr val="979D9D"/>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11" name="Google Shape;1211;p44"/>
            <p:cNvSpPr txBox="1"/>
            <p:nvPr/>
          </p:nvSpPr>
          <p:spPr>
            <a:xfrm>
              <a:off x="4512991" y="1190353"/>
              <a:ext cx="3020290" cy="837815"/>
            </a:xfrm>
            <a:prstGeom prst="rect">
              <a:avLst/>
            </a:prstGeom>
            <a:noFill/>
            <a:ln>
              <a:noFill/>
            </a:ln>
          </p:spPr>
          <p:txBody>
            <a:bodyPr spcFirstLastPara="1" wrap="square" lIns="6650" tIns="6650" rIns="6650" bIns="66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 sz="1100" b="0" i="0" u="none" strike="noStrike" cap="none" dirty="0">
                  <a:solidFill>
                    <a:schemeClr val="lt1"/>
                  </a:solidFill>
                  <a:latin typeface="Arial"/>
                  <a:ea typeface="Arial"/>
                  <a:cs typeface="Arial"/>
                  <a:sym typeface="Arial"/>
                </a:rPr>
                <a:t>Discussion Management Issues</a:t>
              </a:r>
              <a:endParaRPr sz="1100" b="0" i="0" u="none" strike="noStrike" cap="none" dirty="0">
                <a:solidFill>
                  <a:srgbClr val="000000"/>
                </a:solidFill>
                <a:latin typeface="Arial"/>
                <a:ea typeface="Arial"/>
                <a:cs typeface="Arial"/>
                <a:sym typeface="Arial"/>
              </a:endParaRPr>
            </a:p>
          </p:txBody>
        </p:sp>
      </p:grpSp>
      <p:grpSp>
        <p:nvGrpSpPr>
          <p:cNvPr id="1212" name="Google Shape;1212;p44"/>
          <p:cNvGrpSpPr/>
          <p:nvPr/>
        </p:nvGrpSpPr>
        <p:grpSpPr>
          <a:xfrm>
            <a:off x="2139955" y="2776326"/>
            <a:ext cx="2267739" cy="1034763"/>
            <a:chOff x="2853273" y="3530318"/>
            <a:chExt cx="3023652" cy="1379684"/>
          </a:xfrm>
        </p:grpSpPr>
        <p:cxnSp>
          <p:nvCxnSpPr>
            <p:cNvPr id="1213" name="Google Shape;1213;p44"/>
            <p:cNvCxnSpPr/>
            <p:nvPr/>
          </p:nvCxnSpPr>
          <p:spPr>
            <a:xfrm rot="-5400000">
              <a:off x="4198462" y="3696955"/>
              <a:ext cx="333274" cy="0"/>
            </a:xfrm>
            <a:prstGeom prst="straightConnector1">
              <a:avLst/>
            </a:prstGeom>
            <a:noFill/>
            <a:ln w="12700" cap="flat" cmpd="sng">
              <a:solidFill>
                <a:srgbClr val="6F7878"/>
              </a:solidFill>
              <a:prstDash val="solid"/>
              <a:round/>
              <a:headEnd type="none" w="sm" len="sm"/>
              <a:tailEnd type="triangle" w="med" len="med"/>
            </a:ln>
          </p:spPr>
        </p:cxnSp>
        <p:sp>
          <p:nvSpPr>
            <p:cNvPr id="1214" name="Google Shape;1214;p44"/>
            <p:cNvSpPr/>
            <p:nvPr/>
          </p:nvSpPr>
          <p:spPr>
            <a:xfrm>
              <a:off x="2853273" y="3863592"/>
              <a:ext cx="3023652" cy="1046410"/>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dirty="0">
                  <a:solidFill>
                    <a:schemeClr val="dk1"/>
                  </a:solidFill>
                  <a:latin typeface="Arial"/>
                  <a:ea typeface="Arial"/>
                  <a:cs typeface="Arial"/>
                  <a:sym typeface="Arial"/>
                </a:rPr>
                <a:t>What Does It Mean? </a:t>
              </a:r>
              <a:br>
                <a:rPr lang="en" sz="1100" b="1" i="0" u="none" strike="noStrike" cap="none" dirty="0">
                  <a:solidFill>
                    <a:schemeClr val="dk1"/>
                  </a:solidFill>
                  <a:latin typeface="Arial"/>
                  <a:ea typeface="Arial"/>
                  <a:cs typeface="Arial"/>
                  <a:sym typeface="Arial"/>
                </a:rPr>
              </a:br>
              <a:r>
                <a:rPr lang="en" sz="1100" b="0" i="0" u="none" strike="noStrike" cap="none" dirty="0">
                  <a:solidFill>
                    <a:schemeClr val="dk1"/>
                  </a:solidFill>
                  <a:latin typeface="Arial"/>
                  <a:ea typeface="Arial"/>
                  <a:cs typeface="Arial"/>
                  <a:sym typeface="Arial"/>
                </a:rPr>
                <a:t>Participants are hesitant to contribute ideas freely.</a:t>
              </a:r>
              <a:endParaRPr sz="1100" b="0" i="0" u="none" strike="noStrike" cap="none" dirty="0">
                <a:solidFill>
                  <a:srgbClr val="000000"/>
                </a:solidFill>
                <a:latin typeface="Arial"/>
                <a:ea typeface="Arial"/>
                <a:cs typeface="Arial"/>
                <a:sym typeface="Arial"/>
              </a:endParaRPr>
            </a:p>
          </p:txBody>
        </p:sp>
      </p:grpSp>
      <p:grpSp>
        <p:nvGrpSpPr>
          <p:cNvPr id="1215" name="Google Shape;1215;p44"/>
          <p:cNvGrpSpPr/>
          <p:nvPr/>
        </p:nvGrpSpPr>
        <p:grpSpPr>
          <a:xfrm>
            <a:off x="4736306" y="2776326"/>
            <a:ext cx="2267739" cy="1034763"/>
            <a:chOff x="2853273" y="3530318"/>
            <a:chExt cx="3023652" cy="1379684"/>
          </a:xfrm>
        </p:grpSpPr>
        <p:cxnSp>
          <p:nvCxnSpPr>
            <p:cNvPr id="1216" name="Google Shape;1216;p44"/>
            <p:cNvCxnSpPr/>
            <p:nvPr/>
          </p:nvCxnSpPr>
          <p:spPr>
            <a:xfrm rot="-5400000">
              <a:off x="4198462" y="3696955"/>
              <a:ext cx="333274" cy="0"/>
            </a:xfrm>
            <a:prstGeom prst="straightConnector1">
              <a:avLst/>
            </a:prstGeom>
            <a:noFill/>
            <a:ln w="12700" cap="flat" cmpd="sng">
              <a:solidFill>
                <a:srgbClr val="6F7878"/>
              </a:solidFill>
              <a:prstDash val="solid"/>
              <a:round/>
              <a:headEnd type="none" w="sm" len="sm"/>
              <a:tailEnd type="triangle" w="med" len="med"/>
            </a:ln>
          </p:spPr>
        </p:cxnSp>
        <p:sp>
          <p:nvSpPr>
            <p:cNvPr id="1217" name="Google Shape;1217;p44"/>
            <p:cNvSpPr/>
            <p:nvPr/>
          </p:nvSpPr>
          <p:spPr>
            <a:xfrm>
              <a:off x="2853273" y="3863592"/>
              <a:ext cx="3023652" cy="1046410"/>
            </a:xfrm>
            <a:custGeom>
              <a:avLst/>
              <a:gdLst/>
              <a:ahLst/>
              <a:cxnLst/>
              <a:rect l="l" t="t" r="r" b="b"/>
              <a:pathLst>
                <a:path w="1242695" h="1253489" extrusionOk="0">
                  <a:moveTo>
                    <a:pt x="0" y="1253489"/>
                  </a:moveTo>
                  <a:lnTo>
                    <a:pt x="1242250" y="1253489"/>
                  </a:lnTo>
                  <a:lnTo>
                    <a:pt x="1242250" y="0"/>
                  </a:lnTo>
                  <a:lnTo>
                    <a:pt x="0" y="0"/>
                  </a:lnTo>
                  <a:lnTo>
                    <a:pt x="0" y="1253489"/>
                  </a:lnTo>
                  <a:close/>
                </a:path>
              </a:pathLst>
            </a:custGeom>
            <a:solidFill>
              <a:schemeClr val="lt1"/>
            </a:solidFill>
            <a:ln w="12700" cap="flat" cmpd="sng">
              <a:solidFill>
                <a:srgbClr val="6F7878"/>
              </a:solidFill>
              <a:prstDash val="solid"/>
              <a:round/>
              <a:headEnd type="none" w="sm" len="sm"/>
              <a:tailEnd type="none" w="sm" len="sm"/>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dirty="0">
                  <a:solidFill>
                    <a:schemeClr val="dk1"/>
                  </a:solidFill>
                  <a:latin typeface="Arial"/>
                  <a:ea typeface="Arial"/>
                  <a:cs typeface="Arial"/>
                  <a:sym typeface="Arial"/>
                </a:rPr>
                <a:t> </a:t>
              </a:r>
              <a:r>
                <a:rPr lang="en" sz="1100" b="1" i="0" u="none" strike="noStrike" cap="none" dirty="0">
                  <a:solidFill>
                    <a:schemeClr val="dk1"/>
                  </a:solidFill>
                  <a:latin typeface="Arial"/>
                  <a:ea typeface="Arial"/>
                  <a:cs typeface="Arial"/>
                  <a:sym typeface="Arial"/>
                </a:rPr>
                <a:t>What Does It Mean? </a:t>
              </a:r>
              <a:br>
                <a:rPr lang="en" sz="1100" b="1" i="0" u="none" strike="noStrike" cap="none" dirty="0">
                  <a:solidFill>
                    <a:schemeClr val="dk1"/>
                  </a:solidFill>
                  <a:latin typeface="Arial"/>
                  <a:ea typeface="Arial"/>
                  <a:cs typeface="Arial"/>
                  <a:sym typeface="Arial"/>
                </a:rPr>
              </a:br>
              <a:r>
                <a:rPr lang="en" sz="1100" b="0" i="0" u="none" strike="noStrike" cap="none" dirty="0">
                  <a:solidFill>
                    <a:schemeClr val="dk1"/>
                  </a:solidFill>
                  <a:latin typeface="Arial"/>
                  <a:ea typeface="Arial"/>
                  <a:cs typeface="Arial"/>
                  <a:sym typeface="Arial"/>
                </a:rPr>
                <a:t>Facilitator struggles to keep the discussion productive.</a:t>
              </a:r>
              <a:endParaRPr sz="11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p45"/>
          <p:cNvSpPr txBox="1">
            <a:spLocks noGrp="1"/>
          </p:cNvSpPr>
          <p:nvPr>
            <p:ph type="title"/>
          </p:nvPr>
        </p:nvSpPr>
        <p:spPr>
          <a:xfrm>
            <a:off x="342900" y="271463"/>
            <a:ext cx="8455914" cy="33842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Black"/>
              <a:buNone/>
            </a:pPr>
            <a:r>
              <a:rPr lang="en" dirty="0"/>
              <a:t>Tactics to Overcome Participation Issues</a:t>
            </a:r>
            <a:endParaRPr dirty="0"/>
          </a:p>
        </p:txBody>
      </p:sp>
      <p:graphicFrame>
        <p:nvGraphicFramePr>
          <p:cNvPr id="1223" name="Google Shape;1223;p45"/>
          <p:cNvGraphicFramePr/>
          <p:nvPr>
            <p:extLst>
              <p:ext uri="{D42A27DB-BD31-4B8C-83A1-F6EECF244321}">
                <p14:modId xmlns:p14="http://schemas.microsoft.com/office/powerpoint/2010/main" val="294871068"/>
              </p:ext>
            </p:extLst>
          </p:nvPr>
        </p:nvGraphicFramePr>
        <p:xfrm>
          <a:off x="342900" y="981837"/>
          <a:ext cx="8455875" cy="3477045"/>
        </p:xfrm>
        <a:graphic>
          <a:graphicData uri="http://schemas.openxmlformats.org/drawingml/2006/table">
            <a:tbl>
              <a:tblPr firstRow="1" bandRow="1">
                <a:noFill/>
                <a:tableStyleId>{9BE34F45-9591-4427-9654-C0692E8A6D00}</a:tableStyleId>
              </a:tblPr>
              <a:tblGrid>
                <a:gridCol w="1614475">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2321700">
                  <a:extLst>
                    <a:ext uri="{9D8B030D-6E8A-4147-A177-3AD203B41FA5}">
                      <a16:colId xmlns:a16="http://schemas.microsoft.com/office/drawing/2014/main" val="20002"/>
                    </a:ext>
                  </a:extLst>
                </a:gridCol>
                <a:gridCol w="3033800">
                  <a:extLst>
                    <a:ext uri="{9D8B030D-6E8A-4147-A177-3AD203B41FA5}">
                      <a16:colId xmlns:a16="http://schemas.microsoft.com/office/drawing/2014/main" val="20003"/>
                    </a:ext>
                  </a:extLst>
                </a:gridCol>
              </a:tblGrid>
              <a:tr h="25372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a:t>Challenge	</a:t>
                      </a:r>
                      <a:endParaRPr sz="1100" b="1" i="0" u="none" strike="noStrike" cap="none" dirty="0">
                        <a:solidFill>
                          <a:schemeClr val="lt1"/>
                        </a:solidFill>
                        <a:latin typeface="Calibri"/>
                        <a:ea typeface="Calibri"/>
                        <a:cs typeface="Calibri"/>
                        <a:sym typeface="Calibri"/>
                      </a:endParaRPr>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Facilitator Action</a:t>
                      </a:r>
                      <a:endParaRPr sz="1100" b="1" i="0" u="none" strike="noStrike" cap="none" dirty="0">
                        <a:solidFill>
                          <a:schemeClr val="lt1"/>
                        </a:solidFill>
                        <a:latin typeface="Calibri"/>
                        <a:ea typeface="Calibri"/>
                        <a:cs typeface="Calibri"/>
                        <a:sym typeface="Calibri"/>
                      </a:endParaRPr>
                    </a:p>
                  </a:txBody>
                  <a:tcPr marL="68600" marR="68600" marT="34300" marB="34300" anchor="ct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Description of Action</a:t>
                      </a:r>
                      <a:endParaRPr sz="1100" b="1" u="none" strike="noStrike" cap="none" dirty="0">
                        <a:latin typeface="Calibri"/>
                        <a:ea typeface="Calibri"/>
                        <a:cs typeface="Calibri"/>
                        <a:sym typeface="Calibri"/>
                      </a:endParaRPr>
                    </a:p>
                  </a:txBody>
                  <a:tcPr marL="68600" marR="68600" marT="34300" marB="34300" anchor="ctr"/>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a:t>Tips and Language to Use 	</a:t>
                      </a:r>
                      <a:endParaRPr sz="1100" b="1" i="0" u="none" strike="noStrike" cap="none" dirty="0">
                        <a:solidFill>
                          <a:schemeClr val="lt1"/>
                        </a:solidFill>
                        <a:latin typeface="Calibri"/>
                        <a:ea typeface="Calibri"/>
                        <a:cs typeface="Calibri"/>
                        <a:sym typeface="Calibri"/>
                      </a:endParaRPr>
                    </a:p>
                  </a:txBody>
                  <a:tcPr marL="68600" marR="68600" marT="34300" marB="34300" anchor="ctr"/>
                </a:tc>
                <a:extLst>
                  <a:ext uri="{0D108BD9-81ED-4DB2-BD59-A6C34878D82A}">
                    <a16:rowId xmlns:a16="http://schemas.microsoft.com/office/drawing/2014/main" val="10000"/>
                  </a:ext>
                </a:extLst>
              </a:tr>
              <a:tr h="19192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Participants are hesitant to expand thinking and fully share new ideas with the group.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Validating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Acknowledge the legitimacy and value of what participants are saying.</a:t>
                      </a:r>
                      <a:endParaRPr sz="1100" u="none" strike="noStrike" cap="none" dirty="0"/>
                    </a:p>
                    <a:p>
                      <a:pPr marL="0" marR="0" lvl="0" indent="0" algn="l" rtl="0">
                        <a:lnSpc>
                          <a:spcPct val="100000"/>
                        </a:lnSpc>
                        <a:spcBef>
                          <a:spcPts val="0"/>
                        </a:spcBef>
                        <a:spcAft>
                          <a:spcPts val="0"/>
                        </a:spcAft>
                        <a:buClr>
                          <a:schemeClr val="dk1"/>
                        </a:buClr>
                        <a:buSzPts val="1100"/>
                        <a:buFont typeface="Arial"/>
                        <a:buNone/>
                      </a:pPr>
                      <a:r>
                        <a:rPr lang="en" sz="1100" u="none" strike="noStrike" cap="none" dirty="0"/>
                        <a:t>Note: One does not have to agree to validate an idea or opinion.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Use “yes and” versus “yes but” language.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“I see where you’re coming from.”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“We want to get as many ideas on the table as possible.” </a:t>
                      </a:r>
                      <a:endParaRPr sz="1100" b="0" i="0" u="none" strike="noStrike" cap="none" dirty="0">
                        <a:solidFill>
                          <a:schemeClr val="dk1"/>
                        </a:solidFill>
                        <a:latin typeface="Calibri"/>
                        <a:ea typeface="Calibri"/>
                        <a:cs typeface="Calibri"/>
                        <a:sym typeface="Calibri"/>
                      </a:endParaRPr>
                    </a:p>
                  </a:txBody>
                  <a:tcPr marL="68600" marR="68600" marT="34300" marB="34300"/>
                </a:tc>
                <a:extLst>
                  <a:ext uri="{0D108BD9-81ED-4DB2-BD59-A6C34878D82A}">
                    <a16:rowId xmlns:a16="http://schemas.microsoft.com/office/drawing/2014/main" val="10001"/>
                  </a:ext>
                </a:extLst>
              </a:tr>
              <a:tr h="27812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Participants are not familiar or comfortable with one another.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dirty="0"/>
                        <a:t>Strengthen Relationships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Suggest an exercise to help participants see others’ points of view.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Sample exercise: Each person in the group is asked to submit the one question that they’d want to know about the group and their positions or motivations that would allow them to proceed more confidently in the discussion. Read out the questions and actually have group members answer them to strengthen the relationships through mutual understanding of intent.</a:t>
                      </a:r>
                      <a:endParaRPr sz="1100" b="0" i="0" u="none" strike="noStrike" cap="none" dirty="0">
                        <a:solidFill>
                          <a:schemeClr val="dk1"/>
                        </a:solidFill>
                        <a:latin typeface="Calibri"/>
                        <a:ea typeface="Calibri"/>
                        <a:cs typeface="Calibri"/>
                        <a:sym typeface="Calibri"/>
                      </a:endParaRPr>
                    </a:p>
                  </a:txBody>
                  <a:tcPr marL="68600" marR="68600" marT="34300" marB="34300"/>
                </a:tc>
                <a:extLst>
                  <a:ext uri="{0D108BD9-81ED-4DB2-BD59-A6C34878D82A}">
                    <a16:rowId xmlns:a16="http://schemas.microsoft.com/office/drawing/2014/main" val="10002"/>
                  </a:ext>
                </a:extLst>
              </a:tr>
              <a:tr h="27812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Participants struggle to identify their opinion on an issue in order to contribute.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dirty="0"/>
                        <a:t>Past Experience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Encourage participants to recall past experiences and reflect upon them to formulate opinions.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“Often we’ve seen companies struggle with X. Has this ever manifested in your world?”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“Think about the last time you were .… ” </a:t>
                      </a:r>
                      <a:endParaRPr sz="1100" u="none" strike="noStrike" cap="none" dirty="0"/>
                    </a:p>
                  </a:txBody>
                  <a:tcPr marL="68600" marR="68600" marT="34300" marB="34300"/>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p46"/>
          <p:cNvSpPr txBox="1">
            <a:spLocks noGrp="1"/>
          </p:cNvSpPr>
          <p:nvPr>
            <p:ph type="title"/>
          </p:nvPr>
        </p:nvSpPr>
        <p:spPr>
          <a:xfrm>
            <a:off x="342938" y="1022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100"/>
              <a:buFont typeface="Arial Black"/>
              <a:buNone/>
            </a:pPr>
            <a:r>
              <a:rPr lang="en"/>
              <a:t>Tactics to Overcome Discussion Management Issues (1/2)</a:t>
            </a:r>
            <a:endParaRPr dirty="0"/>
          </a:p>
        </p:txBody>
      </p:sp>
      <p:graphicFrame>
        <p:nvGraphicFramePr>
          <p:cNvPr id="1229" name="Google Shape;1229;p46"/>
          <p:cNvGraphicFramePr/>
          <p:nvPr>
            <p:extLst>
              <p:ext uri="{D42A27DB-BD31-4B8C-83A1-F6EECF244321}">
                <p14:modId xmlns:p14="http://schemas.microsoft.com/office/powerpoint/2010/main" val="3341344972"/>
              </p:ext>
            </p:extLst>
          </p:nvPr>
        </p:nvGraphicFramePr>
        <p:xfrm>
          <a:off x="342938" y="829007"/>
          <a:ext cx="8455875" cy="3695800"/>
        </p:xfrm>
        <a:graphic>
          <a:graphicData uri="http://schemas.openxmlformats.org/drawingml/2006/table">
            <a:tbl>
              <a:tblPr firstRow="1" bandRow="1">
                <a:noFill/>
                <a:tableStyleId>{9BE34F45-9591-4427-9654-C0692E8A6D00}</a:tableStyleId>
              </a:tblPr>
              <a:tblGrid>
                <a:gridCol w="1850225">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2664600">
                  <a:extLst>
                    <a:ext uri="{9D8B030D-6E8A-4147-A177-3AD203B41FA5}">
                      <a16:colId xmlns:a16="http://schemas.microsoft.com/office/drawing/2014/main" val="20002"/>
                    </a:ext>
                  </a:extLst>
                </a:gridCol>
                <a:gridCol w="2626600">
                  <a:extLst>
                    <a:ext uri="{9D8B030D-6E8A-4147-A177-3AD203B41FA5}">
                      <a16:colId xmlns:a16="http://schemas.microsoft.com/office/drawing/2014/main" val="20003"/>
                    </a:ext>
                  </a:extLst>
                </a:gridCol>
              </a:tblGrid>
              <a:tr h="188150">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a:t>Challenge	</a:t>
                      </a:r>
                      <a:endParaRPr sz="1100" b="1" i="0" u="none" strike="noStrike" cap="none" dirty="0">
                        <a:solidFill>
                          <a:schemeClr val="lt1"/>
                        </a:solidFill>
                        <a:latin typeface="Calibri"/>
                        <a:ea typeface="Calibri"/>
                        <a:cs typeface="Calibri"/>
                        <a:sym typeface="Calibri"/>
                      </a:endParaRPr>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Facilitator Action</a:t>
                      </a:r>
                      <a:endParaRPr sz="1100" b="1" i="0" u="none" strike="noStrike" cap="none" dirty="0">
                        <a:solidFill>
                          <a:schemeClr val="lt1"/>
                        </a:solidFill>
                        <a:latin typeface="Calibri"/>
                        <a:ea typeface="Calibri"/>
                        <a:cs typeface="Calibri"/>
                        <a:sym typeface="Calibri"/>
                      </a:endParaRPr>
                    </a:p>
                  </a:txBody>
                  <a:tcPr marL="68600" marR="68600" marT="34300" marB="34300" anchor="ct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Description of Action</a:t>
                      </a:r>
                      <a:endParaRPr sz="1100" b="1" u="none" strike="noStrike" cap="none" dirty="0">
                        <a:latin typeface="Calibri"/>
                        <a:ea typeface="Calibri"/>
                        <a:cs typeface="Calibri"/>
                        <a:sym typeface="Calibri"/>
                      </a:endParaRPr>
                    </a:p>
                  </a:txBody>
                  <a:tcPr marL="68600" marR="68600" marT="34300" marB="34300" anchor="ctr"/>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a:t>Tips and Language to Use 	</a:t>
                      </a:r>
                      <a:endParaRPr sz="1100" b="1" i="0" u="none" strike="noStrike" cap="none" dirty="0">
                        <a:solidFill>
                          <a:schemeClr val="lt1"/>
                        </a:solidFill>
                        <a:latin typeface="Calibri"/>
                        <a:ea typeface="Calibri"/>
                        <a:cs typeface="Calibri"/>
                        <a:sym typeface="Calibri"/>
                      </a:endParaRPr>
                    </a:p>
                  </a:txBody>
                  <a:tcPr marL="68600" marR="68600" marT="34300" marB="34300" anchor="ctr"/>
                </a:tc>
                <a:extLst>
                  <a:ext uri="{0D108BD9-81ED-4DB2-BD59-A6C34878D82A}">
                    <a16:rowId xmlns:a16="http://schemas.microsoft.com/office/drawing/2014/main" val="10000"/>
                  </a:ext>
                </a:extLst>
              </a:tr>
              <a:tr h="72217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A participant makes a valid point but uses an inappropriate or antagonizing tone.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Mirroring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Repeat what the participant said, using a more inclusive and accepting tone so that others feel more comfortable responding to the point.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When repeating a point, clarify that this is a participant view, using the participant’s words and replacing “I” language with “you” language. </a:t>
                      </a:r>
                      <a:endParaRPr sz="1100" u="none" strike="noStrike" cap="none" dirty="0"/>
                    </a:p>
                  </a:txBody>
                  <a:tcPr marL="68600" marR="68600" marT="34300" marB="34300"/>
                </a:tc>
                <a:extLst>
                  <a:ext uri="{0D108BD9-81ED-4DB2-BD59-A6C34878D82A}">
                    <a16:rowId xmlns:a16="http://schemas.microsoft.com/office/drawing/2014/main" val="10001"/>
                  </a:ext>
                </a:extLst>
              </a:tr>
              <a:tr h="72217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Participant’s comments are unclear.</a:t>
                      </a:r>
                      <a:endParaRPr sz="1100" u="none" strike="noStrike" cap="none" dirty="0"/>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Paraphrasing 	</a:t>
                      </a:r>
                      <a:endParaRPr sz="1100" u="none" strike="noStrike" cap="none" dirty="0"/>
                    </a:p>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Clarify participant’s comments to allow the group to better understand. In your own words, repeat what the speaker said and confirm you got it right.</a:t>
                      </a:r>
                      <a:endParaRPr sz="1100" u="none" strike="noStrike" cap="none" dirty="0"/>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“It sounds like you’re saying .…”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“I think I understand; let me try to say it in my own words.” </a:t>
                      </a:r>
                      <a:endParaRPr sz="1100" u="none" strike="noStrike" cap="none" dirty="0"/>
                    </a:p>
                  </a:txBody>
                  <a:tcPr marL="68600" marR="68600" marT="34300" marB="34300"/>
                </a:tc>
                <a:extLst>
                  <a:ext uri="{0D108BD9-81ED-4DB2-BD59-A6C34878D82A}">
                    <a16:rowId xmlns:a16="http://schemas.microsoft.com/office/drawing/2014/main" val="10002"/>
                  </a:ext>
                </a:extLst>
              </a:tr>
              <a:tr h="58867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Participants are intimidated, not engaged, or not participating in the discussion.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Encourage and Make Room </a:t>
                      </a:r>
                      <a:endParaRPr sz="1100" b="0" i="0" u="none" strike="noStrike" cap="none" dirty="0">
                        <a:solidFill>
                          <a:schemeClr val="dk1"/>
                        </a:solidFill>
                        <a:latin typeface="Calibri"/>
                        <a:ea typeface="Calibri"/>
                        <a:cs typeface="Calibri"/>
                        <a:sym typeface="Calibri"/>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t>Encourage everyone to participate. Keep a close eye on those who are not vocal, looking for signs they may want to speak and invite them to do so. </a:t>
                      </a:r>
                      <a:endParaRPr sz="1100" u="none" strike="noStrike" cap="none" dirty="0"/>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“Who else has an idea?”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u="none" strike="noStrike" cap="none" dirty="0"/>
                        <a:t>“Would you like to add anything?” </a:t>
                      </a:r>
                      <a:endParaRPr sz="1100" u="none" strike="noStrike" cap="none" dirty="0"/>
                    </a:p>
                    <a:p>
                      <a:pPr marL="0" marR="0" lvl="0" indent="0" algn="l" rtl="0">
                        <a:lnSpc>
                          <a:spcPct val="100000"/>
                        </a:lnSpc>
                        <a:spcBef>
                          <a:spcPts val="0"/>
                        </a:spcBef>
                        <a:spcAft>
                          <a:spcPts val="0"/>
                        </a:spcAft>
                        <a:buClr>
                          <a:srgbClr val="000000"/>
                        </a:buClr>
                        <a:buSzPts val="1100"/>
                        <a:buFont typeface="Arial"/>
                        <a:buNone/>
                      </a:pPr>
                      <a:r>
                        <a:rPr lang="en" sz="1100" u="none" strike="noStrike" cap="none" dirty="0"/>
                        <a:t>	</a:t>
                      </a:r>
                      <a:endParaRPr sz="1100" b="0" i="0" u="none" strike="noStrike" cap="none" dirty="0">
                        <a:solidFill>
                          <a:schemeClr val="dk1"/>
                        </a:solidFill>
                        <a:latin typeface="Calibri"/>
                        <a:ea typeface="Calibri"/>
                        <a:cs typeface="Calibri"/>
                        <a:sym typeface="Calibri"/>
                      </a:endParaRPr>
                    </a:p>
                  </a:txBody>
                  <a:tcPr marL="68600" marR="68600" marT="34300" marB="34300"/>
                </a:tc>
                <a:extLst>
                  <a:ext uri="{0D108BD9-81ED-4DB2-BD59-A6C34878D82A}">
                    <a16:rowId xmlns:a16="http://schemas.microsoft.com/office/drawing/2014/main" val="10003"/>
                  </a:ext>
                </a:extLst>
              </a:tr>
              <a:tr h="855700">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solidFill>
                            <a:schemeClr val="dk1"/>
                          </a:solidFill>
                          <a:latin typeface="Arial"/>
                          <a:ea typeface="Arial"/>
                          <a:cs typeface="Arial"/>
                          <a:sym typeface="Arial"/>
                        </a:rPr>
                        <a:t>A participant introduces a new idea before agreement and understanding have been reached on the current idea.	</a:t>
                      </a:r>
                      <a:endParaRPr sz="1100" u="none" strike="noStrike" cap="none" dirty="0"/>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Arial"/>
                          <a:ea typeface="Arial"/>
                          <a:cs typeface="Arial"/>
                          <a:sym typeface="Arial"/>
                        </a:rPr>
                        <a:t>Parking Lot 	</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solidFill>
                            <a:schemeClr val="dk1"/>
                          </a:solidFill>
                          <a:latin typeface="Arial"/>
                          <a:ea typeface="Arial"/>
                          <a:cs typeface="Arial"/>
                          <a:sym typeface="Arial"/>
                        </a:rPr>
                        <a:t>“Park” ideas that are useful for the group to discuss. Set these ideas aside and be sure to come back to them later. Summarize discussions and secure agreement before moving forward to “parked” ideas.</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dirty="0">
                          <a:solidFill>
                            <a:schemeClr val="dk1"/>
                          </a:solidFill>
                          <a:latin typeface="Arial"/>
                          <a:ea typeface="Arial"/>
                          <a:cs typeface="Arial"/>
                          <a:sym typeface="Arial"/>
                        </a:rPr>
                        <a:t>“That’s a great idea, but let’s make sure we close out the previous discussion and come to agreement. We’ll park that idea and come back to it.” </a:t>
                      </a:r>
                      <a:endParaRPr sz="1100" u="none" strike="noStrike" cap="none" dirty="0"/>
                    </a:p>
                    <a:p>
                      <a:pPr marL="0" marR="0" lvl="0" indent="0" algn="l" rtl="0">
                        <a:lnSpc>
                          <a:spcPct val="100000"/>
                        </a:lnSpc>
                        <a:spcBef>
                          <a:spcPts val="0"/>
                        </a:spcBef>
                        <a:spcAft>
                          <a:spcPts val="0"/>
                        </a:spcAft>
                        <a:buClr>
                          <a:schemeClr val="dk1"/>
                        </a:buClr>
                        <a:buSzPts val="1100"/>
                        <a:buFont typeface="Arial"/>
                        <a:buNone/>
                      </a:pPr>
                      <a:r>
                        <a:rPr lang="en" sz="1100" u="none" strike="noStrike" cap="none" dirty="0">
                          <a:solidFill>
                            <a:schemeClr val="dk1"/>
                          </a:solidFill>
                          <a:latin typeface="Arial"/>
                          <a:ea typeface="Arial"/>
                          <a:cs typeface="Arial"/>
                          <a:sym typeface="Arial"/>
                        </a:rPr>
                        <a:t>	</a:t>
                      </a:r>
                      <a:endParaRPr sz="1100" u="none" strike="noStrike" cap="none" dirty="0"/>
                    </a:p>
                  </a:txBody>
                  <a:tcPr marL="68600" marR="68600" marT="34300" marB="34300"/>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graphicFrame>
        <p:nvGraphicFramePr>
          <p:cNvPr id="1234" name="Google Shape;1234;p47"/>
          <p:cNvGraphicFramePr/>
          <p:nvPr>
            <p:extLst>
              <p:ext uri="{D42A27DB-BD31-4B8C-83A1-F6EECF244321}">
                <p14:modId xmlns:p14="http://schemas.microsoft.com/office/powerpoint/2010/main" val="203881923"/>
              </p:ext>
            </p:extLst>
          </p:nvPr>
        </p:nvGraphicFramePr>
        <p:xfrm>
          <a:off x="342938" y="832412"/>
          <a:ext cx="8455875" cy="3711155"/>
        </p:xfrm>
        <a:graphic>
          <a:graphicData uri="http://schemas.openxmlformats.org/drawingml/2006/table">
            <a:tbl>
              <a:tblPr firstRow="1" bandRow="1">
                <a:noFill/>
                <a:tableStyleId>{9BE34F45-9591-4427-9654-C0692E8A6D00}</a:tableStyleId>
              </a:tblPr>
              <a:tblGrid>
                <a:gridCol w="1735925">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2778900">
                  <a:extLst>
                    <a:ext uri="{9D8B030D-6E8A-4147-A177-3AD203B41FA5}">
                      <a16:colId xmlns:a16="http://schemas.microsoft.com/office/drawing/2014/main" val="20002"/>
                    </a:ext>
                  </a:extLst>
                </a:gridCol>
                <a:gridCol w="2626600">
                  <a:extLst>
                    <a:ext uri="{9D8B030D-6E8A-4147-A177-3AD203B41FA5}">
                      <a16:colId xmlns:a16="http://schemas.microsoft.com/office/drawing/2014/main" val="20003"/>
                    </a:ext>
                  </a:extLst>
                </a:gridCol>
              </a:tblGrid>
              <a:tr h="187575">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a:t>Challenge	</a:t>
                      </a:r>
                      <a:endParaRPr sz="1100" b="1" i="0" u="none" strike="noStrike" cap="none" dirty="0">
                        <a:solidFill>
                          <a:schemeClr val="lt1"/>
                        </a:solidFill>
                        <a:latin typeface="Calibri"/>
                        <a:ea typeface="Calibri"/>
                        <a:cs typeface="Calibri"/>
                        <a:sym typeface="Calibri"/>
                      </a:endParaRPr>
                    </a:p>
                  </a:txBody>
                  <a:tcPr marL="68600" marR="68600" marT="34300" marB="34300" anchor="ct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t>Facilitator Action</a:t>
                      </a:r>
                      <a:endParaRPr sz="1100" b="1" i="0" u="none" strike="noStrike" cap="none" dirty="0">
                        <a:solidFill>
                          <a:schemeClr val="lt1"/>
                        </a:solidFill>
                        <a:latin typeface="Calibri"/>
                        <a:ea typeface="Calibri"/>
                        <a:cs typeface="Calibri"/>
                        <a:sym typeface="Calibri"/>
                      </a:endParaRPr>
                    </a:p>
                  </a:txBody>
                  <a:tcPr marL="68600" marR="68600" marT="34300" marB="34300" anchor="ct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Description of Action</a:t>
                      </a:r>
                      <a:endParaRPr sz="1100" b="1" u="none" strike="noStrike" cap="none" dirty="0">
                        <a:latin typeface="Calibri"/>
                        <a:ea typeface="Calibri"/>
                        <a:cs typeface="Calibri"/>
                        <a:sym typeface="Calibri"/>
                      </a:endParaRPr>
                    </a:p>
                  </a:txBody>
                  <a:tcPr marL="68600" marR="68600" marT="34300" marB="34300" anchor="ctr"/>
                </a:tc>
                <a:tc>
                  <a:txBody>
                    <a:bodyPr/>
                    <a:lstStyle/>
                    <a:p>
                      <a:pPr marL="0" marR="0" lvl="0" indent="0" algn="l" rtl="0">
                        <a:lnSpc>
                          <a:spcPct val="100000"/>
                        </a:lnSpc>
                        <a:spcBef>
                          <a:spcPts val="0"/>
                        </a:spcBef>
                        <a:spcAft>
                          <a:spcPts val="0"/>
                        </a:spcAft>
                        <a:buClr>
                          <a:schemeClr val="dk1"/>
                        </a:buClr>
                        <a:buSzPts val="1100"/>
                        <a:buFont typeface="Arial"/>
                        <a:buNone/>
                      </a:pPr>
                      <a:r>
                        <a:rPr lang="en" sz="1100" u="none" strike="noStrike" cap="none"/>
                        <a:t>Tips and Language to Use 	</a:t>
                      </a:r>
                      <a:endParaRPr sz="1100" b="1" i="0" u="none" strike="noStrike" cap="none" dirty="0">
                        <a:solidFill>
                          <a:schemeClr val="lt1"/>
                        </a:solidFill>
                        <a:latin typeface="Calibri"/>
                        <a:ea typeface="Calibri"/>
                        <a:cs typeface="Calibri"/>
                        <a:sym typeface="Calibri"/>
                      </a:endParaRPr>
                    </a:p>
                  </a:txBody>
                  <a:tcPr marL="68600" marR="68600" marT="34300" marB="34300" anchor="ctr"/>
                </a:tc>
                <a:extLst>
                  <a:ext uri="{0D108BD9-81ED-4DB2-BD59-A6C34878D82A}">
                    <a16:rowId xmlns:a16="http://schemas.microsoft.com/office/drawing/2014/main" val="10000"/>
                  </a:ext>
                </a:extLst>
              </a:tr>
              <a:tr h="719950">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Powerful and/or loud voices are interrupting others and monopolizing the conversation. 	</a:t>
                      </a:r>
                      <a:endParaRPr sz="1100" u="none" strike="noStrike" cap="none" dirty="0"/>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Stacking 	</a:t>
                      </a:r>
                      <a:endParaRPr sz="1100" u="none" strike="noStrike" cap="none" dirty="0"/>
                    </a:p>
                  </a:txBody>
                  <a:tcPr marL="68600" marR="68600" marT="34300" marB="34300"/>
                </a:tc>
                <a:tc>
                  <a:txBody>
                    <a:bodyPr/>
                    <a:lstStyle/>
                    <a:p>
                      <a:pPr marL="177800" marR="0" lvl="0" indent="-177800" algn="l" rtl="0">
                        <a:lnSpc>
                          <a:spcPct val="100000"/>
                        </a:lnSpc>
                        <a:spcBef>
                          <a:spcPts val="0"/>
                        </a:spcBef>
                        <a:spcAft>
                          <a:spcPts val="0"/>
                        </a:spcAft>
                        <a:buClr>
                          <a:schemeClr val="dk1"/>
                        </a:buClr>
                        <a:buSzPts val="1100"/>
                        <a:buFont typeface="Arial"/>
                        <a:buAutoNum type="arabicPeriod"/>
                      </a:pPr>
                      <a:r>
                        <a:rPr lang="en" sz="1100" b="0" i="0" u="none" strike="noStrike" cap="none" dirty="0">
                          <a:solidFill>
                            <a:schemeClr val="dk1"/>
                          </a:solidFill>
                          <a:latin typeface="Arial"/>
                          <a:ea typeface="Arial"/>
                          <a:cs typeface="Arial"/>
                          <a:sym typeface="Arial"/>
                        </a:rPr>
                        <a:t>Identify who is interested in speaking on a particular point </a:t>
                      </a:r>
                      <a:endParaRPr sz="1100" u="none" strike="noStrike" cap="none" dirty="0"/>
                    </a:p>
                    <a:p>
                      <a:pPr marL="177800" marR="0" lvl="0" indent="-177800" algn="l" rtl="0">
                        <a:lnSpc>
                          <a:spcPct val="100000"/>
                        </a:lnSpc>
                        <a:spcBef>
                          <a:spcPts val="0"/>
                        </a:spcBef>
                        <a:spcAft>
                          <a:spcPts val="0"/>
                        </a:spcAft>
                        <a:buClr>
                          <a:schemeClr val="dk1"/>
                        </a:buClr>
                        <a:buSzPts val="1100"/>
                        <a:buFont typeface="Arial"/>
                        <a:buAutoNum type="arabicPeriod"/>
                      </a:pPr>
                      <a:r>
                        <a:rPr lang="en" sz="1100" b="0" i="0" u="none" strike="noStrike" cap="none" dirty="0">
                          <a:solidFill>
                            <a:schemeClr val="dk1"/>
                          </a:solidFill>
                          <a:latin typeface="Arial"/>
                          <a:ea typeface="Arial"/>
                          <a:cs typeface="Arial"/>
                          <a:sym typeface="Arial"/>
                        </a:rPr>
                        <a:t>Create an order </a:t>
                      </a:r>
                      <a:endParaRPr sz="1100" u="none" strike="noStrike" cap="none" dirty="0"/>
                    </a:p>
                    <a:p>
                      <a:pPr marL="177800" marR="0" lvl="0" indent="-177800" algn="l" rtl="0">
                        <a:lnSpc>
                          <a:spcPct val="100000"/>
                        </a:lnSpc>
                        <a:spcBef>
                          <a:spcPts val="0"/>
                        </a:spcBef>
                        <a:spcAft>
                          <a:spcPts val="0"/>
                        </a:spcAft>
                        <a:buClr>
                          <a:schemeClr val="dk1"/>
                        </a:buClr>
                        <a:buSzPts val="1100"/>
                        <a:buFont typeface="Arial"/>
                        <a:buAutoNum type="arabicPeriod"/>
                      </a:pPr>
                      <a:r>
                        <a:rPr lang="en" sz="1100" b="0" i="0" u="none" strike="noStrike" cap="none" dirty="0">
                          <a:solidFill>
                            <a:schemeClr val="dk1"/>
                          </a:solidFill>
                          <a:latin typeface="Arial"/>
                          <a:ea typeface="Arial"/>
                          <a:cs typeface="Arial"/>
                          <a:sym typeface="Arial"/>
                        </a:rPr>
                        <a:t>Call on individuals in turn </a:t>
                      </a:r>
                      <a:endParaRPr sz="1100" u="none" strike="noStrike" cap="none" dirty="0"/>
                    </a:p>
                    <a:p>
                      <a:pPr marL="177800" marR="0" lvl="0" indent="-177800" algn="l" rtl="0">
                        <a:lnSpc>
                          <a:spcPct val="100000"/>
                        </a:lnSpc>
                        <a:spcBef>
                          <a:spcPts val="0"/>
                        </a:spcBef>
                        <a:spcAft>
                          <a:spcPts val="0"/>
                        </a:spcAft>
                        <a:buClr>
                          <a:schemeClr val="dk1"/>
                        </a:buClr>
                        <a:buSzPts val="1100"/>
                        <a:buFont typeface="Arial"/>
                        <a:buAutoNum type="arabicPeriod"/>
                      </a:pPr>
                      <a:r>
                        <a:rPr lang="en" sz="1100" b="0" i="0" u="none" strike="noStrike" cap="none" dirty="0">
                          <a:solidFill>
                            <a:schemeClr val="dk1"/>
                          </a:solidFill>
                          <a:latin typeface="Arial"/>
                          <a:ea typeface="Arial"/>
                          <a:cs typeface="Arial"/>
                          <a:sym typeface="Arial"/>
                        </a:rPr>
                        <a:t>Ask if anyone else would like to speak </a:t>
                      </a:r>
                      <a:endParaRPr sz="1100" u="none" strike="noStrike" cap="none" dirty="0"/>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“It seems like we have a lot of opinions on this issue. Let’s take turns. I’ll establish an order.” </a:t>
                      </a:r>
                      <a:endParaRPr sz="1100" u="none" strike="noStrike" cap="none" dirty="0"/>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chemeClr val="dk1"/>
                          </a:solidFill>
                          <a:latin typeface="Arial"/>
                          <a:ea typeface="Arial"/>
                          <a:cs typeface="Arial"/>
                          <a:sym typeface="Arial"/>
                        </a:rPr>
                        <a:t>	</a:t>
                      </a:r>
                      <a:endParaRPr sz="1100" u="none" strike="noStrike" cap="none" dirty="0"/>
                    </a:p>
                  </a:txBody>
                  <a:tcPr marL="68600" marR="68600" marT="34300" marB="34300"/>
                </a:tc>
                <a:extLst>
                  <a:ext uri="{0D108BD9-81ED-4DB2-BD59-A6C34878D82A}">
                    <a16:rowId xmlns:a16="http://schemas.microsoft.com/office/drawing/2014/main" val="10001"/>
                  </a:ext>
                </a:extLst>
              </a:tr>
              <a:tr h="853050">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The minority opinion is not being heard. </a:t>
                      </a:r>
                      <a:endParaRPr sz="1100" u="none" strike="noStrike" cap="none" dirty="0"/>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Expand and Amplify 	</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Play devil’s advocate to get a conversation going that reveals all sides. Call on a participant to share views based on what they shared on previous communications.</a:t>
                      </a:r>
                      <a:endParaRPr sz="1100" u="none" strike="noStrike" cap="none" dirty="0"/>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“Let me play devil’s advocate for a moment. What would you say to .…”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“X, would you like to comment? Based on some of our previous discussions, I think you had some good ideas on this topic.” </a:t>
                      </a:r>
                      <a:endParaRPr sz="1100" u="none" strike="noStrike" cap="none" dirty="0"/>
                    </a:p>
                  </a:txBody>
                  <a:tcPr marL="68600" marR="68600" marT="34300" marB="34300"/>
                </a:tc>
                <a:extLst>
                  <a:ext uri="{0D108BD9-81ED-4DB2-BD59-A6C34878D82A}">
                    <a16:rowId xmlns:a16="http://schemas.microsoft.com/office/drawing/2014/main" val="10002"/>
                  </a:ext>
                </a:extLst>
              </a:tr>
              <a:tr h="719950">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Two or more participants disagree.</a:t>
                      </a:r>
                      <a:endParaRPr sz="1100" u="none" strike="noStrike" cap="none" dirty="0"/>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dk1"/>
                          </a:solidFill>
                          <a:latin typeface="Arial"/>
                          <a:ea typeface="Arial"/>
                          <a:cs typeface="Arial"/>
                          <a:sym typeface="Arial"/>
                        </a:rPr>
                        <a:t>Establish Common Ground 	</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Clearly articulate the areas where the two participants are actually in alignment and those where there is a disconnect, and have them discuss the more narrow disagreement. 	</a:t>
                      </a:r>
                      <a:endParaRPr sz="1100" u="none" strike="noStrike" cap="none" dirty="0"/>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“Let me tell you where I see the two of you are actually in agreement.” </a:t>
                      </a:r>
                      <a:endParaRPr sz="1100" u="none" strike="noStrike" cap="none" dirty="0"/>
                    </a:p>
                    <a:p>
                      <a:pPr marL="127000" marR="0" lvl="0" indent="-127000" algn="l" rtl="0">
                        <a:lnSpc>
                          <a:spcPct val="100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“In the past, working with customer X, I learned you can also look at it from this perspective.” 	</a:t>
                      </a:r>
                      <a:endParaRPr sz="1100" u="none" strike="noStrike" cap="none" dirty="0"/>
                    </a:p>
                  </a:txBody>
                  <a:tcPr marL="68600" marR="68600" marT="34300" marB="34300"/>
                </a:tc>
                <a:extLst>
                  <a:ext uri="{0D108BD9-81ED-4DB2-BD59-A6C34878D82A}">
                    <a16:rowId xmlns:a16="http://schemas.microsoft.com/office/drawing/2014/main" val="10003"/>
                  </a:ext>
                </a:extLst>
              </a:tr>
              <a:tr h="586875">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Participants find it difficult to understand each other’s point of view. </a:t>
                      </a:r>
                      <a:endParaRPr sz="1100" u="none" strike="noStrike" cap="none" dirty="0"/>
                    </a:p>
                  </a:txBody>
                  <a:tcPr marL="68600" marR="68600" marT="34300" marB="34300"/>
                </a:tc>
                <a:tc>
                  <a:txBody>
                    <a:bodyPr/>
                    <a:lstStyle/>
                    <a:p>
                      <a:pPr marL="0" marR="0" lvl="0" indent="0" algn="ctr"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If I Were You 	</a:t>
                      </a:r>
                      <a:endParaRPr sz="1100" u="none" strike="noStrike" cap="none" dirty="0"/>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Arial"/>
                        <a:buNone/>
                      </a:pPr>
                      <a:r>
                        <a:rPr lang="en" sz="1100" b="0" i="0" u="none" strike="noStrike" cap="none" dirty="0">
                          <a:solidFill>
                            <a:schemeClr val="dk1"/>
                          </a:solidFill>
                          <a:latin typeface="Arial"/>
                          <a:ea typeface="Arial"/>
                          <a:cs typeface="Arial"/>
                          <a:sym typeface="Arial"/>
                        </a:rPr>
                        <a:t>Create a shared context by asking the participant to pretend to represent another participant. </a:t>
                      </a:r>
                      <a:endParaRPr sz="1100" u="none" strike="noStrike" cap="none" dirty="0"/>
                    </a:p>
                  </a:txBody>
                  <a:tcPr marL="68600" marR="68600" marT="34300" marB="34300"/>
                </a:tc>
                <a:tc>
                  <a:txBody>
                    <a:bodyPr/>
                    <a:lstStyle/>
                    <a:p>
                      <a:pPr marL="127000" marR="0" lvl="0" indent="-127000" algn="l" rtl="0">
                        <a:lnSpc>
                          <a:spcPct val="100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“If you were in X’s shoes, what would your main concern or goal be?” </a:t>
                      </a:r>
                      <a:endParaRPr sz="1100" u="none" strike="noStrike" cap="none" dirty="0"/>
                    </a:p>
                  </a:txBody>
                  <a:tcPr marL="68600" marR="68600" marT="34300" marB="34300"/>
                </a:tc>
                <a:extLst>
                  <a:ext uri="{0D108BD9-81ED-4DB2-BD59-A6C34878D82A}">
                    <a16:rowId xmlns:a16="http://schemas.microsoft.com/office/drawing/2014/main" val="10004"/>
                  </a:ext>
                </a:extLst>
              </a:tr>
            </a:tbl>
          </a:graphicData>
        </a:graphic>
      </p:graphicFrame>
      <p:sp>
        <p:nvSpPr>
          <p:cNvPr id="1235" name="Google Shape;1235;p47"/>
          <p:cNvSpPr txBox="1">
            <a:spLocks noGrp="1"/>
          </p:cNvSpPr>
          <p:nvPr>
            <p:ph type="title"/>
          </p:nvPr>
        </p:nvSpPr>
        <p:spPr>
          <a:xfrm>
            <a:off x="342938" y="102263"/>
            <a:ext cx="8455800" cy="338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100"/>
              <a:buFont typeface="Arial Black"/>
              <a:buNone/>
            </a:pPr>
            <a:r>
              <a:rPr lang="en" dirty="0"/>
              <a:t>Tactics to Overcome Discussion Management Issues (2/2)</a:t>
            </a:r>
            <a:endParaRPr dirty="0"/>
          </a:p>
        </p:txBody>
      </p:sp>
    </p:spTree>
  </p:cSld>
  <p:clrMapOvr>
    <a:masterClrMapping/>
  </p:clrMapOvr>
</p:sld>
</file>

<file path=ppt/theme/theme1.xml><?xml version="1.0" encoding="utf-8"?>
<a:theme xmlns:a="http://schemas.openxmlformats.org/drawingml/2006/main" name="1_White bkgrnd master">
  <a:themeElements>
    <a:clrScheme name="2020 Gartner Theme-001">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bkgrnd master">
  <a:themeElements>
    <a:clrScheme name="2020 Gartner Theme-003">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hite bkgrnd master">
  <a:themeElements>
    <a:clrScheme name="2020 Gartner Theme-001">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White bkgrnd master">
  <a:themeElements>
    <a:clrScheme name="Custom 7">
      <a:dk1>
        <a:srgbClr val="000000"/>
      </a:dk1>
      <a:lt1>
        <a:srgbClr val="FFFFFF"/>
      </a:lt1>
      <a:dk2>
        <a:srgbClr val="002856"/>
      </a:dk2>
      <a:lt2>
        <a:srgbClr val="FFFFFF"/>
      </a:lt2>
      <a:accent1>
        <a:srgbClr val="002856"/>
      </a:accent1>
      <a:accent2>
        <a:srgbClr val="6F7878"/>
      </a:accent2>
      <a:accent3>
        <a:srgbClr val="979D9D"/>
      </a:accent3>
      <a:accent4>
        <a:srgbClr val="FFC000"/>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White bkgrnd master">
  <a:themeElements>
    <a:clrScheme name="2020 Gartner Theme-001">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White bkgrnd master">
  <a:themeElements>
    <a:clrScheme name="Custom 6">
      <a:dk1>
        <a:srgbClr val="000000"/>
      </a:dk1>
      <a:lt1>
        <a:srgbClr val="FFFFFF"/>
      </a:lt1>
      <a:dk2>
        <a:srgbClr val="002856"/>
      </a:dk2>
      <a:lt2>
        <a:srgbClr val="FFFFFF"/>
      </a:lt2>
      <a:accent1>
        <a:srgbClr val="002856"/>
      </a:accent1>
      <a:accent2>
        <a:srgbClr val="6F7878"/>
      </a:accent2>
      <a:accent3>
        <a:srgbClr val="979D9D"/>
      </a:accent3>
      <a:accent4>
        <a:srgbClr val="FFC000"/>
      </a:accent4>
      <a:accent5>
        <a:srgbClr val="FF540A"/>
      </a:accent5>
      <a:accent6>
        <a:srgbClr val="00B0F0"/>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White bkgrnd master">
  <a:themeElements>
    <a:clrScheme name="2020 Gartner Theme-003">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White bkgrnd master">
  <a:themeElements>
    <a:clrScheme name="2020 Gartner Theme-003">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6_White bkgrnd master">
  <a:themeElements>
    <a:clrScheme name="2020 Gartner Theme-003">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5461</Words>
  <Application>Microsoft Office PowerPoint</Application>
  <PresentationFormat>On-screen Show (16:9)</PresentationFormat>
  <Paragraphs>460</Paragraphs>
  <Slides>47</Slides>
  <Notes>47</Notes>
  <HiddenSlides>0</HiddenSlides>
  <MMClips>0</MMClips>
  <ScaleCrop>false</ScaleCrop>
  <HeadingPairs>
    <vt:vector size="6" baseType="variant">
      <vt:variant>
        <vt:lpstr>Fonts Used</vt:lpstr>
      </vt:variant>
      <vt:variant>
        <vt:i4>6</vt:i4>
      </vt:variant>
      <vt:variant>
        <vt:lpstr>Theme</vt:lpstr>
      </vt:variant>
      <vt:variant>
        <vt:i4>9</vt:i4>
      </vt:variant>
      <vt:variant>
        <vt:lpstr>Slide Titles</vt:lpstr>
      </vt:variant>
      <vt:variant>
        <vt:i4>47</vt:i4>
      </vt:variant>
    </vt:vector>
  </HeadingPairs>
  <TitlesOfParts>
    <vt:vector size="62" baseType="lpstr">
      <vt:lpstr>Calibri</vt:lpstr>
      <vt:lpstr>Arial</vt:lpstr>
      <vt:lpstr>Times</vt:lpstr>
      <vt:lpstr>Georgia</vt:lpstr>
      <vt:lpstr>Arial Black</vt:lpstr>
      <vt:lpstr>Noto Sans Symbols</vt:lpstr>
      <vt:lpstr>1_White bkgrnd master</vt:lpstr>
      <vt:lpstr>White bkgrnd master</vt:lpstr>
      <vt:lpstr>White bkgrnd master</vt:lpstr>
      <vt:lpstr>1_White bkgrnd master</vt:lpstr>
      <vt:lpstr>4_White bkgrnd master</vt:lpstr>
      <vt:lpstr>2_White bkgrnd master</vt:lpstr>
      <vt:lpstr>3_White bkgrnd master</vt:lpstr>
      <vt:lpstr>White bkgrnd master</vt:lpstr>
      <vt:lpstr>6_White bkgrnd master</vt:lpstr>
      <vt:lpstr>AI in HR Workshop: Ideation and Prioritization </vt:lpstr>
      <vt:lpstr>Introduction</vt:lpstr>
      <vt:lpstr>How to Use This Tool</vt:lpstr>
      <vt:lpstr>Select a Workshop Facilitator</vt:lpstr>
      <vt:lpstr>Participant Prework</vt:lpstr>
      <vt:lpstr>PowerPoint Presentation</vt:lpstr>
      <vt:lpstr>PowerPoint Presentation</vt:lpstr>
      <vt:lpstr>PowerPoint Presentation</vt:lpstr>
      <vt:lpstr>AI Evolution: Assisted to Augmented to Powered</vt:lpstr>
      <vt:lpstr>The “Prework” Essential Readings</vt:lpstr>
      <vt:lpstr>AI in HR Deployment Variations</vt:lpstr>
      <vt:lpstr>The “Prework” Exercise</vt:lpstr>
      <vt:lpstr>TEMPLATE — Use-Case Name:</vt:lpstr>
      <vt:lpstr>Phase 1:  Inspiration</vt:lpstr>
      <vt:lpstr>Sample Agenda for the Session</vt:lpstr>
      <vt:lpstr>Ideation and Prioritization Workshop: Three Phases</vt:lpstr>
      <vt:lpstr>PowerPoint Presentation</vt:lpstr>
      <vt:lpstr>PowerPoint Presentation</vt:lpstr>
      <vt:lpstr>AI Evolution: Assisted to Augmented to Powered</vt:lpstr>
      <vt:lpstr>AI Pilot Life Cycle</vt:lpstr>
      <vt:lpstr>AI Use Cases in HR</vt:lpstr>
      <vt:lpstr>AI in HR Deployment Variations</vt:lpstr>
      <vt:lpstr>Phase 2: Ideation Exercises</vt:lpstr>
      <vt:lpstr>AI Pilot Life Cycle</vt:lpstr>
      <vt:lpstr>PowerPoint Presentation</vt:lpstr>
      <vt:lpstr>PowerPoint Presentation</vt:lpstr>
      <vt:lpstr>PowerPoint Presentation</vt:lpstr>
      <vt:lpstr>Phase 3:  Prioritization</vt:lpstr>
      <vt:lpstr>AI Pilot Life Cycle</vt:lpstr>
      <vt:lpstr>Utilize Tool: AI Use-Case Assessment for HR</vt:lpstr>
      <vt:lpstr>Use-Case Dimensions for Scoring Business Value</vt:lpstr>
      <vt:lpstr>Use-Case Dimensions for Scoring Feasibility</vt:lpstr>
      <vt:lpstr>Complete Customizable Scoring Tab for Business Value Dimensions in Tool</vt:lpstr>
      <vt:lpstr>Complete Customizable Scoring Tab for Feasibility Dimensions in Tool</vt:lpstr>
      <vt:lpstr>Assess Use-Case Graphic in Tool</vt:lpstr>
      <vt:lpstr>Assess Scorecard Heat Map in Tool</vt:lpstr>
      <vt:lpstr>As a group, reflect on the positioning of the AI use cases and their scorings and decide which three to five use cases you want to proceed with.</vt:lpstr>
      <vt:lpstr>Participant Handouts </vt:lpstr>
      <vt:lpstr>TEMPLATE — Use-Case Name:</vt:lpstr>
      <vt:lpstr>Use-Case Dimensions for Scoring Business Value</vt:lpstr>
      <vt:lpstr>Use-Case Dimensions for Scoring Feasibility</vt:lpstr>
      <vt:lpstr>Facilitator Guidance</vt:lpstr>
      <vt:lpstr>Access Tool: AI Use-Case Assessment for HR</vt:lpstr>
      <vt:lpstr>Facilitation Challenges</vt:lpstr>
      <vt:lpstr>Tactics to Overcome Participation Issues</vt:lpstr>
      <vt:lpstr>Tactics to Overcome Discussion Management Issues (1/2)</vt:lpstr>
      <vt:lpstr>Tactics to Overcome Discussion Management Issues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Jackie Watrous</dc:creator>
  <cp:lastModifiedBy>Kayley Ryan</cp:lastModifiedBy>
  <cp:revision>1</cp:revision>
  <dcterms:modified xsi:type="dcterms:W3CDTF">2026-03-03T18:51:25Z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0x010100ECB2D47C2417044592744777E3B7233F</vt:lpwstr>
  </property>
</Properties>
</file>